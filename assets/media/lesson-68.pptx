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83" r:id="rId4"/>
    <p:sldId id="297" r:id="rId5"/>
    <p:sldId id="298" r:id="rId6"/>
    <p:sldId id="267" r:id="rId7"/>
    <p:sldId id="288" r:id="rId8"/>
    <p:sldId id="280" r:id="rId9"/>
    <p:sldId id="300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jpe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快速求素数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筛选法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75628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快速求素数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筛选法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6" name="AutoShape 1037"/>
          <p:cNvSpPr>
            <a:spLocks noChangeArrowheads="1"/>
          </p:cNvSpPr>
          <p:nvPr/>
        </p:nvSpPr>
        <p:spPr bwMode="auto">
          <a:xfrm>
            <a:off x="3203848" y="2715766"/>
            <a:ext cx="4200525" cy="168666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试编一程序，用筛选法输出</a:t>
            </a:r>
            <a:r>
              <a:rPr 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以内所有的素数，并统计个数。</a:t>
            </a:r>
            <a:endParaRPr lang="zh-CN" sz="28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31640" y="1383048"/>
            <a:ext cx="6417141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筛选法求</a:t>
            </a:r>
            <a:r>
              <a:rPr lang="en-US" altLang="zh-CN" dirty="0"/>
              <a:t>100</a:t>
            </a:r>
            <a:r>
              <a:rPr lang="zh-CN" altLang="en-US" dirty="0"/>
              <a:t>以内的素数：</a:t>
            </a:r>
            <a:endParaRPr lang="en-US" altLang="zh-CN" dirty="0"/>
          </a:p>
          <a:p>
            <a:r>
              <a:rPr lang="zh-CN" altLang="en-US" dirty="0"/>
              <a:t>先删除</a:t>
            </a:r>
            <a:r>
              <a:rPr lang="en-US" altLang="zh-CN" dirty="0"/>
              <a:t>1</a:t>
            </a:r>
            <a:r>
              <a:rPr lang="zh-CN" altLang="en-US" dirty="0"/>
              <a:t>，读取剩下的最小的数</a:t>
            </a:r>
            <a:r>
              <a:rPr lang="en-US" altLang="zh-CN" dirty="0"/>
              <a:t>2</a:t>
            </a:r>
            <a:r>
              <a:rPr lang="zh-CN" altLang="en-US" dirty="0"/>
              <a:t>，把</a:t>
            </a:r>
            <a:r>
              <a:rPr lang="en-US" altLang="zh-CN" dirty="0"/>
              <a:t>2</a:t>
            </a:r>
            <a:r>
              <a:rPr lang="zh-CN" altLang="en-US" dirty="0"/>
              <a:t>的倍数都删去；</a:t>
            </a:r>
            <a:endParaRPr lang="en-US" altLang="zh-CN" dirty="0"/>
          </a:p>
          <a:p>
            <a:r>
              <a:rPr lang="zh-CN" altLang="en-US" dirty="0"/>
              <a:t>再读取剩下的最小的数</a:t>
            </a:r>
            <a:r>
              <a:rPr lang="en-US" altLang="zh-CN" dirty="0"/>
              <a:t>3</a:t>
            </a:r>
            <a:r>
              <a:rPr lang="zh-CN" altLang="en-US" dirty="0"/>
              <a:t>，把</a:t>
            </a:r>
            <a:r>
              <a:rPr lang="en-US" altLang="zh-CN" dirty="0"/>
              <a:t>3</a:t>
            </a:r>
            <a:r>
              <a:rPr lang="zh-CN" altLang="en-US" dirty="0"/>
              <a:t>的倍数都删去；</a:t>
            </a:r>
            <a:r>
              <a:rPr lang="en-US" altLang="zh-CN" dirty="0"/>
              <a:t>…</a:t>
            </a:r>
            <a:endParaRPr lang="en-US" altLang="zh-CN" dirty="0"/>
          </a:p>
          <a:p>
            <a:r>
              <a:rPr lang="zh-CN" altLang="en-US" dirty="0"/>
              <a:t>以此类推，直到所有的数都删除或被读取，剩下的就是素数。</a:t>
            </a:r>
            <a:endParaRPr lang="zh-CN" altLang="en-US" dirty="0"/>
          </a:p>
        </p:txBody>
      </p:sp>
      <p:pic>
        <p:nvPicPr>
          <p:cNvPr id="4" name="图片 3" descr="图片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43305" y="2571750"/>
            <a:ext cx="2247900" cy="2257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5338936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68" y="955047"/>
            <a:ext cx="3148980" cy="371289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326" y="738969"/>
            <a:ext cx="2549935" cy="405407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2766005"/>
            <a:ext cx="1809750" cy="1809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77152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77" y="738969"/>
            <a:ext cx="3792955" cy="3969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800" y="843558"/>
            <a:ext cx="4506863" cy="3168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3581750"/>
            <a:ext cx="1259210" cy="12592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5497" y="630957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1059582"/>
            <a:ext cx="7112625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下列关于计算机病毒的描述中正确的是（  ）。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如果某人有感冒病毒，那他使用的计算机就有可能感染病毒，并最终发展成为计算机病毒。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若计算机在生产厂家组装时周围环境不好（有灰尘等），计算机就会有病毒。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计算机病毒实质上是一段计算机程序。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计算机病毒只能通过计算机网络传播。</a:t>
            </a:r>
            <a:endParaRPr lang="en-US" altLang="zh-CN" sz="20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9841" y="524528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23528" y="1270770"/>
            <a:ext cx="4936302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827584" y="2283718"/>
            <a:ext cx="2088232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i        </a:t>
            </a:r>
            <a:r>
              <a:rPr lang="en-US" altLang="zh-CN" dirty="0" err="1"/>
              <a:t>ans</a:t>
            </a:r>
            <a:r>
              <a:rPr lang="en-US" altLang="zh-CN" dirty="0"/>
              <a:t>               </a:t>
            </a:r>
            <a:endParaRPr lang="en-US" altLang="zh-CN" dirty="0"/>
          </a:p>
          <a:p>
            <a:r>
              <a:rPr lang="en-US" altLang="zh-CN" dirty="0"/>
              <a:t>-------------------------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6746" y="4083918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744" y="938212"/>
            <a:ext cx="5524500" cy="326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418" y="3675084"/>
            <a:ext cx="1406190" cy="10604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2947" y="613544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698600" y="1267530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</a:rPr>
              <a:t>年年有一堆小于</a:t>
            </a:r>
            <a:r>
              <a:rPr lang="en-US" altLang="zh-CN" sz="2000" b="0" dirty="0">
                <a:solidFill>
                  <a:prstClr val="black"/>
                </a:solidFill>
              </a:rPr>
              <a:t>50</a:t>
            </a:r>
            <a:r>
              <a:rPr lang="zh-CN" altLang="en-US" sz="2000" b="0" dirty="0">
                <a:solidFill>
                  <a:prstClr val="black"/>
                </a:solidFill>
              </a:rPr>
              <a:t>根的胡萝卜，小风帮他两根两根地数多</a:t>
            </a:r>
            <a:r>
              <a:rPr lang="en-US" altLang="zh-CN" sz="2000" b="0" dirty="0">
                <a:solidFill>
                  <a:prstClr val="black"/>
                </a:solidFill>
              </a:rPr>
              <a:t>1</a:t>
            </a:r>
            <a:r>
              <a:rPr lang="zh-CN" altLang="en-US" sz="2000" b="0" dirty="0">
                <a:solidFill>
                  <a:prstClr val="black"/>
                </a:solidFill>
              </a:rPr>
              <a:t>根，三根三根地数多</a:t>
            </a:r>
            <a:r>
              <a:rPr lang="en-US" altLang="zh-CN" sz="2000" b="0" dirty="0">
                <a:solidFill>
                  <a:prstClr val="black"/>
                </a:solidFill>
              </a:rPr>
              <a:t>2</a:t>
            </a:r>
            <a:r>
              <a:rPr lang="zh-CN" altLang="en-US" sz="2000" b="0" dirty="0">
                <a:solidFill>
                  <a:prstClr val="black"/>
                </a:solidFill>
              </a:rPr>
              <a:t>根，</a:t>
            </a:r>
            <a:r>
              <a:rPr lang="en-US" altLang="zh-CN" sz="2000" b="0" dirty="0">
                <a:solidFill>
                  <a:prstClr val="black"/>
                </a:solidFill>
              </a:rPr>
              <a:t>7</a:t>
            </a:r>
            <a:r>
              <a:rPr lang="zh-CN" altLang="en-US" sz="2000" b="0" dirty="0">
                <a:solidFill>
                  <a:prstClr val="black"/>
                </a:solidFill>
              </a:rPr>
              <a:t>根</a:t>
            </a:r>
            <a:r>
              <a:rPr lang="en-US" altLang="zh-CN" sz="2000" b="0" dirty="0">
                <a:solidFill>
                  <a:prstClr val="black"/>
                </a:solidFill>
              </a:rPr>
              <a:t>7</a:t>
            </a:r>
            <a:r>
              <a:rPr lang="zh-CN" altLang="en-US" sz="2000" b="0" dirty="0">
                <a:solidFill>
                  <a:prstClr val="black"/>
                </a:solidFill>
              </a:rPr>
              <a:t>根地数多</a:t>
            </a:r>
            <a:r>
              <a:rPr lang="en-US" altLang="zh-CN" sz="2000" b="0" dirty="0">
                <a:solidFill>
                  <a:prstClr val="black"/>
                </a:solidFill>
              </a:rPr>
              <a:t>5</a:t>
            </a:r>
            <a:r>
              <a:rPr lang="zh-CN" altLang="en-US" sz="2000" b="0" dirty="0">
                <a:solidFill>
                  <a:prstClr val="black"/>
                </a:solidFill>
              </a:rPr>
              <a:t>根，年年可能有几根胡萝卜。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241" y="828184"/>
            <a:ext cx="3563008" cy="3956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555,&quot;width&quot;:354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</Words>
  <Application>WPS 演示</Application>
  <PresentationFormat>全屏显示(16:9)</PresentationFormat>
  <Paragraphs>47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快速求素数——筛选法</vt:lpstr>
      <vt:lpstr> </vt:lpstr>
      <vt:lpstr>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119</cp:revision>
  <dcterms:created xsi:type="dcterms:W3CDTF">2018-07-03T13:24:00Z</dcterms:created>
  <dcterms:modified xsi:type="dcterms:W3CDTF">2021-10-13T11:04:43Z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228326D4C1D045D88B7C4951CCC025D1</vt:lpwstr>
  </property>
  <property fmtid="{D5CDD505-2E9C-101B-9397-08002B2CF9AE}" pid="3" name="KSOProductBuildVer">
    <vt:lpwstr>2052-11.1.0.10700</vt:lpwstr>
  </property>
</Properties>
</file>