
<file path=[Content_Types].xml><?xml version="1.0" encoding="utf-8"?>
<Types xmlns="http://schemas.openxmlformats.org/package/2006/content-types">
  <Default Extension="jpeg" ContentType="image/jpe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7" r:id="rId3"/>
    <p:sldId id="269" r:id="rId4"/>
    <p:sldId id="293" r:id="rId5"/>
    <p:sldId id="294" r:id="rId6"/>
    <p:sldId id="295" r:id="rId7"/>
    <p:sldId id="296" r:id="rId8"/>
    <p:sldId id="275" r:id="rId9"/>
    <p:sldId id="267" r:id="rId10"/>
    <p:sldId id="280" r:id="rId11"/>
    <p:sldId id="299" r:id="rId12"/>
  </p:sldIdLst>
  <p:sldSz cx="9144000" cy="5143500" type="screen16x9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5" d="100"/>
          <a:sy n="105" d="100"/>
        </p:scale>
        <p:origin x="82" y="115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36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 b="1">
                <a:latin typeface="仿宋" panose="02010609060101010101" pitchFamily="49" charset="-122"/>
                <a:ea typeface="仿宋" panose="02010609060101010101" pitchFamily="49" charset="-122"/>
              </a:defRPr>
            </a:lvl1pPr>
            <a:lvl2pPr>
              <a:defRPr sz="2000" b="1">
                <a:latin typeface="仿宋" panose="02010609060101010101" pitchFamily="49" charset="-122"/>
                <a:ea typeface="仿宋" panose="02010609060101010101" pitchFamily="49" charset="-122"/>
              </a:defRPr>
            </a:lvl2pPr>
            <a:lvl3pPr>
              <a:defRPr sz="1800" b="1">
                <a:latin typeface="仿宋" panose="02010609060101010101" pitchFamily="49" charset="-122"/>
                <a:ea typeface="仿宋" panose="02010609060101010101" pitchFamily="49" charset="-122"/>
              </a:defRPr>
            </a:lvl3pPr>
            <a:lvl4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4pPr>
            <a:lvl5pPr>
              <a:defRPr sz="1600" b="1">
                <a:latin typeface="仿宋" panose="02010609060101010101" pitchFamily="49" charset="-122"/>
                <a:ea typeface="仿宋" panose="02010609060101010101" pitchFamily="49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背景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GI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456" y="771550"/>
            <a:ext cx="5688632" cy="2016973"/>
          </a:xfrm>
          <a:prstGeom prst="rect">
            <a:avLst/>
          </a:prstGeom>
        </p:spPr>
      </p:pic>
      <p:sp>
        <p:nvSpPr>
          <p:cNvPr id="7" name="object 6"/>
          <p:cNvSpPr/>
          <p:nvPr/>
        </p:nvSpPr>
        <p:spPr>
          <a:xfrm>
            <a:off x="1043608" y="2139702"/>
            <a:ext cx="7992888" cy="2232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文本框 1"/>
          <p:cNvSpPr txBox="1"/>
          <p:nvPr/>
        </p:nvSpPr>
        <p:spPr>
          <a:xfrm>
            <a:off x="1743890" y="2353296"/>
            <a:ext cx="63367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18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课时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36104" y="3255826"/>
            <a:ext cx="81003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欧耶欧耶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逻辑运算符</a:t>
            </a:r>
            <a:r>
              <a:rPr lang="en-US" altLang="zh-CN" sz="4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845818"/>
            <a:ext cx="8229600" cy="641226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欧耶欧耶</a:t>
            </a:r>
            <a:r>
              <a:rPr lang="en-US" altLang="zh-CN" sz="2400" dirty="0">
                <a:solidFill>
                  <a:srgbClr val="00B0F0"/>
                </a:solidFill>
              </a:rPr>
              <a:t>——</a:t>
            </a:r>
            <a:r>
              <a:rPr lang="zh-CN" altLang="en-US" sz="2400" dirty="0">
                <a:solidFill>
                  <a:srgbClr val="00B0F0"/>
                </a:solidFill>
              </a:rPr>
              <a:t>逻辑运算符</a:t>
            </a: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8" name="矩形: 圆角 4"/>
          <p:cNvSpPr>
            <a:spLocks noChangeArrowheads="1"/>
          </p:cNvSpPr>
          <p:nvPr/>
        </p:nvSpPr>
        <p:spPr bwMode="auto">
          <a:xfrm>
            <a:off x="2796952" y="1707654"/>
            <a:ext cx="3981441" cy="1984698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indent="756285" algn="just">
              <a:spcAft>
                <a:spcPts val="0"/>
              </a:spcAft>
            </a:pP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试编一个程序，输入一个整数，若是</a:t>
            </a:r>
            <a:r>
              <a:rPr lang="en-US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zh-CN" sz="2800" kern="100">
                <a:effectLst/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的公倍数，则输出“欧耶欧耶”。</a:t>
            </a:r>
            <a:endParaRPr lang="zh-CN" sz="2800" kern="100">
              <a:effectLst/>
              <a:latin typeface="楷体" panose="02010609060101010101" pitchFamily="49" charset="-122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2480" y="2932549"/>
            <a:ext cx="1316336" cy="1760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片 2" descr="图片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45" y="2166620"/>
            <a:ext cx="1795780" cy="1803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7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1920" y="572167"/>
            <a:ext cx="4055276" cy="404812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454759" y="1145681"/>
            <a:ext cx="3744416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  <a:endParaRPr lang="en-US" altLang="zh-CN" dirty="0"/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int</a:t>
            </a:r>
            <a:r>
              <a:rPr lang="en-US" altLang="zh-CN" dirty="0"/>
              <a:t>  n;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请输入一个整数：</a:t>
            </a:r>
            <a:r>
              <a:rPr lang="en-US" altLang="zh-CN" dirty="0"/>
              <a:t>";</a:t>
            </a:r>
            <a:endParaRPr lang="en-US" altLang="zh-CN" dirty="0"/>
          </a:p>
          <a:p>
            <a:r>
              <a:rPr lang="en-US" altLang="zh-CN" dirty="0"/>
              <a:t>  </a:t>
            </a:r>
            <a:r>
              <a:rPr lang="en-US" altLang="zh-CN" dirty="0" err="1"/>
              <a:t>cin</a:t>
            </a:r>
            <a:r>
              <a:rPr lang="en-US" altLang="zh-CN" dirty="0"/>
              <a:t>&gt;&gt;n;</a:t>
            </a:r>
            <a:endParaRPr lang="en-US" altLang="zh-CN" dirty="0"/>
          </a:p>
          <a:p>
            <a:r>
              <a:rPr lang="en-US" altLang="zh-CN" dirty="0"/>
              <a:t>  if(n%3==0)</a:t>
            </a:r>
            <a:endParaRPr lang="en-US" altLang="zh-CN" dirty="0"/>
          </a:p>
          <a:p>
            <a:r>
              <a:rPr lang="en-US" altLang="zh-CN" dirty="0"/>
              <a:t>      if(n%5==0) </a:t>
            </a:r>
            <a:endParaRPr lang="en-US" altLang="zh-CN" dirty="0"/>
          </a:p>
          <a:p>
            <a:r>
              <a:rPr lang="en-US" altLang="zh-CN" dirty="0"/>
              <a:t>        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欧耶欧耶</a:t>
            </a:r>
            <a:r>
              <a:rPr lang="en-US" altLang="zh-CN" dirty="0"/>
              <a:t>"&lt;&lt;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return  0;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object 2"/>
          <p:cNvSpPr/>
          <p:nvPr/>
        </p:nvSpPr>
        <p:spPr>
          <a:xfrm>
            <a:off x="31814" y="36094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矩形 5"/>
          <p:cNvSpPr/>
          <p:nvPr/>
        </p:nvSpPr>
        <p:spPr>
          <a:xfrm>
            <a:off x="457200" y="2453358"/>
            <a:ext cx="5222905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altLang="zh-CN" sz="4800" kern="1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n %3==0 </a:t>
            </a:r>
            <a:r>
              <a:rPr lang="zh-CN" altLang="pt-BR" sz="4800" kern="1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且 </a:t>
            </a:r>
            <a:r>
              <a:rPr lang="pt-BR" altLang="zh-CN" sz="4800" kern="100" dirty="0"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</a:rPr>
              <a:t>n%5==0</a:t>
            </a:r>
            <a:endParaRPr lang="zh-CN" altLang="en-US" sz="4800" dirty="0"/>
          </a:p>
        </p:txBody>
      </p:sp>
      <p:sp>
        <p:nvSpPr>
          <p:cNvPr id="10" name="矩形 9"/>
          <p:cNvSpPr/>
          <p:nvPr/>
        </p:nvSpPr>
        <p:spPr>
          <a:xfrm>
            <a:off x="395536" y="3537098"/>
            <a:ext cx="610295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kern="100" dirty="0">
                <a:latin typeface="Calibri" panose="020F0502020204030204" pitchFamily="34" charset="0"/>
                <a:cs typeface="Times New Roman" panose="02020603050405020304" pitchFamily="18" charset="0"/>
              </a:rPr>
              <a:t>n %3==0 &amp;&amp; n%5==0</a:t>
            </a:r>
            <a:endParaRPr lang="zh-CN" altLang="en-US" sz="5400" dirty="0"/>
          </a:p>
        </p:txBody>
      </p:sp>
      <p:grpSp>
        <p:nvGrpSpPr>
          <p:cNvPr id="4" name="组合 3"/>
          <p:cNvGrpSpPr/>
          <p:nvPr/>
        </p:nvGrpSpPr>
        <p:grpSpPr>
          <a:xfrm>
            <a:off x="457200" y="843558"/>
            <a:ext cx="4899546" cy="1346291"/>
            <a:chOff x="509321" y="1142117"/>
            <a:chExt cx="5505842" cy="1512888"/>
          </a:xfrm>
        </p:grpSpPr>
        <p:grpSp>
          <p:nvGrpSpPr>
            <p:cNvPr id="7" name="组合 33"/>
            <p:cNvGrpSpPr/>
            <p:nvPr/>
          </p:nvGrpSpPr>
          <p:grpSpPr bwMode="auto">
            <a:xfrm>
              <a:off x="4214938" y="1142117"/>
              <a:ext cx="1800225" cy="1512888"/>
              <a:chOff x="194943" y="-24685"/>
              <a:chExt cx="1800200" cy="1512252"/>
            </a:xfrm>
          </p:grpSpPr>
          <p:pic>
            <p:nvPicPr>
              <p:cNvPr id="8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94943" y="-24685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" name="矩形 35"/>
              <p:cNvSpPr/>
              <p:nvPr/>
            </p:nvSpPr>
            <p:spPr>
              <a:xfrm>
                <a:off x="772168" y="336089"/>
                <a:ext cx="646322" cy="646059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3600" noProof="1">
                    <a:latin typeface="黑体" panose="02010609060101010101" pitchFamily="49" charset="-122"/>
                    <a:ea typeface="黑体" panose="02010609060101010101" pitchFamily="49" charset="-122"/>
                  </a:rPr>
                  <a:t>与</a:t>
                </a:r>
                <a:endParaRPr lang="zh-CN" altLang="en-US" sz="3600" noProof="1">
                  <a:effectLst>
                    <a:outerShdw blurRad="38100" dist="38100" dir="2700000">
                      <a:srgbClr val="C0C0C0"/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11" name="组合 33"/>
            <p:cNvGrpSpPr/>
            <p:nvPr/>
          </p:nvGrpSpPr>
          <p:grpSpPr bwMode="auto">
            <a:xfrm>
              <a:off x="2362130" y="1142117"/>
              <a:ext cx="1800225" cy="1512888"/>
              <a:chOff x="0" y="0"/>
              <a:chExt cx="1800200" cy="1512252"/>
            </a:xfrm>
          </p:grpSpPr>
          <p:pic>
            <p:nvPicPr>
              <p:cNvPr id="12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" name="矩形 35"/>
              <p:cNvSpPr/>
              <p:nvPr/>
            </p:nvSpPr>
            <p:spPr>
              <a:xfrm>
                <a:off x="568904" y="360774"/>
                <a:ext cx="646322" cy="646059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3600" noProof="1">
                    <a:latin typeface="黑体" panose="02010609060101010101" pitchFamily="49" charset="-122"/>
                    <a:ea typeface="黑体" panose="02010609060101010101" pitchFamily="49" charset="-122"/>
                  </a:rPr>
                  <a:t>辑</a:t>
                </a:r>
                <a:endParaRPr lang="zh-CN" altLang="en-US" sz="3600" noProof="1">
                  <a:effectLst>
                    <a:outerShdw blurRad="38100" dist="38100" dir="2700000">
                      <a:srgbClr val="C0C0C0"/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  <p:grpSp>
          <p:nvGrpSpPr>
            <p:cNvPr id="14" name="组合 33"/>
            <p:cNvGrpSpPr/>
            <p:nvPr/>
          </p:nvGrpSpPr>
          <p:grpSpPr bwMode="auto">
            <a:xfrm>
              <a:off x="509321" y="1142117"/>
              <a:ext cx="1800225" cy="1512888"/>
              <a:chOff x="0" y="0"/>
              <a:chExt cx="1800200" cy="1512252"/>
            </a:xfrm>
          </p:grpSpPr>
          <p:pic>
            <p:nvPicPr>
              <p:cNvPr id="15" name="Picture 85" descr="png-1449"/>
              <p:cNvPicPr>
                <a:picLocks noChangeAspect="1" noChangeArrowheads="1"/>
              </p:cNvPicPr>
              <p:nvPr/>
            </p:nvPicPr>
            <p:blipFill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0"/>
                <a:ext cx="1800200" cy="15122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" name="矩形 35"/>
              <p:cNvSpPr/>
              <p:nvPr/>
            </p:nvSpPr>
            <p:spPr>
              <a:xfrm>
                <a:off x="560584" y="360774"/>
                <a:ext cx="646322" cy="646059"/>
              </a:xfrm>
              <a:prstGeom prst="rect">
                <a:avLst/>
              </a:prstGeom>
              <a:noFill/>
              <a:ln w="9525">
                <a:noFill/>
                <a:miter/>
              </a:ln>
            </p:spPr>
            <p:txBody>
              <a:bodyPr wrap="none">
                <a:spAutoFit/>
              </a:bodyPr>
              <a:lstStyle/>
              <a:p>
                <a:pPr eaLnBrk="1" hangingPunct="1">
                  <a:defRPr/>
                </a:pPr>
                <a:r>
                  <a:rPr lang="zh-CN" altLang="en-US" sz="3600" noProof="1">
                    <a:latin typeface="黑体" panose="02010609060101010101" pitchFamily="49" charset="-122"/>
                    <a:ea typeface="黑体" panose="02010609060101010101" pitchFamily="49" charset="-122"/>
                  </a:rPr>
                  <a:t>逻</a:t>
                </a:r>
                <a:endParaRPr lang="zh-CN" altLang="en-US" sz="3600" noProof="1">
                  <a:effectLst>
                    <a:outerShdw blurRad="38100" dist="38100" dir="2700000">
                      <a:srgbClr val="C0C0C0"/>
                    </a:outerShdw>
                  </a:effectLst>
                  <a:latin typeface="隶书" panose="02010509060101010101" pitchFamily="49" charset="-122"/>
                  <a:ea typeface="隶书" panose="02010509060101010101" pitchFamily="49" charset="-122"/>
                </a:endParaRPr>
              </a:p>
            </p:txBody>
          </p:sp>
        </p:grpSp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3972" y="1144737"/>
            <a:ext cx="2366023" cy="1724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7878" y="958803"/>
            <a:ext cx="2808312" cy="363461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516518" y="1776723"/>
            <a:ext cx="496855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#include&lt;</a:t>
            </a:r>
            <a:r>
              <a:rPr lang="en-US" altLang="zh-CN" dirty="0" err="1"/>
              <a:t>iostream</a:t>
            </a:r>
            <a:r>
              <a:rPr lang="en-US" altLang="zh-CN" dirty="0"/>
              <a:t>&gt;</a:t>
            </a:r>
            <a:endParaRPr lang="en-US" altLang="zh-CN" dirty="0"/>
          </a:p>
          <a:p>
            <a:r>
              <a:rPr lang="en-US" altLang="zh-CN" dirty="0"/>
              <a:t>using namespace </a:t>
            </a:r>
            <a:r>
              <a:rPr lang="en-US" altLang="zh-CN" dirty="0" err="1"/>
              <a:t>std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 err="1"/>
              <a:t>int</a:t>
            </a:r>
            <a:r>
              <a:rPr lang="en-US" altLang="zh-CN" dirty="0"/>
              <a:t> main()</a:t>
            </a:r>
            <a:endParaRPr lang="en-US" altLang="zh-CN" dirty="0"/>
          </a:p>
          <a:p>
            <a:r>
              <a:rPr lang="en-US" altLang="zh-CN" dirty="0"/>
              <a:t>{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int</a:t>
            </a:r>
            <a:r>
              <a:rPr lang="en-US" altLang="zh-CN" dirty="0"/>
              <a:t>  n;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请输入一个整数：</a:t>
            </a:r>
            <a:r>
              <a:rPr lang="en-US" altLang="zh-CN" dirty="0"/>
              <a:t>";</a:t>
            </a:r>
            <a:endParaRPr lang="en-US" altLang="zh-CN" dirty="0"/>
          </a:p>
          <a:p>
            <a:r>
              <a:rPr lang="en-US" altLang="zh-CN" dirty="0"/>
              <a:t>    </a:t>
            </a:r>
            <a:r>
              <a:rPr lang="en-US" altLang="zh-CN" dirty="0" err="1"/>
              <a:t>cin</a:t>
            </a:r>
            <a:r>
              <a:rPr lang="en-US" altLang="zh-CN" dirty="0"/>
              <a:t>&gt;&gt;n;</a:t>
            </a:r>
            <a:endParaRPr lang="en-US" altLang="zh-CN" dirty="0"/>
          </a:p>
          <a:p>
            <a:r>
              <a:rPr lang="en-US" altLang="zh-CN" dirty="0"/>
              <a:t>    if(n%3==0&amp;&amp;n%5==0) </a:t>
            </a:r>
            <a:r>
              <a:rPr lang="en-US" altLang="zh-CN" dirty="0" err="1"/>
              <a:t>cout</a:t>
            </a:r>
            <a:r>
              <a:rPr lang="en-US" altLang="zh-CN" dirty="0"/>
              <a:t>&lt;&lt;"</a:t>
            </a:r>
            <a:r>
              <a:rPr lang="zh-CN" altLang="en-US" dirty="0"/>
              <a:t>欧耶欧耶</a:t>
            </a:r>
            <a:r>
              <a:rPr lang="en-US" altLang="zh-CN" dirty="0"/>
              <a:t>"&lt;&lt;</a:t>
            </a:r>
            <a:r>
              <a:rPr lang="en-US" altLang="zh-CN" dirty="0" err="1"/>
              <a:t>endl</a:t>
            </a:r>
            <a:r>
              <a:rPr lang="en-US" altLang="zh-CN" dirty="0"/>
              <a:t>;</a:t>
            </a:r>
            <a:endParaRPr lang="en-US" altLang="zh-CN" dirty="0"/>
          </a:p>
          <a:p>
            <a:r>
              <a:rPr lang="en-US" altLang="zh-CN" dirty="0"/>
              <a:t>    return  0;</a:t>
            </a:r>
            <a:endParaRPr lang="en-US" altLang="zh-CN" dirty="0"/>
          </a:p>
          <a:p>
            <a:r>
              <a:rPr lang="en-US" altLang="zh-CN" dirty="0"/>
              <a:t>}</a:t>
            </a:r>
            <a:endParaRPr lang="en-US" altLang="zh-CN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163" y="843558"/>
            <a:ext cx="1811542" cy="204187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18356"/>
            <a:ext cx="8229600" cy="641226"/>
          </a:xfrm>
        </p:spPr>
        <p:txBody>
          <a:bodyPr/>
          <a:lstStyle/>
          <a:p>
            <a:r>
              <a:rPr lang="en-US" altLang="zh-CN" dirty="0"/>
              <a:t> </a:t>
            </a:r>
            <a:endParaRPr lang="zh-CN" altLang="en-US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211568" y="1667681"/>
            <a:ext cx="8613255" cy="286232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逻辑与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solidFill>
                  <a:srgbClr val="C00000"/>
                </a:solidFill>
              </a:rPr>
              <a:t>&amp;&amp;</a:t>
            </a:r>
            <a:r>
              <a:rPr lang="en-US" altLang="zh-CN" sz="2400" b="1" dirty="0"/>
              <a:t>)</a:t>
            </a:r>
            <a:r>
              <a:rPr lang="zh-CN" altLang="en-US" sz="2400" dirty="0"/>
              <a:t>：两个条件都为</a:t>
            </a:r>
            <a:r>
              <a:rPr lang="en-US" altLang="zh-CN" sz="2400" dirty="0"/>
              <a:t>true</a:t>
            </a:r>
            <a:r>
              <a:rPr lang="zh-CN" altLang="en-US" sz="2400" dirty="0"/>
              <a:t>，整个表达式的结果才为</a:t>
            </a:r>
            <a:r>
              <a:rPr lang="en-US" altLang="zh-CN" sz="2400" dirty="0"/>
              <a:t>true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		</a:t>
            </a:r>
            <a:r>
              <a:rPr lang="zh-CN" altLang="en-US" sz="2400" dirty="0"/>
              <a:t>只要有一个条件为</a:t>
            </a:r>
            <a:r>
              <a:rPr lang="en-US" altLang="zh-CN" sz="2400" dirty="0"/>
              <a:t>false</a:t>
            </a:r>
            <a:r>
              <a:rPr lang="zh-CN" altLang="en-US" sz="2400" dirty="0"/>
              <a:t>，结果就为</a:t>
            </a:r>
            <a:r>
              <a:rPr lang="en-US" altLang="zh-CN" sz="2400" dirty="0"/>
              <a:t>false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逻辑或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solidFill>
                  <a:srgbClr val="C00000"/>
                </a:solidFill>
              </a:rPr>
              <a:t>||</a:t>
            </a:r>
            <a:r>
              <a:rPr lang="en-US" altLang="zh-CN" sz="2400" b="1" dirty="0"/>
              <a:t>)</a:t>
            </a:r>
            <a:r>
              <a:rPr lang="zh-CN" altLang="en-US" sz="2400" dirty="0"/>
              <a:t>： 只要有一个条件为</a:t>
            </a:r>
            <a:r>
              <a:rPr lang="en-US" altLang="zh-CN" sz="2400" dirty="0"/>
              <a:t>true</a:t>
            </a:r>
            <a:r>
              <a:rPr lang="zh-CN" altLang="en-US" sz="2400" dirty="0"/>
              <a:t>，结果就为</a:t>
            </a:r>
            <a:r>
              <a:rPr lang="en-US" altLang="zh-CN" sz="2400" dirty="0"/>
              <a:t>true</a:t>
            </a:r>
            <a:r>
              <a:rPr lang="zh-CN" altLang="en-US" sz="2400" dirty="0"/>
              <a:t>；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		</a:t>
            </a:r>
            <a:r>
              <a:rPr lang="zh-CN" altLang="en-US" sz="2400" dirty="0"/>
              <a:t>只有两个条件都为</a:t>
            </a:r>
            <a:r>
              <a:rPr lang="en-US" altLang="zh-CN" sz="2400" dirty="0"/>
              <a:t>false</a:t>
            </a:r>
            <a:r>
              <a:rPr lang="zh-CN" altLang="en-US" sz="2400" dirty="0"/>
              <a:t>，结果才为</a:t>
            </a:r>
            <a:r>
              <a:rPr lang="en-US" altLang="zh-CN" sz="2400" dirty="0"/>
              <a:t>false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>
              <a:lnSpc>
                <a:spcPct val="150000"/>
              </a:lnSpc>
            </a:pPr>
            <a:r>
              <a:rPr lang="zh-CN" altLang="en-US" sz="2400" b="1" dirty="0"/>
              <a:t>逻辑非</a:t>
            </a:r>
            <a:r>
              <a:rPr lang="en-US" altLang="zh-CN" sz="2400" b="1" dirty="0"/>
              <a:t>(</a:t>
            </a:r>
            <a:r>
              <a:rPr lang="en-US" altLang="zh-CN" sz="2400" b="1" dirty="0">
                <a:solidFill>
                  <a:srgbClr val="C00000"/>
                </a:solidFill>
              </a:rPr>
              <a:t>!</a:t>
            </a:r>
            <a:r>
              <a:rPr lang="en-US" altLang="zh-CN" sz="2400" b="1" dirty="0"/>
              <a:t>)</a:t>
            </a:r>
            <a:r>
              <a:rPr lang="zh-CN" altLang="en-US" sz="2400" dirty="0"/>
              <a:t>：  </a:t>
            </a:r>
            <a:r>
              <a:rPr lang="en-US" altLang="zh-CN" sz="2400" dirty="0"/>
              <a:t>!true</a:t>
            </a:r>
            <a:r>
              <a:rPr lang="zh-CN" altLang="en-US" sz="2400" dirty="0"/>
              <a:t>的值为</a:t>
            </a:r>
            <a:r>
              <a:rPr lang="en-US" altLang="zh-CN" sz="2400" dirty="0"/>
              <a:t>false</a:t>
            </a:r>
            <a:r>
              <a:rPr lang="zh-CN" altLang="en-US" sz="2400" dirty="0"/>
              <a:t>，</a:t>
            </a:r>
            <a:r>
              <a:rPr lang="en-US" altLang="zh-CN" sz="2400" dirty="0"/>
              <a:t>!false</a:t>
            </a:r>
            <a:r>
              <a:rPr lang="zh-CN" altLang="en-US" sz="2400" dirty="0"/>
              <a:t>的值为</a:t>
            </a:r>
            <a:r>
              <a:rPr lang="en-US" altLang="zh-CN" sz="2400" dirty="0"/>
              <a:t>true</a:t>
            </a:r>
            <a:r>
              <a:rPr lang="zh-CN" altLang="en-US" sz="2400" dirty="0"/>
              <a:t>。</a:t>
            </a:r>
            <a:endParaRPr lang="zh-CN" altLang="en-US" sz="2400" dirty="0"/>
          </a:p>
        </p:txBody>
      </p:sp>
      <p:sp>
        <p:nvSpPr>
          <p:cNvPr id="3" name="文本框 2"/>
          <p:cNvSpPr txBox="1"/>
          <p:nvPr/>
        </p:nvSpPr>
        <p:spPr>
          <a:xfrm>
            <a:off x="1619672" y="801797"/>
            <a:ext cx="57078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000" dirty="0">
                <a:solidFill>
                  <a:srgbClr val="00B0F0"/>
                </a:solidFill>
              </a:rPr>
              <a:t>非常重要，一定要记住</a:t>
            </a:r>
            <a:endParaRPr lang="zh-CN" altLang="en-US" sz="400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/>
        </p:nvSpPr>
        <p:spPr>
          <a:xfrm>
            <a:off x="78177" y="292367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5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847343"/>
            <a:ext cx="8229600" cy="56921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00B0F0"/>
                </a:solidFill>
              </a:rPr>
              <a:t>编程小词典</a:t>
            </a:r>
            <a:br>
              <a:rPr lang="en-US" altLang="zh-CN" dirty="0">
                <a:solidFill>
                  <a:srgbClr val="00B0F0"/>
                </a:solidFill>
              </a:rPr>
            </a:br>
            <a:endParaRPr lang="zh-CN" altLang="en-US" sz="2400" dirty="0">
              <a:solidFill>
                <a:srgbClr val="00B0F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115616" y="1707654"/>
            <a:ext cx="5904656" cy="1800200"/>
          </a:xfrm>
        </p:spPr>
        <p:txBody>
          <a:bodyPr>
            <a:normAutofit/>
          </a:bodyPr>
          <a:lstStyle/>
          <a:p>
            <a:pPr lvl="1"/>
            <a:r>
              <a:rPr lang="en-US" altLang="zh-CN" sz="2800" dirty="0" err="1"/>
              <a:t>bool</a:t>
            </a:r>
            <a:r>
              <a:rPr lang="en-US" altLang="zh-CN" sz="2800" dirty="0"/>
              <a:t>  </a:t>
            </a:r>
            <a:r>
              <a:rPr lang="zh-CN" altLang="en-US" sz="2800" dirty="0"/>
              <a:t>布尔</a:t>
            </a:r>
            <a:endParaRPr lang="en-US" altLang="zh-CN" sz="2800" dirty="0"/>
          </a:p>
          <a:p>
            <a:pPr lvl="1"/>
            <a:r>
              <a:rPr lang="en-US" altLang="zh-CN" sz="2800" dirty="0"/>
              <a:t>false  </a:t>
            </a:r>
            <a:r>
              <a:rPr lang="zh-CN" altLang="en-US" sz="2800" dirty="0"/>
              <a:t>假</a:t>
            </a:r>
            <a:endParaRPr lang="en-US" altLang="zh-CN" sz="2800" dirty="0"/>
          </a:p>
          <a:p>
            <a:pPr lvl="1"/>
            <a:r>
              <a:rPr lang="en-US" altLang="zh-CN" sz="2800" dirty="0"/>
              <a:t>true   </a:t>
            </a:r>
            <a:r>
              <a:rPr lang="zh-CN" altLang="en-US" sz="2800" dirty="0"/>
              <a:t>真</a:t>
            </a:r>
            <a:endParaRPr lang="zh-CN" altLang="en-US" sz="28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6016" y="1410259"/>
            <a:ext cx="2507197" cy="2316681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/>
          <p:cNvSpPr/>
          <p:nvPr/>
        </p:nvSpPr>
        <p:spPr>
          <a:xfrm>
            <a:off x="31814" y="299985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0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5608" y="699542"/>
            <a:ext cx="3096344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55719" y="1347867"/>
            <a:ext cx="2576122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2000" b="1" dirty="0">
                <a:latin typeface="仿宋" panose="02010609060101010101" pitchFamily="49" charset="-122"/>
                <a:ea typeface="仿宋" panose="02010609060101010101" pitchFamily="49" charset="-122"/>
              </a:rPr>
              <a:t>、选择题</a:t>
            </a:r>
            <a:endParaRPr lang="en-US" altLang="zh-CN" sz="2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判断整数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n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不能被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3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整除的表达式，下列（ ）是错误的。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n%3!=0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(n%3==1 || n%3==2)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!(n%3==0)</a:t>
            </a:r>
            <a:endParaRPr lang="en-US" altLang="zh-CN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342900" indent="-342900">
              <a:lnSpc>
                <a:spcPct val="150000"/>
              </a:lnSpc>
              <a:buFontTx/>
              <a:buAutoNum type="alphaUcPeriod"/>
            </a:pP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(n%3==1 &amp;&amp; n%3==2)</a:t>
            </a:r>
            <a:endParaRPr lang="zh-CN" alt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469634" y="484024"/>
            <a:ext cx="4936302" cy="4248472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/>
              <a:t>2</a:t>
            </a:r>
            <a:r>
              <a:rPr lang="zh-CN" altLang="en-US" sz="2000" dirty="0"/>
              <a:t>、阅读程序写结果。</a:t>
            </a:r>
            <a:endParaRPr lang="en-US" altLang="zh-CN" sz="2000" dirty="0"/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#include &lt;</a:t>
            </a:r>
            <a:r>
              <a:rPr lang="en-US" altLang="zh-CN" sz="1400" b="0" dirty="0" err="1">
                <a:latin typeface="Cambria" panose="02040503050406030204" pitchFamily="18" charset="0"/>
              </a:rPr>
              <a:t>iostream</a:t>
            </a:r>
            <a:r>
              <a:rPr lang="en-US" altLang="zh-CN" sz="1400" b="0" dirty="0">
                <a:latin typeface="Cambria" panose="02040503050406030204" pitchFamily="18" charset="0"/>
              </a:rPr>
              <a:t>&gt;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using namespace </a:t>
            </a:r>
            <a:r>
              <a:rPr lang="en-US" altLang="zh-CN" sz="1400" b="0" dirty="0" err="1">
                <a:latin typeface="Cambria" panose="02040503050406030204" pitchFamily="18" charset="0"/>
              </a:rPr>
              <a:t>std</a:t>
            </a:r>
            <a:r>
              <a:rPr lang="en-US" altLang="zh-CN" sz="1400" b="0" dirty="0">
                <a:latin typeface="Cambria" panose="02040503050406030204" pitchFamily="18" charset="0"/>
              </a:rPr>
              <a:t>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 err="1">
                <a:latin typeface="Cambria" panose="02040503050406030204" pitchFamily="18" charset="0"/>
              </a:rPr>
              <a:t>int</a:t>
            </a:r>
            <a:r>
              <a:rPr lang="en-US" altLang="zh-CN" sz="1400" b="0" dirty="0">
                <a:latin typeface="Cambria" panose="02040503050406030204" pitchFamily="18" charset="0"/>
              </a:rPr>
              <a:t> main()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{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int</a:t>
            </a:r>
            <a:r>
              <a:rPr lang="en-US" altLang="zh-CN" sz="1400" b="0" dirty="0">
                <a:latin typeface="Cambria" panose="02040503050406030204" pitchFamily="18" charset="0"/>
              </a:rPr>
              <a:t>  n;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int</a:t>
            </a:r>
            <a:r>
              <a:rPr lang="en-US" altLang="zh-CN" sz="1400" b="0" dirty="0">
                <a:latin typeface="Cambria" panose="02040503050406030204" pitchFamily="18" charset="0"/>
              </a:rPr>
              <a:t> s=0;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cin</a:t>
            </a:r>
            <a:r>
              <a:rPr lang="en-US" altLang="zh-CN" sz="1400" b="0" dirty="0">
                <a:latin typeface="Cambria" panose="02040503050406030204" pitchFamily="18" charset="0"/>
              </a:rPr>
              <a:t>&gt;&gt;n;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if(n%3==0 || n%5==0)   s++;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cin</a:t>
            </a:r>
            <a:r>
              <a:rPr lang="en-US" altLang="zh-CN" sz="1400" b="0" dirty="0">
                <a:latin typeface="Cambria" panose="02040503050406030204" pitchFamily="18" charset="0"/>
              </a:rPr>
              <a:t>&gt;&gt;n;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if(n%3==0 &amp;&amp; n%5==0)   s++;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cin</a:t>
            </a:r>
            <a:r>
              <a:rPr lang="en-US" altLang="zh-CN" sz="1400" b="0" dirty="0">
                <a:latin typeface="Cambria" panose="02040503050406030204" pitchFamily="18" charset="0"/>
              </a:rPr>
              <a:t>&gt;&gt;n;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if(!(n%5==0))  s++;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</a:t>
            </a:r>
            <a:r>
              <a:rPr lang="en-US" altLang="zh-CN" sz="1400" b="0" dirty="0" err="1">
                <a:latin typeface="Cambria" panose="02040503050406030204" pitchFamily="18" charset="0"/>
              </a:rPr>
              <a:t>cout</a:t>
            </a:r>
            <a:r>
              <a:rPr lang="en-US" altLang="zh-CN" sz="1400" b="0" dirty="0">
                <a:latin typeface="Cambria" panose="02040503050406030204" pitchFamily="18" charset="0"/>
              </a:rPr>
              <a:t>&lt;&lt;s;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      return 0;</a:t>
            </a:r>
            <a:endParaRPr lang="en-US" altLang="zh-CN" sz="1400" b="0" dirty="0">
              <a:latin typeface="Cambria" panose="02040503050406030204" pitchFamily="18" charset="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altLang="zh-CN" sz="1400" b="0" dirty="0">
                <a:latin typeface="Cambria" panose="02040503050406030204" pitchFamily="18" charset="0"/>
              </a:rPr>
              <a:t>}</a:t>
            </a:r>
            <a:endParaRPr lang="en-US" altLang="zh-CN" sz="2000" dirty="0"/>
          </a:p>
        </p:txBody>
      </p:sp>
      <p:sp>
        <p:nvSpPr>
          <p:cNvPr id="8" name="TextBox 7"/>
          <p:cNvSpPr txBox="1"/>
          <p:nvPr/>
        </p:nvSpPr>
        <p:spPr>
          <a:xfrm>
            <a:off x="6588555" y="1804401"/>
            <a:ext cx="1800200" cy="147732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         n         s</a:t>
            </a:r>
            <a:endParaRPr lang="en-US" altLang="zh-CN" dirty="0"/>
          </a:p>
          <a:p>
            <a:r>
              <a:rPr lang="en-US" altLang="zh-CN" dirty="0"/>
              <a:t>----------------------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5203057" y="4012416"/>
            <a:ext cx="27709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         输入：</a:t>
            </a:r>
            <a:r>
              <a:rPr lang="en-US" altLang="zh-CN" dirty="0"/>
              <a:t>15  15  15</a:t>
            </a:r>
            <a:r>
              <a:rPr lang="zh-CN" altLang="en-US" dirty="0"/>
              <a:t>       </a:t>
            </a:r>
            <a:endParaRPr lang="en-US" altLang="zh-CN" dirty="0"/>
          </a:p>
          <a:p>
            <a:r>
              <a:rPr lang="zh-CN" altLang="en-US" dirty="0"/>
              <a:t>         输出</a:t>
            </a:r>
            <a:r>
              <a:rPr lang="en-US" altLang="zh-CN" dirty="0"/>
              <a:t>:____________</a:t>
            </a:r>
            <a:endParaRPr lang="en-US" altLang="zh-C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 animBg="1"/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/>
        </p:nvSpPr>
        <p:spPr>
          <a:xfrm>
            <a:off x="31814" y="289190"/>
            <a:ext cx="9080372" cy="4543313"/>
          </a:xfrm>
          <a:custGeom>
            <a:avLst/>
            <a:gdLst/>
            <a:ahLst/>
            <a:cxnLst/>
            <a:rect l="l" t="t" r="r" b="b"/>
            <a:pathLst>
              <a:path w="10970260" h="5869305">
                <a:moveTo>
                  <a:pt x="10713720" y="5868924"/>
                </a:moveTo>
                <a:lnTo>
                  <a:pt x="256032" y="5868924"/>
                </a:lnTo>
                <a:lnTo>
                  <a:pt x="210025" y="5864912"/>
                </a:lnTo>
                <a:lnTo>
                  <a:pt x="166722" y="5853104"/>
                </a:lnTo>
                <a:lnTo>
                  <a:pt x="126844" y="5834224"/>
                </a:lnTo>
                <a:lnTo>
                  <a:pt x="91115" y="5808994"/>
                </a:lnTo>
                <a:lnTo>
                  <a:pt x="60258" y="5778137"/>
                </a:lnTo>
                <a:lnTo>
                  <a:pt x="34995" y="5742375"/>
                </a:lnTo>
                <a:lnTo>
                  <a:pt x="16049" y="5702432"/>
                </a:lnTo>
                <a:lnTo>
                  <a:pt x="4143" y="5659030"/>
                </a:lnTo>
                <a:lnTo>
                  <a:pt x="0" y="5612892"/>
                </a:lnTo>
                <a:lnTo>
                  <a:pt x="0" y="256031"/>
                </a:lnTo>
                <a:lnTo>
                  <a:pt x="4143" y="210194"/>
                </a:lnTo>
                <a:lnTo>
                  <a:pt x="16049" y="167018"/>
                </a:lnTo>
                <a:lnTo>
                  <a:pt x="34995" y="127225"/>
                </a:lnTo>
                <a:lnTo>
                  <a:pt x="60258" y="91539"/>
                </a:lnTo>
                <a:lnTo>
                  <a:pt x="91115" y="60681"/>
                </a:lnTo>
                <a:lnTo>
                  <a:pt x="126844" y="35376"/>
                </a:lnTo>
                <a:lnTo>
                  <a:pt x="166722" y="16345"/>
                </a:lnTo>
                <a:lnTo>
                  <a:pt x="210025" y="4312"/>
                </a:lnTo>
                <a:lnTo>
                  <a:pt x="256032" y="0"/>
                </a:lnTo>
                <a:lnTo>
                  <a:pt x="10713720" y="0"/>
                </a:lnTo>
                <a:lnTo>
                  <a:pt x="10759726" y="4312"/>
                </a:lnTo>
                <a:lnTo>
                  <a:pt x="10803029" y="16345"/>
                </a:lnTo>
                <a:lnTo>
                  <a:pt x="10842907" y="35376"/>
                </a:lnTo>
                <a:lnTo>
                  <a:pt x="10878636" y="60681"/>
                </a:lnTo>
                <a:lnTo>
                  <a:pt x="10909493" y="91539"/>
                </a:lnTo>
                <a:lnTo>
                  <a:pt x="10934756" y="127225"/>
                </a:lnTo>
                <a:lnTo>
                  <a:pt x="10953702" y="167018"/>
                </a:lnTo>
                <a:lnTo>
                  <a:pt x="10965608" y="210194"/>
                </a:lnTo>
                <a:lnTo>
                  <a:pt x="10969752" y="256031"/>
                </a:lnTo>
                <a:lnTo>
                  <a:pt x="10969752" y="5612892"/>
                </a:lnTo>
                <a:lnTo>
                  <a:pt x="10965608" y="5659030"/>
                </a:lnTo>
                <a:lnTo>
                  <a:pt x="10953702" y="5702432"/>
                </a:lnTo>
                <a:lnTo>
                  <a:pt x="10934756" y="5742375"/>
                </a:lnTo>
                <a:lnTo>
                  <a:pt x="10909493" y="5778137"/>
                </a:lnTo>
                <a:lnTo>
                  <a:pt x="10878636" y="5808994"/>
                </a:lnTo>
                <a:lnTo>
                  <a:pt x="10842907" y="5834224"/>
                </a:lnTo>
                <a:lnTo>
                  <a:pt x="10803029" y="5853104"/>
                </a:lnTo>
                <a:lnTo>
                  <a:pt x="10759726" y="5864912"/>
                </a:lnTo>
                <a:lnTo>
                  <a:pt x="10713720" y="586892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8" name="object 3"/>
          <p:cNvSpPr/>
          <p:nvPr/>
        </p:nvSpPr>
        <p:spPr>
          <a:xfrm>
            <a:off x="107504" y="428533"/>
            <a:ext cx="8824928" cy="4335392"/>
          </a:xfrm>
          <a:custGeom>
            <a:avLst/>
            <a:gdLst/>
            <a:ahLst/>
            <a:cxnLst/>
            <a:rect l="l" t="t" r="r" b="b"/>
            <a:pathLst>
              <a:path w="10661650" h="5600700">
                <a:moveTo>
                  <a:pt x="10490479" y="12699"/>
                </a:moveTo>
                <a:lnTo>
                  <a:pt x="170840" y="12699"/>
                </a:lnTo>
                <a:lnTo>
                  <a:pt x="182841" y="0"/>
                </a:lnTo>
                <a:lnTo>
                  <a:pt x="10478477" y="0"/>
                </a:lnTo>
                <a:lnTo>
                  <a:pt x="10490479" y="12699"/>
                </a:lnTo>
                <a:close/>
              </a:path>
              <a:path w="10661650" h="5600700">
                <a:moveTo>
                  <a:pt x="10513860" y="25399"/>
                </a:moveTo>
                <a:lnTo>
                  <a:pt x="147459" y="25399"/>
                </a:lnTo>
                <a:lnTo>
                  <a:pt x="159004" y="12699"/>
                </a:lnTo>
                <a:lnTo>
                  <a:pt x="10502315" y="12699"/>
                </a:lnTo>
                <a:lnTo>
                  <a:pt x="10513860" y="25399"/>
                </a:lnTo>
                <a:close/>
              </a:path>
              <a:path w="10661650" h="5600700">
                <a:moveTo>
                  <a:pt x="172211" y="50799"/>
                </a:moveTo>
                <a:lnTo>
                  <a:pt x="104533" y="50799"/>
                </a:lnTo>
                <a:lnTo>
                  <a:pt x="114744" y="38099"/>
                </a:lnTo>
                <a:lnTo>
                  <a:pt x="125310" y="25399"/>
                </a:lnTo>
                <a:lnTo>
                  <a:pt x="226250" y="25399"/>
                </a:lnTo>
                <a:lnTo>
                  <a:pt x="220243" y="38099"/>
                </a:lnTo>
                <a:lnTo>
                  <a:pt x="183248" y="38099"/>
                </a:lnTo>
                <a:lnTo>
                  <a:pt x="172211" y="50799"/>
                </a:lnTo>
                <a:close/>
              </a:path>
              <a:path w="10661650" h="5600700">
                <a:moveTo>
                  <a:pt x="10556786" y="50799"/>
                </a:moveTo>
                <a:lnTo>
                  <a:pt x="10489107" y="50799"/>
                </a:lnTo>
                <a:lnTo>
                  <a:pt x="10478071" y="38099"/>
                </a:lnTo>
                <a:lnTo>
                  <a:pt x="10441076" y="38099"/>
                </a:lnTo>
                <a:lnTo>
                  <a:pt x="10435069" y="25399"/>
                </a:lnTo>
                <a:lnTo>
                  <a:pt x="10536008" y="25399"/>
                </a:lnTo>
                <a:lnTo>
                  <a:pt x="10546575" y="38099"/>
                </a:lnTo>
                <a:lnTo>
                  <a:pt x="10556786" y="50799"/>
                </a:lnTo>
                <a:close/>
              </a:path>
              <a:path w="10661650" h="5600700">
                <a:moveTo>
                  <a:pt x="125120" y="76199"/>
                </a:moveTo>
                <a:lnTo>
                  <a:pt x="76212" y="76199"/>
                </a:lnTo>
                <a:lnTo>
                  <a:pt x="85255" y="63499"/>
                </a:lnTo>
                <a:lnTo>
                  <a:pt x="94703" y="50799"/>
                </a:lnTo>
                <a:lnTo>
                  <a:pt x="153263" y="50799"/>
                </a:lnTo>
                <a:lnTo>
                  <a:pt x="143090" y="63499"/>
                </a:lnTo>
                <a:lnTo>
                  <a:pt x="134645" y="63499"/>
                </a:lnTo>
                <a:lnTo>
                  <a:pt x="125120" y="76199"/>
                </a:lnTo>
                <a:close/>
              </a:path>
              <a:path w="10661650" h="5600700">
                <a:moveTo>
                  <a:pt x="10585119" y="76199"/>
                </a:moveTo>
                <a:lnTo>
                  <a:pt x="10536199" y="76199"/>
                </a:lnTo>
                <a:lnTo>
                  <a:pt x="10526674" y="63499"/>
                </a:lnTo>
                <a:lnTo>
                  <a:pt x="10518228" y="63499"/>
                </a:lnTo>
                <a:lnTo>
                  <a:pt x="10508056" y="50799"/>
                </a:lnTo>
                <a:lnTo>
                  <a:pt x="10566615" y="50799"/>
                </a:lnTo>
                <a:lnTo>
                  <a:pt x="10576064" y="63499"/>
                </a:lnTo>
                <a:lnTo>
                  <a:pt x="10585119" y="76199"/>
                </a:lnTo>
                <a:close/>
              </a:path>
              <a:path w="10661650" h="5600700">
                <a:moveTo>
                  <a:pt x="86067" y="114299"/>
                </a:moveTo>
                <a:lnTo>
                  <a:pt x="44411" y="114299"/>
                </a:lnTo>
                <a:lnTo>
                  <a:pt x="51663" y="101599"/>
                </a:lnTo>
                <a:lnTo>
                  <a:pt x="59397" y="88899"/>
                </a:lnTo>
                <a:lnTo>
                  <a:pt x="67589" y="76199"/>
                </a:lnTo>
                <a:lnTo>
                  <a:pt x="117246" y="76199"/>
                </a:lnTo>
                <a:lnTo>
                  <a:pt x="108432" y="88899"/>
                </a:lnTo>
                <a:lnTo>
                  <a:pt x="101193" y="88899"/>
                </a:lnTo>
                <a:lnTo>
                  <a:pt x="93154" y="101599"/>
                </a:lnTo>
                <a:lnTo>
                  <a:pt x="93713" y="101599"/>
                </a:lnTo>
                <a:lnTo>
                  <a:pt x="86067" y="114299"/>
                </a:lnTo>
                <a:close/>
              </a:path>
              <a:path w="10661650" h="5600700">
                <a:moveTo>
                  <a:pt x="10616907" y="114299"/>
                </a:moveTo>
                <a:lnTo>
                  <a:pt x="10575251" y="114299"/>
                </a:lnTo>
                <a:lnTo>
                  <a:pt x="10567606" y="101599"/>
                </a:lnTo>
                <a:lnTo>
                  <a:pt x="10568165" y="101599"/>
                </a:lnTo>
                <a:lnTo>
                  <a:pt x="10560126" y="88899"/>
                </a:lnTo>
                <a:lnTo>
                  <a:pt x="10552887" y="88899"/>
                </a:lnTo>
                <a:lnTo>
                  <a:pt x="10544073" y="76199"/>
                </a:lnTo>
                <a:lnTo>
                  <a:pt x="10593730" y="76199"/>
                </a:lnTo>
                <a:lnTo>
                  <a:pt x="10601921" y="88899"/>
                </a:lnTo>
                <a:lnTo>
                  <a:pt x="10609656" y="101599"/>
                </a:lnTo>
                <a:lnTo>
                  <a:pt x="10616907" y="114299"/>
                </a:lnTo>
                <a:close/>
              </a:path>
              <a:path w="10661650" h="5600700">
                <a:moveTo>
                  <a:pt x="48374" y="177799"/>
                </a:moveTo>
                <a:lnTo>
                  <a:pt x="11658" y="177799"/>
                </a:lnTo>
                <a:lnTo>
                  <a:pt x="15722" y="165099"/>
                </a:lnTo>
                <a:lnTo>
                  <a:pt x="20383" y="152399"/>
                </a:lnTo>
                <a:lnTo>
                  <a:pt x="25603" y="139699"/>
                </a:lnTo>
                <a:lnTo>
                  <a:pt x="31356" y="126999"/>
                </a:lnTo>
                <a:lnTo>
                  <a:pt x="37630" y="114299"/>
                </a:lnTo>
                <a:lnTo>
                  <a:pt x="79882" y="114299"/>
                </a:lnTo>
                <a:lnTo>
                  <a:pt x="73113" y="126999"/>
                </a:lnTo>
                <a:lnTo>
                  <a:pt x="73583" y="126999"/>
                </a:lnTo>
                <a:lnTo>
                  <a:pt x="67259" y="139699"/>
                </a:lnTo>
                <a:lnTo>
                  <a:pt x="67703" y="139699"/>
                </a:lnTo>
                <a:lnTo>
                  <a:pt x="61848" y="152399"/>
                </a:lnTo>
                <a:lnTo>
                  <a:pt x="57251" y="152399"/>
                </a:lnTo>
                <a:lnTo>
                  <a:pt x="52387" y="165099"/>
                </a:lnTo>
                <a:lnTo>
                  <a:pt x="52717" y="165099"/>
                </a:lnTo>
                <a:lnTo>
                  <a:pt x="48374" y="177799"/>
                </a:lnTo>
                <a:close/>
              </a:path>
              <a:path w="10661650" h="5600700">
                <a:moveTo>
                  <a:pt x="10649661" y="177799"/>
                </a:moveTo>
                <a:lnTo>
                  <a:pt x="10612945" y="177799"/>
                </a:lnTo>
                <a:lnTo>
                  <a:pt x="10608602" y="165099"/>
                </a:lnTo>
                <a:lnTo>
                  <a:pt x="10608932" y="165099"/>
                </a:lnTo>
                <a:lnTo>
                  <a:pt x="10604068" y="152399"/>
                </a:lnTo>
                <a:lnTo>
                  <a:pt x="10599470" y="152399"/>
                </a:lnTo>
                <a:lnTo>
                  <a:pt x="10593616" y="139699"/>
                </a:lnTo>
                <a:lnTo>
                  <a:pt x="10594060" y="139699"/>
                </a:lnTo>
                <a:lnTo>
                  <a:pt x="10587736" y="126999"/>
                </a:lnTo>
                <a:lnTo>
                  <a:pt x="10588205" y="126999"/>
                </a:lnTo>
                <a:lnTo>
                  <a:pt x="10581436" y="114299"/>
                </a:lnTo>
                <a:lnTo>
                  <a:pt x="10623689" y="114299"/>
                </a:lnTo>
                <a:lnTo>
                  <a:pt x="10629963" y="126999"/>
                </a:lnTo>
                <a:lnTo>
                  <a:pt x="10635716" y="139699"/>
                </a:lnTo>
                <a:lnTo>
                  <a:pt x="10640936" y="152399"/>
                </a:lnTo>
                <a:lnTo>
                  <a:pt x="10645597" y="165099"/>
                </a:lnTo>
                <a:lnTo>
                  <a:pt x="10649661" y="177799"/>
                </a:lnTo>
                <a:close/>
              </a:path>
              <a:path w="10661650" h="5600700">
                <a:moveTo>
                  <a:pt x="44843" y="190499"/>
                </a:moveTo>
                <a:lnTo>
                  <a:pt x="8115" y="190499"/>
                </a:lnTo>
                <a:lnTo>
                  <a:pt x="9791" y="177799"/>
                </a:lnTo>
                <a:lnTo>
                  <a:pt x="48666" y="177799"/>
                </a:lnTo>
                <a:lnTo>
                  <a:pt x="44843" y="190499"/>
                </a:lnTo>
                <a:close/>
              </a:path>
              <a:path w="10661650" h="5600700">
                <a:moveTo>
                  <a:pt x="10653204" y="190499"/>
                </a:moveTo>
                <a:lnTo>
                  <a:pt x="10616476" y="190499"/>
                </a:lnTo>
                <a:lnTo>
                  <a:pt x="10612653" y="177799"/>
                </a:lnTo>
                <a:lnTo>
                  <a:pt x="10651528" y="177799"/>
                </a:lnTo>
                <a:lnTo>
                  <a:pt x="10653204" y="190499"/>
                </a:lnTo>
                <a:close/>
              </a:path>
              <a:path w="10661650" h="5600700">
                <a:moveTo>
                  <a:pt x="41884" y="203199"/>
                </a:moveTo>
                <a:lnTo>
                  <a:pt x="5207" y="203199"/>
                </a:lnTo>
                <a:lnTo>
                  <a:pt x="6578" y="190499"/>
                </a:lnTo>
                <a:lnTo>
                  <a:pt x="43446" y="190499"/>
                </a:lnTo>
                <a:lnTo>
                  <a:pt x="41884" y="203199"/>
                </a:lnTo>
                <a:close/>
              </a:path>
              <a:path w="10661650" h="5600700">
                <a:moveTo>
                  <a:pt x="10656112" y="203199"/>
                </a:moveTo>
                <a:lnTo>
                  <a:pt x="10619435" y="203199"/>
                </a:lnTo>
                <a:lnTo>
                  <a:pt x="10617873" y="190499"/>
                </a:lnTo>
                <a:lnTo>
                  <a:pt x="10654741" y="190499"/>
                </a:lnTo>
                <a:lnTo>
                  <a:pt x="10656112" y="203199"/>
                </a:lnTo>
                <a:close/>
              </a:path>
              <a:path w="10661650" h="5600700">
                <a:moveTo>
                  <a:pt x="38328" y="215899"/>
                </a:moveTo>
                <a:lnTo>
                  <a:pt x="2908" y="215899"/>
                </a:lnTo>
                <a:lnTo>
                  <a:pt x="3975" y="203199"/>
                </a:lnTo>
                <a:lnTo>
                  <a:pt x="39458" y="203199"/>
                </a:lnTo>
                <a:lnTo>
                  <a:pt x="38328" y="215899"/>
                </a:lnTo>
                <a:close/>
              </a:path>
              <a:path w="10661650" h="5600700">
                <a:moveTo>
                  <a:pt x="10658411" y="215899"/>
                </a:moveTo>
                <a:lnTo>
                  <a:pt x="10622991" y="215899"/>
                </a:lnTo>
                <a:lnTo>
                  <a:pt x="10621860" y="203199"/>
                </a:lnTo>
                <a:lnTo>
                  <a:pt x="10657344" y="203199"/>
                </a:lnTo>
                <a:lnTo>
                  <a:pt x="10658411" y="215899"/>
                </a:lnTo>
                <a:close/>
              </a:path>
              <a:path w="10661650" h="5600700">
                <a:moveTo>
                  <a:pt x="36626" y="228599"/>
                </a:moveTo>
                <a:lnTo>
                  <a:pt x="1257" y="228599"/>
                </a:lnTo>
                <a:lnTo>
                  <a:pt x="2006" y="215899"/>
                </a:lnTo>
                <a:lnTo>
                  <a:pt x="37465" y="215899"/>
                </a:lnTo>
                <a:lnTo>
                  <a:pt x="36626" y="228599"/>
                </a:lnTo>
                <a:close/>
              </a:path>
              <a:path w="10661650" h="5600700">
                <a:moveTo>
                  <a:pt x="10660062" y="228599"/>
                </a:moveTo>
                <a:lnTo>
                  <a:pt x="10624692" y="228599"/>
                </a:lnTo>
                <a:lnTo>
                  <a:pt x="10623854" y="215899"/>
                </a:lnTo>
                <a:lnTo>
                  <a:pt x="10659313" y="215899"/>
                </a:lnTo>
                <a:lnTo>
                  <a:pt x="10660062" y="228599"/>
                </a:lnTo>
                <a:close/>
              </a:path>
              <a:path w="10661650" h="5600700">
                <a:moveTo>
                  <a:pt x="35483" y="241299"/>
                </a:moveTo>
                <a:lnTo>
                  <a:pt x="254" y="241299"/>
                </a:lnTo>
                <a:lnTo>
                  <a:pt x="673" y="228599"/>
                </a:lnTo>
                <a:lnTo>
                  <a:pt x="36029" y="228599"/>
                </a:lnTo>
                <a:lnTo>
                  <a:pt x="35483" y="241299"/>
                </a:lnTo>
                <a:close/>
              </a:path>
              <a:path w="10661650" h="5600700">
                <a:moveTo>
                  <a:pt x="10661065" y="241299"/>
                </a:moveTo>
                <a:lnTo>
                  <a:pt x="10625836" y="241299"/>
                </a:lnTo>
                <a:lnTo>
                  <a:pt x="10625289" y="228599"/>
                </a:lnTo>
                <a:lnTo>
                  <a:pt x="10660646" y="228599"/>
                </a:lnTo>
                <a:lnTo>
                  <a:pt x="10661065" y="241299"/>
                </a:lnTo>
                <a:close/>
              </a:path>
              <a:path w="10661650" h="5600700">
                <a:moveTo>
                  <a:pt x="34912" y="5346700"/>
                </a:moveTo>
                <a:lnTo>
                  <a:pt x="0" y="5346700"/>
                </a:lnTo>
                <a:lnTo>
                  <a:pt x="0" y="241299"/>
                </a:lnTo>
                <a:lnTo>
                  <a:pt x="35140" y="241299"/>
                </a:lnTo>
                <a:lnTo>
                  <a:pt x="34899" y="253999"/>
                </a:lnTo>
                <a:lnTo>
                  <a:pt x="34912" y="5346700"/>
                </a:lnTo>
                <a:close/>
              </a:path>
              <a:path w="10661650" h="5600700">
                <a:moveTo>
                  <a:pt x="10661319" y="5346700"/>
                </a:moveTo>
                <a:lnTo>
                  <a:pt x="10626407" y="5346700"/>
                </a:lnTo>
                <a:lnTo>
                  <a:pt x="10626483" y="254000"/>
                </a:lnTo>
                <a:lnTo>
                  <a:pt x="10626178" y="241299"/>
                </a:lnTo>
                <a:lnTo>
                  <a:pt x="10661319" y="241299"/>
                </a:lnTo>
                <a:lnTo>
                  <a:pt x="10661319" y="5346700"/>
                </a:lnTo>
                <a:close/>
              </a:path>
              <a:path w="10661650" h="5600700">
                <a:moveTo>
                  <a:pt x="36677" y="5372100"/>
                </a:moveTo>
                <a:lnTo>
                  <a:pt x="1257" y="5372100"/>
                </a:lnTo>
                <a:lnTo>
                  <a:pt x="673" y="5359400"/>
                </a:lnTo>
                <a:lnTo>
                  <a:pt x="254" y="5346700"/>
                </a:lnTo>
                <a:lnTo>
                  <a:pt x="35115" y="5346700"/>
                </a:lnTo>
                <a:lnTo>
                  <a:pt x="35509" y="5359400"/>
                </a:lnTo>
                <a:lnTo>
                  <a:pt x="35979" y="5359400"/>
                </a:lnTo>
                <a:lnTo>
                  <a:pt x="36677" y="5372100"/>
                </a:lnTo>
                <a:close/>
              </a:path>
              <a:path w="10661650" h="5600700">
                <a:moveTo>
                  <a:pt x="10660062" y="5372100"/>
                </a:moveTo>
                <a:lnTo>
                  <a:pt x="10624642" y="5372100"/>
                </a:lnTo>
                <a:lnTo>
                  <a:pt x="10625340" y="5359400"/>
                </a:lnTo>
                <a:lnTo>
                  <a:pt x="10625810" y="5359400"/>
                </a:lnTo>
                <a:lnTo>
                  <a:pt x="10626204" y="5346700"/>
                </a:lnTo>
                <a:lnTo>
                  <a:pt x="10661065" y="5346700"/>
                </a:lnTo>
                <a:lnTo>
                  <a:pt x="10660646" y="5359400"/>
                </a:lnTo>
                <a:lnTo>
                  <a:pt x="10660062" y="5372100"/>
                </a:lnTo>
                <a:close/>
              </a:path>
              <a:path w="10661650" h="5600700">
                <a:moveTo>
                  <a:pt x="38404" y="5384800"/>
                </a:moveTo>
                <a:lnTo>
                  <a:pt x="2908" y="5384800"/>
                </a:lnTo>
                <a:lnTo>
                  <a:pt x="2006" y="5372100"/>
                </a:lnTo>
                <a:lnTo>
                  <a:pt x="37401" y="5372100"/>
                </a:lnTo>
                <a:lnTo>
                  <a:pt x="38404" y="5384800"/>
                </a:lnTo>
                <a:close/>
              </a:path>
              <a:path w="10661650" h="5600700">
                <a:moveTo>
                  <a:pt x="10658411" y="5384800"/>
                </a:moveTo>
                <a:lnTo>
                  <a:pt x="10622915" y="5384800"/>
                </a:lnTo>
                <a:lnTo>
                  <a:pt x="10623918" y="5372100"/>
                </a:lnTo>
                <a:lnTo>
                  <a:pt x="10659313" y="5372100"/>
                </a:lnTo>
                <a:lnTo>
                  <a:pt x="10658411" y="5384800"/>
                </a:lnTo>
                <a:close/>
              </a:path>
              <a:path w="10661650" h="5600700">
                <a:moveTo>
                  <a:pt x="41986" y="5397500"/>
                </a:moveTo>
                <a:lnTo>
                  <a:pt x="5207" y="5397500"/>
                </a:lnTo>
                <a:lnTo>
                  <a:pt x="3975" y="5384800"/>
                </a:lnTo>
                <a:lnTo>
                  <a:pt x="40563" y="5384800"/>
                </a:lnTo>
                <a:lnTo>
                  <a:pt x="41986" y="5397500"/>
                </a:lnTo>
                <a:close/>
              </a:path>
              <a:path w="10661650" h="5600700">
                <a:moveTo>
                  <a:pt x="10656112" y="5397500"/>
                </a:moveTo>
                <a:lnTo>
                  <a:pt x="10619333" y="5397500"/>
                </a:lnTo>
                <a:lnTo>
                  <a:pt x="10620756" y="5384800"/>
                </a:lnTo>
                <a:lnTo>
                  <a:pt x="10657344" y="5384800"/>
                </a:lnTo>
                <a:lnTo>
                  <a:pt x="10656112" y="5397500"/>
                </a:lnTo>
                <a:close/>
              </a:path>
              <a:path w="10661650" h="5600700">
                <a:moveTo>
                  <a:pt x="45034" y="5410200"/>
                </a:moveTo>
                <a:lnTo>
                  <a:pt x="8115" y="5410200"/>
                </a:lnTo>
                <a:lnTo>
                  <a:pt x="6578" y="5397500"/>
                </a:lnTo>
                <a:lnTo>
                  <a:pt x="43332" y="5397500"/>
                </a:lnTo>
                <a:lnTo>
                  <a:pt x="45034" y="5410200"/>
                </a:lnTo>
                <a:close/>
              </a:path>
              <a:path w="10661650" h="5600700">
                <a:moveTo>
                  <a:pt x="10653204" y="5410200"/>
                </a:moveTo>
                <a:lnTo>
                  <a:pt x="10616285" y="5410200"/>
                </a:lnTo>
                <a:lnTo>
                  <a:pt x="10617987" y="5397500"/>
                </a:lnTo>
                <a:lnTo>
                  <a:pt x="10654741" y="5397500"/>
                </a:lnTo>
                <a:lnTo>
                  <a:pt x="10653204" y="5410200"/>
                </a:lnTo>
                <a:close/>
              </a:path>
              <a:path w="10661650" h="5600700">
                <a:moveTo>
                  <a:pt x="48666" y="5422900"/>
                </a:moveTo>
                <a:lnTo>
                  <a:pt x="11658" y="5422900"/>
                </a:lnTo>
                <a:lnTo>
                  <a:pt x="9791" y="5410200"/>
                </a:lnTo>
                <a:lnTo>
                  <a:pt x="44843" y="5410200"/>
                </a:lnTo>
                <a:lnTo>
                  <a:pt x="48666" y="5422900"/>
                </a:lnTo>
                <a:close/>
              </a:path>
              <a:path w="10661650" h="5600700">
                <a:moveTo>
                  <a:pt x="10649661" y="5422900"/>
                </a:moveTo>
                <a:lnTo>
                  <a:pt x="10612653" y="5422900"/>
                </a:lnTo>
                <a:lnTo>
                  <a:pt x="10616476" y="5410200"/>
                </a:lnTo>
                <a:lnTo>
                  <a:pt x="10651528" y="5410200"/>
                </a:lnTo>
                <a:lnTo>
                  <a:pt x="10649661" y="5422900"/>
                </a:lnTo>
                <a:close/>
              </a:path>
              <a:path w="10661650" h="5600700">
                <a:moveTo>
                  <a:pt x="101193" y="5499100"/>
                </a:moveTo>
                <a:lnTo>
                  <a:pt x="51663" y="5499100"/>
                </a:lnTo>
                <a:lnTo>
                  <a:pt x="44411" y="5486400"/>
                </a:lnTo>
                <a:lnTo>
                  <a:pt x="25603" y="5448300"/>
                </a:lnTo>
                <a:lnTo>
                  <a:pt x="15722" y="5422900"/>
                </a:lnTo>
                <a:lnTo>
                  <a:pt x="52387" y="5422900"/>
                </a:lnTo>
                <a:lnTo>
                  <a:pt x="57251" y="5435600"/>
                </a:lnTo>
                <a:lnTo>
                  <a:pt x="56883" y="5435600"/>
                </a:lnTo>
                <a:lnTo>
                  <a:pt x="62255" y="5448300"/>
                </a:lnTo>
                <a:lnTo>
                  <a:pt x="61848" y="5448300"/>
                </a:lnTo>
                <a:lnTo>
                  <a:pt x="67703" y="5461000"/>
                </a:lnTo>
                <a:lnTo>
                  <a:pt x="73113" y="5461000"/>
                </a:lnTo>
                <a:lnTo>
                  <a:pt x="79882" y="5473700"/>
                </a:lnTo>
                <a:lnTo>
                  <a:pt x="79387" y="5473700"/>
                </a:lnTo>
                <a:lnTo>
                  <a:pt x="86601" y="5486400"/>
                </a:lnTo>
                <a:lnTo>
                  <a:pt x="93154" y="5486400"/>
                </a:lnTo>
                <a:lnTo>
                  <a:pt x="101193" y="5499100"/>
                </a:lnTo>
                <a:close/>
              </a:path>
              <a:path w="10661650" h="5600700">
                <a:moveTo>
                  <a:pt x="10609656" y="5499100"/>
                </a:moveTo>
                <a:lnTo>
                  <a:pt x="10560126" y="5499100"/>
                </a:lnTo>
                <a:lnTo>
                  <a:pt x="10568165" y="5486400"/>
                </a:lnTo>
                <a:lnTo>
                  <a:pt x="10574718" y="5486400"/>
                </a:lnTo>
                <a:lnTo>
                  <a:pt x="10581932" y="5473700"/>
                </a:lnTo>
                <a:lnTo>
                  <a:pt x="10581436" y="5473700"/>
                </a:lnTo>
                <a:lnTo>
                  <a:pt x="10588205" y="5461000"/>
                </a:lnTo>
                <a:lnTo>
                  <a:pt x="10593616" y="5461000"/>
                </a:lnTo>
                <a:lnTo>
                  <a:pt x="10599470" y="5448300"/>
                </a:lnTo>
                <a:lnTo>
                  <a:pt x="10599064" y="5448300"/>
                </a:lnTo>
                <a:lnTo>
                  <a:pt x="10604436" y="5435600"/>
                </a:lnTo>
                <a:lnTo>
                  <a:pt x="10604068" y="5435600"/>
                </a:lnTo>
                <a:lnTo>
                  <a:pt x="10608932" y="5422900"/>
                </a:lnTo>
                <a:lnTo>
                  <a:pt x="10645597" y="5422900"/>
                </a:lnTo>
                <a:lnTo>
                  <a:pt x="10629963" y="5461000"/>
                </a:lnTo>
                <a:lnTo>
                  <a:pt x="10616907" y="5486400"/>
                </a:lnTo>
                <a:lnTo>
                  <a:pt x="10609656" y="5499100"/>
                </a:lnTo>
                <a:close/>
              </a:path>
              <a:path w="10661650" h="5600700">
                <a:moveTo>
                  <a:pt x="143814" y="5537200"/>
                </a:moveTo>
                <a:lnTo>
                  <a:pt x="85255" y="5537200"/>
                </a:lnTo>
                <a:lnTo>
                  <a:pt x="76212" y="5524500"/>
                </a:lnTo>
                <a:lnTo>
                  <a:pt x="67589" y="5511800"/>
                </a:lnTo>
                <a:lnTo>
                  <a:pt x="59397" y="5499100"/>
                </a:lnTo>
                <a:lnTo>
                  <a:pt x="100609" y="5499100"/>
                </a:lnTo>
                <a:lnTo>
                  <a:pt x="109042" y="5511800"/>
                </a:lnTo>
                <a:lnTo>
                  <a:pt x="116611" y="5511800"/>
                </a:lnTo>
                <a:lnTo>
                  <a:pt x="125780" y="5524500"/>
                </a:lnTo>
                <a:lnTo>
                  <a:pt x="133946" y="5524500"/>
                </a:lnTo>
                <a:lnTo>
                  <a:pt x="143814" y="5537200"/>
                </a:lnTo>
                <a:close/>
              </a:path>
              <a:path w="10661650" h="5600700">
                <a:moveTo>
                  <a:pt x="10576064" y="5537200"/>
                </a:moveTo>
                <a:lnTo>
                  <a:pt x="10517505" y="5537200"/>
                </a:lnTo>
                <a:lnTo>
                  <a:pt x="10527372" y="5524500"/>
                </a:lnTo>
                <a:lnTo>
                  <a:pt x="10535539" y="5524500"/>
                </a:lnTo>
                <a:lnTo>
                  <a:pt x="10544708" y="5511800"/>
                </a:lnTo>
                <a:lnTo>
                  <a:pt x="10552277" y="5511800"/>
                </a:lnTo>
                <a:lnTo>
                  <a:pt x="10560710" y="5499100"/>
                </a:lnTo>
                <a:lnTo>
                  <a:pt x="10601921" y="5499100"/>
                </a:lnTo>
                <a:lnTo>
                  <a:pt x="10593730" y="5511800"/>
                </a:lnTo>
                <a:lnTo>
                  <a:pt x="10585119" y="5524500"/>
                </a:lnTo>
                <a:lnTo>
                  <a:pt x="10576064" y="5537200"/>
                </a:lnTo>
                <a:close/>
              </a:path>
              <a:path w="10661650" h="5600700">
                <a:moveTo>
                  <a:pt x="172999" y="5549900"/>
                </a:moveTo>
                <a:lnTo>
                  <a:pt x="104533" y="5549900"/>
                </a:lnTo>
                <a:lnTo>
                  <a:pt x="94703" y="5537200"/>
                </a:lnTo>
                <a:lnTo>
                  <a:pt x="162229" y="5537200"/>
                </a:lnTo>
                <a:lnTo>
                  <a:pt x="172999" y="5549900"/>
                </a:lnTo>
                <a:close/>
              </a:path>
              <a:path w="10661650" h="5600700">
                <a:moveTo>
                  <a:pt x="10556786" y="5549900"/>
                </a:moveTo>
                <a:lnTo>
                  <a:pt x="10488320" y="5549900"/>
                </a:lnTo>
                <a:lnTo>
                  <a:pt x="10499090" y="5537200"/>
                </a:lnTo>
                <a:lnTo>
                  <a:pt x="10566615" y="5537200"/>
                </a:lnTo>
                <a:lnTo>
                  <a:pt x="10556786" y="5549900"/>
                </a:lnTo>
                <a:close/>
              </a:path>
              <a:path w="10661650" h="5600700">
                <a:moveTo>
                  <a:pt x="198856" y="5562600"/>
                </a:moveTo>
                <a:lnTo>
                  <a:pt x="125310" y="5562600"/>
                </a:lnTo>
                <a:lnTo>
                  <a:pt x="114744" y="5549900"/>
                </a:lnTo>
                <a:lnTo>
                  <a:pt x="193116" y="5549900"/>
                </a:lnTo>
                <a:lnTo>
                  <a:pt x="198856" y="5562600"/>
                </a:lnTo>
                <a:close/>
              </a:path>
              <a:path w="10661650" h="5600700">
                <a:moveTo>
                  <a:pt x="10536008" y="5562600"/>
                </a:moveTo>
                <a:lnTo>
                  <a:pt x="10462463" y="5562600"/>
                </a:lnTo>
                <a:lnTo>
                  <a:pt x="10468203" y="5549900"/>
                </a:lnTo>
                <a:lnTo>
                  <a:pt x="10546575" y="5549900"/>
                </a:lnTo>
                <a:lnTo>
                  <a:pt x="10536008" y="5562600"/>
                </a:lnTo>
                <a:close/>
              </a:path>
              <a:path w="10661650" h="5600700">
                <a:moveTo>
                  <a:pt x="10513860" y="5575300"/>
                </a:moveTo>
                <a:lnTo>
                  <a:pt x="147459" y="5575300"/>
                </a:lnTo>
                <a:lnTo>
                  <a:pt x="136220" y="5562600"/>
                </a:lnTo>
                <a:lnTo>
                  <a:pt x="10525099" y="5562600"/>
                </a:lnTo>
                <a:lnTo>
                  <a:pt x="10513860" y="5575300"/>
                </a:lnTo>
                <a:close/>
              </a:path>
              <a:path w="10661650" h="5600700">
                <a:moveTo>
                  <a:pt x="10490479" y="5588000"/>
                </a:moveTo>
                <a:lnTo>
                  <a:pt x="170840" y="5588000"/>
                </a:lnTo>
                <a:lnTo>
                  <a:pt x="159004" y="5575300"/>
                </a:lnTo>
                <a:lnTo>
                  <a:pt x="10502315" y="5575300"/>
                </a:lnTo>
                <a:lnTo>
                  <a:pt x="10490479" y="5588000"/>
                </a:lnTo>
                <a:close/>
              </a:path>
              <a:path w="10661650" h="5600700">
                <a:moveTo>
                  <a:pt x="10453395" y="5600700"/>
                </a:moveTo>
                <a:lnTo>
                  <a:pt x="207924" y="5600700"/>
                </a:lnTo>
                <a:lnTo>
                  <a:pt x="201587" y="5588000"/>
                </a:lnTo>
                <a:lnTo>
                  <a:pt x="10459732" y="5588000"/>
                </a:lnTo>
                <a:lnTo>
                  <a:pt x="10453395" y="5600700"/>
                </a:lnTo>
                <a:close/>
              </a:path>
            </a:pathLst>
          </a:custGeom>
          <a:solidFill>
            <a:srgbClr val="36A9E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546229"/>
            <a:ext cx="3672408" cy="857250"/>
          </a:xfrm>
        </p:spPr>
        <p:txBody>
          <a:bodyPr/>
          <a:lstStyle/>
          <a:p>
            <a:r>
              <a:rPr lang="zh-CN" altLang="en-US" dirty="0">
                <a:solidFill>
                  <a:srgbClr val="00B0F0"/>
                </a:solidFill>
              </a:rPr>
              <a:t>课后作业</a:t>
            </a:r>
            <a:endParaRPr lang="zh-CN" altLang="en-US" dirty="0">
              <a:solidFill>
                <a:srgbClr val="00B0F0"/>
              </a:solidFill>
            </a:endParaRPr>
          </a:p>
        </p:txBody>
      </p:sp>
      <p:sp>
        <p:nvSpPr>
          <p:cNvPr id="6" name="内容占位符 2"/>
          <p:cNvSpPr txBox="1"/>
          <p:nvPr/>
        </p:nvSpPr>
        <p:spPr>
          <a:xfrm>
            <a:off x="683568" y="1281993"/>
            <a:ext cx="2808312" cy="33843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1600" b="1" kern="120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sz="2000" dirty="0">
                <a:solidFill>
                  <a:prstClr val="black"/>
                </a:solidFill>
              </a:rPr>
              <a:t>3</a:t>
            </a:r>
            <a:r>
              <a:rPr lang="zh-CN" altLang="en-US" sz="2000" dirty="0">
                <a:solidFill>
                  <a:prstClr val="black"/>
                </a:solidFill>
              </a:rPr>
              <a:t>、完善程序。</a:t>
            </a:r>
            <a:endParaRPr lang="en-US" altLang="zh-CN" sz="1800" dirty="0">
              <a:solidFill>
                <a:prstClr val="black"/>
              </a:solidFill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1800" b="0" dirty="0">
                <a:solidFill>
                  <a:prstClr val="black"/>
                </a:solidFill>
              </a:rPr>
              <a:t>再模拟“蘑菇庄园”登录，输入正确的用户名和密码，输出欢迎语句“亲爱的小朋友，欢迎你！”，否则提示“用户名或密码不正确！”。</a:t>
            </a:r>
            <a:endParaRPr lang="en-US" altLang="zh-CN" sz="2000" b="0" dirty="0">
              <a:solidFill>
                <a:prstClr val="black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4208637" y="503348"/>
            <a:ext cx="4511094" cy="418576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 &lt;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iostream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#include&lt;string&gt;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namespace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std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main()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USER=201701;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string PWD="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gcy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#*123";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user;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string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pwd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zh-CN" altLang="en-US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用户名：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________________;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zh-CN" altLang="en-US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密码：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cin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pwd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if(____________________)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zh-CN" altLang="en-US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亲爱的小朋友，欢迎你！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else 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US" altLang="zh-CN" sz="1400" dirty="0" err="1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cout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&lt;&lt;"</a:t>
            </a:r>
            <a:r>
              <a:rPr lang="zh-CN" altLang="en-US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用户名或密码不正确</a:t>
            </a:r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return 0;</a:t>
            </a:r>
            <a:endParaRPr lang="en-US" altLang="zh-CN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1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1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3"/>
          <p:cNvSpPr/>
          <p:nvPr/>
        </p:nvSpPr>
        <p:spPr>
          <a:xfrm>
            <a:off x="4067943" y="313756"/>
            <a:ext cx="4012253" cy="2458678"/>
          </a:xfrm>
          <a:prstGeom prst="rect">
            <a:avLst/>
          </a:prstGeom>
          <a:blipFill>
            <a:blip r:embed="rId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4"/>
          <p:cNvSpPr txBox="1">
            <a:spLocks noGrp="1"/>
          </p:cNvSpPr>
          <p:nvPr>
            <p:ph type="title"/>
          </p:nvPr>
        </p:nvSpPr>
        <p:spPr>
          <a:xfrm>
            <a:off x="4283968" y="915566"/>
            <a:ext cx="4012253" cy="112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dirty="0" err="1">
                <a:solidFill>
                  <a:srgbClr val="00B0F0"/>
                </a:solidFill>
              </a:rPr>
              <a:t>下课</a:t>
            </a:r>
            <a:r>
              <a:rPr lang="zh-CN" altLang="en-US" sz="7200" dirty="0">
                <a:solidFill>
                  <a:srgbClr val="00B0F0"/>
                </a:solidFill>
              </a:rPr>
              <a:t>啦</a:t>
            </a:r>
            <a:r>
              <a:rPr sz="7200" dirty="0">
                <a:solidFill>
                  <a:srgbClr val="00B0F0"/>
                </a:solidFill>
              </a:rPr>
              <a:t>！</a:t>
            </a:r>
            <a:endParaRPr sz="7200" dirty="0">
              <a:solidFill>
                <a:srgbClr val="00B0F0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8524" y="1744580"/>
            <a:ext cx="3697191" cy="340428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1446</Words>
  <Application>WPS 演示</Application>
  <PresentationFormat>全屏显示(16:9)</PresentationFormat>
  <Paragraphs>124</Paragraphs>
  <Slides>10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3" baseType="lpstr">
      <vt:lpstr>Arial</vt:lpstr>
      <vt:lpstr>宋体</vt:lpstr>
      <vt:lpstr>Wingdings</vt:lpstr>
      <vt:lpstr>黑体</vt:lpstr>
      <vt:lpstr>仿宋</vt:lpstr>
      <vt:lpstr>微软雅黑</vt:lpstr>
      <vt:lpstr>楷体</vt:lpstr>
      <vt:lpstr>Times New Roman</vt:lpstr>
      <vt:lpstr>Calibri</vt:lpstr>
      <vt:lpstr>隶书</vt:lpstr>
      <vt:lpstr>Cambria</vt:lpstr>
      <vt:lpstr>Arial Unicode MS</vt:lpstr>
      <vt:lpstr>Office 主题</vt:lpstr>
      <vt:lpstr>PowerPoint 演示文稿</vt:lpstr>
      <vt:lpstr>欧耶欧耶——逻辑运算符</vt:lpstr>
      <vt:lpstr> </vt:lpstr>
      <vt:lpstr> </vt:lpstr>
      <vt:lpstr> </vt:lpstr>
      <vt:lpstr> </vt:lpstr>
      <vt:lpstr>编程小词典 </vt:lpstr>
      <vt:lpstr>课后作业</vt:lpstr>
      <vt:lpstr>课后作业</vt:lpstr>
      <vt:lpstr>下课啦！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叮咚</cp:lastModifiedBy>
  <cp:revision>75</cp:revision>
  <dcterms:created xsi:type="dcterms:W3CDTF">2018-07-03T13:24:00Z</dcterms:created>
  <dcterms:modified xsi:type="dcterms:W3CDTF">2021-04-13T02:35:38Z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