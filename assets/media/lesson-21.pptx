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8" r:id="rId3"/>
    <p:sldId id="269" r:id="rId4"/>
    <p:sldId id="281" r:id="rId5"/>
    <p:sldId id="283" r:id="rId6"/>
    <p:sldId id="282" r:id="rId7"/>
    <p:sldId id="284" r:id="rId8"/>
    <p:sldId id="285" r:id="rId9"/>
    <p:sldId id="286" r:id="rId10"/>
    <p:sldId id="287" r:id="rId11"/>
    <p:sldId id="267" r:id="rId12"/>
    <p:sldId id="280" r:id="rId13"/>
    <p:sldId id="290" r:id="rId1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635" cy="51441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孔融让梨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个数中的最小值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839226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孔融让梨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求</a:t>
            </a:r>
            <a:r>
              <a:rPr lang="en-US" altLang="zh-CN" sz="2400" dirty="0">
                <a:solidFill>
                  <a:srgbClr val="00B0F0"/>
                </a:solidFill>
              </a:rPr>
              <a:t>3</a:t>
            </a:r>
            <a:r>
              <a:rPr lang="zh-CN" altLang="en-US" sz="2400" dirty="0">
                <a:solidFill>
                  <a:srgbClr val="00B0F0"/>
                </a:solidFill>
              </a:rPr>
              <a:t>个数中的最小值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矩形: 圆角 4"/>
          <p:cNvSpPr>
            <a:spLocks noChangeArrowheads="1"/>
          </p:cNvSpPr>
          <p:nvPr/>
        </p:nvSpPr>
        <p:spPr bwMode="auto">
          <a:xfrm>
            <a:off x="5554359" y="1628800"/>
            <a:ext cx="3214793" cy="201622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试编一程序，输入出三个整数，表示梨的重量，输出最小的数。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5" y="1649593"/>
            <a:ext cx="2768031" cy="2506348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705" y="2180590"/>
            <a:ext cx="1967230" cy="1975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组合 2"/>
          <p:cNvGrpSpPr/>
          <p:nvPr/>
        </p:nvGrpSpPr>
        <p:grpSpPr>
          <a:xfrm>
            <a:off x="5008157" y="1275606"/>
            <a:ext cx="3229744" cy="3153173"/>
            <a:chOff x="5008157" y="1275606"/>
            <a:chExt cx="3229744" cy="315317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08157" y="1275606"/>
              <a:ext cx="3229744" cy="102989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8157" y="2539105"/>
              <a:ext cx="3229744" cy="782719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8157" y="3555430"/>
              <a:ext cx="3229744" cy="873349"/>
            </a:xfrm>
            <a:prstGeom prst="rect">
              <a:avLst/>
            </a:prstGeom>
          </p:spPr>
        </p:pic>
      </p:grpSp>
      <p:sp>
        <p:nvSpPr>
          <p:cNvPr id="4" name="TextBox 3"/>
          <p:cNvSpPr txBox="1"/>
          <p:nvPr/>
        </p:nvSpPr>
        <p:spPr>
          <a:xfrm>
            <a:off x="827584" y="1421220"/>
            <a:ext cx="3153427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：小猪佩奇的笨方法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139702"/>
            <a:ext cx="39260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如果</a:t>
            </a:r>
            <a:r>
              <a:rPr lang="en-US" altLang="zh-CN" dirty="0"/>
              <a:t>a</a:t>
            </a:r>
            <a:r>
              <a:rPr lang="zh-CN" altLang="en-US" dirty="0"/>
              <a:t>小于等于</a:t>
            </a:r>
            <a:r>
              <a:rPr lang="en-US" altLang="zh-CN" dirty="0"/>
              <a:t>b</a:t>
            </a:r>
            <a:r>
              <a:rPr lang="zh-CN" altLang="en-US" dirty="0"/>
              <a:t>并且</a:t>
            </a:r>
            <a:r>
              <a:rPr lang="en-US" altLang="zh-CN" dirty="0"/>
              <a:t>a</a:t>
            </a:r>
            <a:r>
              <a:rPr lang="zh-CN" altLang="en-US" dirty="0"/>
              <a:t>小于等于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      那么</a:t>
            </a:r>
            <a:r>
              <a:rPr lang="en-US" altLang="zh-CN" dirty="0"/>
              <a:t>a</a:t>
            </a:r>
            <a:r>
              <a:rPr lang="zh-CN" altLang="en-US" dirty="0"/>
              <a:t>就是最小值。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如果</a:t>
            </a:r>
            <a:r>
              <a:rPr lang="en-US" altLang="zh-CN" dirty="0"/>
              <a:t>b</a:t>
            </a:r>
            <a:r>
              <a:rPr lang="zh-CN" altLang="en-US" dirty="0"/>
              <a:t>小于等于</a:t>
            </a:r>
            <a:r>
              <a:rPr lang="en-US" altLang="zh-CN" dirty="0"/>
              <a:t>a</a:t>
            </a:r>
            <a:r>
              <a:rPr lang="zh-CN" altLang="en-US" dirty="0"/>
              <a:t>并且</a:t>
            </a:r>
            <a:r>
              <a:rPr lang="en-US" altLang="zh-CN" dirty="0"/>
              <a:t>b</a:t>
            </a:r>
            <a:r>
              <a:rPr lang="zh-CN" altLang="en-US" dirty="0"/>
              <a:t>小于等于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     那么</a:t>
            </a:r>
            <a:r>
              <a:rPr lang="en-US" altLang="zh-CN" dirty="0"/>
              <a:t>b</a:t>
            </a:r>
            <a:r>
              <a:rPr lang="zh-CN" altLang="en-US" dirty="0"/>
              <a:t>就是最小值。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如果</a:t>
            </a:r>
            <a:r>
              <a:rPr lang="en-US" altLang="zh-CN" dirty="0"/>
              <a:t>c</a:t>
            </a:r>
            <a:r>
              <a:rPr lang="zh-CN" altLang="en-US" dirty="0"/>
              <a:t>小于等于</a:t>
            </a:r>
            <a:r>
              <a:rPr lang="en-US" altLang="zh-CN" dirty="0"/>
              <a:t>a</a:t>
            </a:r>
            <a:r>
              <a:rPr lang="zh-CN" altLang="en-US" dirty="0"/>
              <a:t>并且</a:t>
            </a:r>
            <a:r>
              <a:rPr lang="en-US" altLang="zh-CN" dirty="0"/>
              <a:t>c</a:t>
            </a:r>
            <a:r>
              <a:rPr lang="zh-CN" altLang="en-US" dirty="0"/>
              <a:t>小于等于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     那么</a:t>
            </a:r>
            <a:r>
              <a:rPr lang="en-US" altLang="zh-CN" dirty="0"/>
              <a:t>c</a:t>
            </a:r>
            <a:r>
              <a:rPr lang="zh-CN" altLang="en-US" dirty="0"/>
              <a:t>就是最小值。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418356"/>
            <a:ext cx="5938498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49455" y="1367483"/>
            <a:ext cx="3134191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：小猪佩奇的笨方法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431" y="2085965"/>
            <a:ext cx="39260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如果</a:t>
            </a:r>
            <a:r>
              <a:rPr lang="en-US" altLang="zh-CN" dirty="0"/>
              <a:t>a</a:t>
            </a:r>
            <a:r>
              <a:rPr lang="zh-CN" altLang="en-US" dirty="0"/>
              <a:t>小于等于</a:t>
            </a:r>
            <a:r>
              <a:rPr lang="en-US" altLang="zh-CN" dirty="0"/>
              <a:t>b</a:t>
            </a:r>
            <a:r>
              <a:rPr lang="zh-CN" altLang="en-US" dirty="0"/>
              <a:t>并且</a:t>
            </a:r>
            <a:r>
              <a:rPr lang="en-US" altLang="zh-CN" dirty="0"/>
              <a:t>a</a:t>
            </a:r>
            <a:r>
              <a:rPr lang="zh-CN" altLang="en-US" dirty="0"/>
              <a:t>小于等于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      那么</a:t>
            </a:r>
            <a:r>
              <a:rPr lang="en-US" altLang="zh-CN" dirty="0"/>
              <a:t>a</a:t>
            </a:r>
            <a:r>
              <a:rPr lang="zh-CN" altLang="en-US" dirty="0"/>
              <a:t>就是最小值。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如果</a:t>
            </a:r>
            <a:r>
              <a:rPr lang="en-US" altLang="zh-CN" dirty="0"/>
              <a:t>b</a:t>
            </a:r>
            <a:r>
              <a:rPr lang="zh-CN" altLang="en-US" dirty="0"/>
              <a:t>小于等于</a:t>
            </a:r>
            <a:r>
              <a:rPr lang="en-US" altLang="zh-CN" dirty="0"/>
              <a:t>a</a:t>
            </a:r>
            <a:r>
              <a:rPr lang="zh-CN" altLang="en-US" dirty="0"/>
              <a:t>并且</a:t>
            </a:r>
            <a:r>
              <a:rPr lang="en-US" altLang="zh-CN" dirty="0"/>
              <a:t>b</a:t>
            </a:r>
            <a:r>
              <a:rPr lang="zh-CN" altLang="en-US" dirty="0"/>
              <a:t>小于等于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     那么</a:t>
            </a:r>
            <a:r>
              <a:rPr lang="en-US" altLang="zh-CN" dirty="0"/>
              <a:t>b</a:t>
            </a:r>
            <a:r>
              <a:rPr lang="zh-CN" altLang="en-US" dirty="0"/>
              <a:t>就是最小值。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如果</a:t>
            </a:r>
            <a:r>
              <a:rPr lang="en-US" altLang="zh-CN" dirty="0"/>
              <a:t>c</a:t>
            </a:r>
            <a:r>
              <a:rPr lang="zh-CN" altLang="en-US" dirty="0"/>
              <a:t>小于等于</a:t>
            </a:r>
            <a:r>
              <a:rPr lang="en-US" altLang="zh-CN" dirty="0"/>
              <a:t>a</a:t>
            </a:r>
            <a:r>
              <a:rPr lang="zh-CN" altLang="en-US" dirty="0"/>
              <a:t>并且</a:t>
            </a:r>
            <a:r>
              <a:rPr lang="en-US" altLang="zh-CN" dirty="0"/>
              <a:t>c</a:t>
            </a:r>
            <a:r>
              <a:rPr lang="zh-CN" altLang="en-US" dirty="0"/>
              <a:t>小于等于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     那么</a:t>
            </a:r>
            <a:r>
              <a:rPr lang="en-US" altLang="zh-CN" dirty="0"/>
              <a:t>c</a:t>
            </a:r>
            <a:r>
              <a:rPr lang="zh-CN" altLang="en-US" dirty="0"/>
              <a:t>就是最小值。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749" y="925978"/>
            <a:ext cx="2725643" cy="35570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77" y="1296542"/>
            <a:ext cx="2354491" cy="2849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1421220"/>
            <a:ext cx="2353310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：美美的方法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139702"/>
            <a:ext cx="3475631" cy="129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先找出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中较小的那个数，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把较小的数赋值给</a:t>
            </a:r>
            <a:r>
              <a:rPr lang="en-US" altLang="zh-CN" dirty="0"/>
              <a:t>min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让</a:t>
            </a:r>
            <a:r>
              <a:rPr lang="en-US" altLang="zh-CN" dirty="0"/>
              <a:t>min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比较，找出最小值。</a:t>
            </a:r>
            <a:endParaRPr lang="en-US" altLang="zh-CN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0267" y="1602440"/>
            <a:ext cx="4082671" cy="28058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7584" y="1421220"/>
            <a:ext cx="2353310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：美美的方法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2139702"/>
            <a:ext cx="3475631" cy="1291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先找出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中较小的那个数，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把较小的数赋值给</a:t>
            </a:r>
            <a:r>
              <a:rPr lang="en-US" altLang="zh-CN" dirty="0"/>
              <a:t>min</a:t>
            </a:r>
            <a:r>
              <a:rPr lang="zh-CN" altLang="en-US" dirty="0"/>
              <a:t>，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让</a:t>
            </a:r>
            <a:r>
              <a:rPr lang="en-US" altLang="zh-CN" dirty="0"/>
              <a:t>min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比较，找出最小值。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087" y="772562"/>
            <a:ext cx="2690763" cy="3770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1275606"/>
            <a:ext cx="2353310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：明明的方法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707907"/>
            <a:ext cx="41044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打擂台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先假设第一个数</a:t>
            </a:r>
            <a:r>
              <a:rPr lang="en-US" altLang="zh-CN" dirty="0"/>
              <a:t>a</a:t>
            </a:r>
            <a:r>
              <a:rPr lang="zh-CN" altLang="en-US" dirty="0"/>
              <a:t>为最小数，把它赋值给</a:t>
            </a:r>
            <a:r>
              <a:rPr lang="en-US" altLang="zh-CN" dirty="0"/>
              <a:t>min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然后</a:t>
            </a:r>
            <a:r>
              <a:rPr lang="en-US" altLang="zh-CN" dirty="0"/>
              <a:t>min</a:t>
            </a:r>
            <a:r>
              <a:rPr lang="zh-CN" altLang="en-US" dirty="0"/>
              <a:t>和第二个数</a:t>
            </a:r>
            <a:r>
              <a:rPr lang="en-US" altLang="zh-CN" dirty="0"/>
              <a:t>b</a:t>
            </a:r>
            <a:r>
              <a:rPr lang="zh-CN" altLang="en-US" dirty="0"/>
              <a:t>比较，若</a:t>
            </a:r>
            <a:r>
              <a:rPr lang="en-US" altLang="zh-CN" dirty="0"/>
              <a:t>b</a:t>
            </a:r>
            <a:r>
              <a:rPr lang="zh-CN" altLang="en-US" dirty="0"/>
              <a:t>较小，就把</a:t>
            </a:r>
            <a:r>
              <a:rPr lang="en-US" altLang="zh-CN" dirty="0"/>
              <a:t>b</a:t>
            </a:r>
            <a:r>
              <a:rPr lang="zh-CN" altLang="en-US" dirty="0"/>
              <a:t>赋值给</a:t>
            </a:r>
            <a:r>
              <a:rPr lang="en-US" altLang="zh-CN" dirty="0"/>
              <a:t>min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然后</a:t>
            </a:r>
            <a:r>
              <a:rPr lang="en-US" altLang="zh-CN" dirty="0"/>
              <a:t>min</a:t>
            </a:r>
            <a:r>
              <a:rPr lang="zh-CN" altLang="en-US" dirty="0"/>
              <a:t>和第三个数</a:t>
            </a:r>
            <a:r>
              <a:rPr lang="en-US" altLang="zh-CN" dirty="0"/>
              <a:t>c</a:t>
            </a:r>
            <a:r>
              <a:rPr lang="zh-CN" altLang="en-US" dirty="0"/>
              <a:t>比较，若</a:t>
            </a:r>
            <a:r>
              <a:rPr lang="en-US" altLang="zh-CN" dirty="0"/>
              <a:t>c</a:t>
            </a:r>
            <a:r>
              <a:rPr lang="zh-CN" altLang="en-US" dirty="0"/>
              <a:t>较小，就把</a:t>
            </a:r>
            <a:r>
              <a:rPr lang="en-US" altLang="zh-CN" dirty="0"/>
              <a:t>c</a:t>
            </a:r>
            <a:r>
              <a:rPr lang="zh-CN" altLang="en-US" dirty="0"/>
              <a:t>赋值给</a:t>
            </a:r>
            <a:r>
              <a:rPr lang="en-US" altLang="zh-CN" dirty="0"/>
              <a:t>min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040" y="1656666"/>
            <a:ext cx="3617732" cy="26962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7584" y="1275606"/>
            <a:ext cx="2353310" cy="398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：明明的方法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636152"/>
            <a:ext cx="41044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打擂台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先假设第一个数</a:t>
            </a:r>
            <a:r>
              <a:rPr lang="en-US" altLang="zh-CN" dirty="0"/>
              <a:t>a</a:t>
            </a:r>
            <a:r>
              <a:rPr lang="zh-CN" altLang="en-US" dirty="0"/>
              <a:t>为最小数，把它赋值给</a:t>
            </a:r>
            <a:r>
              <a:rPr lang="en-US" altLang="zh-CN" dirty="0"/>
              <a:t>min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然后</a:t>
            </a:r>
            <a:r>
              <a:rPr lang="en-US" altLang="zh-CN" dirty="0"/>
              <a:t>min</a:t>
            </a:r>
            <a:r>
              <a:rPr lang="zh-CN" altLang="en-US" dirty="0"/>
              <a:t>和第二个数</a:t>
            </a:r>
            <a:r>
              <a:rPr lang="en-US" altLang="zh-CN" dirty="0"/>
              <a:t>b</a:t>
            </a:r>
            <a:r>
              <a:rPr lang="zh-CN" altLang="en-US" dirty="0"/>
              <a:t>比较，若</a:t>
            </a:r>
            <a:r>
              <a:rPr lang="en-US" altLang="zh-CN" dirty="0"/>
              <a:t>b</a:t>
            </a:r>
            <a:r>
              <a:rPr lang="zh-CN" altLang="en-US" dirty="0"/>
              <a:t>较小，就把</a:t>
            </a:r>
            <a:r>
              <a:rPr lang="en-US" altLang="zh-CN" dirty="0"/>
              <a:t>b</a:t>
            </a:r>
            <a:r>
              <a:rPr lang="zh-CN" altLang="en-US" dirty="0"/>
              <a:t>赋值给</a:t>
            </a:r>
            <a:r>
              <a:rPr lang="en-US" altLang="zh-CN" dirty="0"/>
              <a:t>min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然后</a:t>
            </a:r>
            <a:r>
              <a:rPr lang="en-US" altLang="zh-CN" dirty="0"/>
              <a:t>min</a:t>
            </a:r>
            <a:r>
              <a:rPr lang="zh-CN" altLang="en-US" dirty="0"/>
              <a:t>和第三个数</a:t>
            </a:r>
            <a:r>
              <a:rPr lang="en-US" altLang="zh-CN" dirty="0"/>
              <a:t>c</a:t>
            </a:r>
            <a:r>
              <a:rPr lang="zh-CN" altLang="en-US" dirty="0"/>
              <a:t>比较，若</a:t>
            </a:r>
            <a:r>
              <a:rPr lang="en-US" altLang="zh-CN" dirty="0"/>
              <a:t>c</a:t>
            </a:r>
            <a:r>
              <a:rPr lang="zh-CN" altLang="en-US" dirty="0"/>
              <a:t>较小，就把</a:t>
            </a:r>
            <a:r>
              <a:rPr lang="en-US" altLang="zh-CN" dirty="0"/>
              <a:t>c</a:t>
            </a:r>
            <a:r>
              <a:rPr lang="zh-CN" altLang="en-US" dirty="0"/>
              <a:t>赋值给</a:t>
            </a:r>
            <a:r>
              <a:rPr lang="en-US" altLang="zh-CN" dirty="0"/>
              <a:t>min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473" y="574399"/>
            <a:ext cx="2104762" cy="4043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2449" y="32475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413923" y="987574"/>
            <a:ext cx="6316153" cy="9541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三种解题思路，三种算法，三个程序，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你最喜欢哪一种呢？为什么？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7326" y="4112415"/>
            <a:ext cx="6636753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算法就是为解决某一特定问题而采取的有限的操作步骤。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7904" y="2045154"/>
            <a:ext cx="1533233" cy="18939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9856" y="551633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513" y="1265317"/>
            <a:ext cx="272013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下列关于算法的叙述不正确的是（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算法的每一步必须没有歧义，不能有半点含糊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算法必须有输入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同一问题可能存在多种不同的算法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同一算法可以用多种不同的形式来描述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812162" y="555779"/>
            <a:ext cx="3928190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a,b,c,max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&gt;&gt;a&gt;&gt;b&gt;&gt;c;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if(a&gt;b)  max=a;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else  max=b;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if(c&gt;max)  max=c;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&lt;&lt;"max="&lt;&lt;max&lt;&lt;</a:t>
            </a:r>
            <a:r>
              <a:rPr lang="en-US" altLang="zh-CN"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a   b    c      max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33848" y="4025997"/>
            <a:ext cx="277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        输入：</a:t>
            </a:r>
            <a:r>
              <a:rPr lang="en-US" altLang="zh-CN" dirty="0"/>
              <a:t>100  10  200</a:t>
            </a:r>
            <a:endParaRPr lang="en-US" altLang="zh-CN" dirty="0"/>
          </a:p>
          <a:p>
            <a:r>
              <a:rPr lang="zh-CN" altLang="en-US" dirty="0"/>
              <a:t>         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9717" y="3594953"/>
            <a:ext cx="946071" cy="10772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1680" y="794642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83568" y="1802735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输入</a:t>
            </a:r>
            <a:r>
              <a:rPr lang="en-US" altLang="zh-CN" sz="1800" b="0" dirty="0">
                <a:solidFill>
                  <a:prstClr val="black"/>
                </a:solidFill>
              </a:rPr>
              <a:t>4</a:t>
            </a:r>
            <a:r>
              <a:rPr lang="zh-CN" altLang="en-US" sz="1800" b="0" dirty="0">
                <a:solidFill>
                  <a:prstClr val="black"/>
                </a:solidFill>
              </a:rPr>
              <a:t>个数，输出其中的最大的数。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143634" y="1099615"/>
            <a:ext cx="3820120" cy="35394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float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a,b,c,d,max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&gt;&gt;a&gt;&gt;b&gt;&gt;c&gt;&gt;d;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_____________________;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if(b&gt;max)  max=b;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if(_______)  max=c;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if(d&gt;max)  max=d;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&lt;&lt;"max="&lt;&lt;max&lt;&lt;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242" y="3620675"/>
            <a:ext cx="946071" cy="10772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1300</Words>
  <Application>WPS 演示</Application>
  <PresentationFormat>全屏显示(16:9)</PresentationFormat>
  <Paragraphs>125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孔融让梨——求3个数中的最小值</vt:lpstr>
      <vt:lpstr> </vt:lpstr>
      <vt:lpstr> </vt:lpstr>
      <vt:lpstr> </vt:lpstr>
      <vt:lpstr> 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100</cp:revision>
  <dcterms:created xsi:type="dcterms:W3CDTF">2018-07-03T13:24:00Z</dcterms:created>
  <dcterms:modified xsi:type="dcterms:W3CDTF">2021-04-13T02:56:14Z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