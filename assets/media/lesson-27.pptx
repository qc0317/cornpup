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7" r:id="rId3"/>
    <p:sldId id="269" r:id="rId4"/>
    <p:sldId id="285" r:id="rId5"/>
    <p:sldId id="286" r:id="rId6"/>
    <p:sldId id="267" r:id="rId7"/>
    <p:sldId id="280" r:id="rId8"/>
    <p:sldId id="289" r:id="rId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82" y="115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18415"/>
            <a:ext cx="9150985" cy="51479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王宅六味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(switch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语句的应用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23342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王宅六味</a:t>
            </a:r>
            <a:r>
              <a:rPr lang="en-US" altLang="zh-CN" sz="2400" dirty="0">
                <a:solidFill>
                  <a:srgbClr val="00B0F0"/>
                </a:solidFill>
              </a:rPr>
              <a:t>——switch</a:t>
            </a:r>
            <a:r>
              <a:rPr lang="zh-CN" altLang="en-US" sz="2400" dirty="0">
                <a:solidFill>
                  <a:srgbClr val="00B0F0"/>
                </a:solidFill>
              </a:rPr>
              <a:t>语句的应用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11" name="矩形: 圆角 5"/>
          <p:cNvSpPr>
            <a:spLocks noChangeArrowheads="1"/>
          </p:cNvSpPr>
          <p:nvPr/>
        </p:nvSpPr>
        <p:spPr bwMode="auto">
          <a:xfrm>
            <a:off x="2472862" y="2760070"/>
            <a:ext cx="4896544" cy="1671811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给“六味”按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kern="100" dirty="0">
                <a:effectLst/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~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编号，试编一个菜名查询程序，输入编号</a:t>
            </a:r>
            <a:r>
              <a:rPr lang="zh-CN" alt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输出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菜名。</a:t>
            </a:r>
            <a:endParaRPr 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42513" y="1563638"/>
            <a:ext cx="5724644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王宅六味</a:t>
            </a:r>
            <a:endParaRPr lang="en-US" altLang="zh-CN" sz="24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寿仙菇、酒糟芋、下山笋、太师豆腐、孝子鱼、猪全福</a:t>
            </a:r>
            <a:endParaRPr lang="zh-CN" altLang="en-US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片 2" descr="图片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28040" y="2931795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779" y="523704"/>
            <a:ext cx="7862837" cy="417646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786" y="872937"/>
            <a:ext cx="1943972" cy="19385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矩形 2"/>
          <p:cNvSpPr/>
          <p:nvPr/>
        </p:nvSpPr>
        <p:spPr>
          <a:xfrm>
            <a:off x="413236" y="815070"/>
            <a:ext cx="302433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int</a:t>
            </a:r>
            <a:r>
              <a:rPr lang="en-US" altLang="zh-CN" dirty="0"/>
              <a:t> n;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请输入编号：</a:t>
            </a:r>
            <a:r>
              <a:rPr lang="en-US" altLang="zh-CN" dirty="0"/>
              <a:t>";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cin</a:t>
            </a:r>
            <a:r>
              <a:rPr lang="en-US" altLang="zh-CN" dirty="0"/>
              <a:t>&gt;&gt;n;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3130147" y="863590"/>
            <a:ext cx="559836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 switch(n)</a:t>
            </a:r>
            <a:endParaRPr lang="en-US" altLang="zh-CN" dirty="0"/>
          </a:p>
          <a:p>
            <a:r>
              <a:rPr lang="en-US" altLang="zh-CN" dirty="0"/>
              <a:t>  {</a:t>
            </a:r>
            <a:endParaRPr lang="en-US" altLang="zh-CN" dirty="0"/>
          </a:p>
          <a:p>
            <a:r>
              <a:rPr lang="en-US" altLang="zh-CN" dirty="0"/>
              <a:t>    case 1: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寿仙菇</a:t>
            </a:r>
            <a:r>
              <a:rPr lang="en-US" altLang="zh-CN" dirty="0"/>
              <a:t>"&lt;&lt;</a:t>
            </a:r>
            <a:r>
              <a:rPr lang="en-US" altLang="zh-CN" dirty="0" err="1"/>
              <a:t>endl;break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case 2: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酒糟芋</a:t>
            </a:r>
            <a:r>
              <a:rPr lang="en-US" altLang="zh-CN" dirty="0"/>
              <a:t>"&lt;&lt;</a:t>
            </a:r>
            <a:r>
              <a:rPr lang="en-US" altLang="zh-CN" dirty="0" err="1"/>
              <a:t>endl;break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case 3: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下山笋</a:t>
            </a:r>
            <a:r>
              <a:rPr lang="en-US" altLang="zh-CN" dirty="0"/>
              <a:t>"&lt;&lt;</a:t>
            </a:r>
            <a:r>
              <a:rPr lang="en-US" altLang="zh-CN" dirty="0" err="1"/>
              <a:t>endl;break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case 4: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太师豆腐</a:t>
            </a:r>
            <a:r>
              <a:rPr lang="en-US" altLang="zh-CN" dirty="0"/>
              <a:t>"&lt;&lt;</a:t>
            </a:r>
            <a:r>
              <a:rPr lang="en-US" altLang="zh-CN" dirty="0" err="1"/>
              <a:t>endl;break</a:t>
            </a:r>
            <a:r>
              <a:rPr lang="en-US" altLang="zh-CN" dirty="0"/>
              <a:t>;	</a:t>
            </a:r>
            <a:endParaRPr lang="en-US" altLang="zh-CN" dirty="0"/>
          </a:p>
          <a:p>
            <a:r>
              <a:rPr lang="en-US" altLang="zh-CN" dirty="0"/>
              <a:t>    case 5: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孝子鱼</a:t>
            </a:r>
            <a:r>
              <a:rPr lang="en-US" altLang="zh-CN" dirty="0"/>
              <a:t>"&lt;&lt;</a:t>
            </a:r>
            <a:r>
              <a:rPr lang="en-US" altLang="zh-CN" dirty="0" err="1"/>
              <a:t>endl;break</a:t>
            </a:r>
            <a:r>
              <a:rPr lang="en-US" altLang="zh-CN" dirty="0"/>
              <a:t>;	</a:t>
            </a:r>
            <a:endParaRPr lang="en-US" altLang="zh-CN" dirty="0"/>
          </a:p>
          <a:p>
            <a:r>
              <a:rPr lang="en-US" altLang="zh-CN" dirty="0"/>
              <a:t>    case 6: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猪全福</a:t>
            </a:r>
            <a:r>
              <a:rPr lang="en-US" altLang="zh-CN" dirty="0"/>
              <a:t>"&lt;&lt;</a:t>
            </a:r>
            <a:r>
              <a:rPr lang="en-US" altLang="zh-CN" dirty="0" err="1"/>
              <a:t>endl;break</a:t>
            </a:r>
            <a:r>
              <a:rPr lang="en-US" altLang="zh-CN" dirty="0"/>
              <a:t>;	</a:t>
            </a:r>
            <a:endParaRPr lang="en-US" altLang="zh-CN" dirty="0"/>
          </a:p>
          <a:p>
            <a:r>
              <a:rPr lang="en-US" altLang="zh-CN" dirty="0"/>
              <a:t>    default: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无此编号的菜</a:t>
            </a:r>
            <a:r>
              <a:rPr lang="en-US" altLang="zh-CN" dirty="0"/>
              <a:t>"&lt;&lt;</a:t>
            </a:r>
            <a:r>
              <a:rPr lang="en-US" altLang="zh-CN" dirty="0" err="1"/>
              <a:t>endl</a:t>
            </a:r>
            <a:r>
              <a:rPr lang="en-US" altLang="zh-CN" dirty="0"/>
              <a:t>; break;	</a:t>
            </a:r>
            <a:endParaRPr lang="en-US" altLang="zh-CN" dirty="0"/>
          </a:p>
          <a:p>
            <a:r>
              <a:rPr lang="en-US" altLang="zh-CN" dirty="0"/>
              <a:t>  }</a:t>
            </a:r>
            <a:endParaRPr lang="en-US" altLang="zh-CN" dirty="0"/>
          </a:p>
          <a:p>
            <a:r>
              <a:rPr lang="en-US" altLang="zh-CN" dirty="0"/>
              <a:t>  return 0;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15" y="2860739"/>
            <a:ext cx="1651760" cy="17985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639045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340260"/>
            <a:ext cx="8824928" cy="4526531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1119" y="728717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8" y="1419622"/>
            <a:ext cx="2720137" cy="2566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Windows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是一种（  ）。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字处理系统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操作系统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数据库系统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图文处理系统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779912" y="408398"/>
            <a:ext cx="4288230" cy="445839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05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day,month,year,sum,leap</a:t>
            </a: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zh-CN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请输入年、月、日：</a:t>
            </a: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&gt;&gt;year&gt;&gt;month&gt;&gt;day;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switch(month)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case  1:  sum= 0;break;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case  2:  sum= 31; break;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case  3 :  sum= 59;break;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case  4 :  sum= 90;break;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case  5:  sum= 120;break;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case  6:  sum= 151;break;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case  7:  sum= 181;break;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case  8:  sum= 212;break;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case  9:  sum= 243;break;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case  10:  sum= 273;break;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case  11:  sum= 304;break;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case  12:  sum= 334;break;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default:cout</a:t>
            </a: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zh-CN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输入有误</a:t>
            </a: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";break;  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sum+=day;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if(year%400==0 ||(year%4==0 &amp;&amp; year%100!=0))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leap=1;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else leap=0;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if(leap==1 &amp;&amp; month&gt;2)  sum++;</a:t>
            </a:r>
            <a:endParaRPr lang="en-US" altLang="zh-C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&lt;&lt;sum&lt;&lt;</a:t>
            </a:r>
            <a:r>
              <a:rPr lang="en-US" altLang="zh-C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05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72200" y="940801"/>
            <a:ext cx="2279022" cy="116955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      year  month   day   sum</a:t>
            </a:r>
            <a:endParaRPr lang="en-US" altLang="zh-CN" sz="1400" dirty="0"/>
          </a:p>
          <a:p>
            <a:r>
              <a:rPr lang="en-US" altLang="zh-CN" sz="1400" dirty="0"/>
              <a:t>    ----------------------------------</a:t>
            </a:r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3" name="矩形 2"/>
          <p:cNvSpPr/>
          <p:nvPr/>
        </p:nvSpPr>
        <p:spPr>
          <a:xfrm>
            <a:off x="6636319" y="3075806"/>
            <a:ext cx="22622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输入：  </a:t>
            </a:r>
            <a:r>
              <a:rPr lang="en-US" altLang="zh-CN" dirty="0"/>
              <a:t>2018  8  8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2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20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20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20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20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20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200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1" dur="2000"/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2000"/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7" dur="2000"/>
                                        <p:tgtEl>
                                          <p:spTgt spid="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0" dur="2000"/>
                                        <p:tgtEl>
                                          <p:spTgt spid="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3" dur="2000"/>
                                        <p:tgtEl>
                                          <p:spTgt spid="7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6" dur="2000"/>
                                        <p:tgtEl>
                                          <p:spTgt spid="7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9" dur="2000"/>
                                        <p:tgtEl>
                                          <p:spTgt spid="7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2" dur="20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8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allAtOnce"/>
      <p:bldP spid="8" grpId="0" animBg="1" build="allAtOnce"/>
      <p:bldP spid="3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639045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2"/>
            <a:ext cx="8824928" cy="4446465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375" y="778396"/>
            <a:ext cx="3672408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571423" y="1635646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简单的计算器，输入两个数和一个四则运算符，输出计算结果。</a:t>
            </a:r>
            <a:endParaRPr lang="en-US" altLang="zh-CN" sz="1800" b="0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499869" y="481939"/>
            <a:ext cx="5328592" cy="43396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dirty="0">
                <a:cs typeface="Times New Roman" panose="02020603050405020304" pitchFamily="18" charset="0"/>
              </a:rPr>
              <a:t>#include &lt;</a:t>
            </a:r>
            <a:r>
              <a:rPr lang="en-US" altLang="zh-CN" sz="1200" dirty="0" err="1">
                <a:cs typeface="Times New Roman" panose="02020603050405020304" pitchFamily="18" charset="0"/>
              </a:rPr>
              <a:t>iostream</a:t>
            </a:r>
            <a:r>
              <a:rPr lang="en-US" altLang="zh-CN" sz="1200" dirty="0">
                <a:cs typeface="Times New Roman" panose="02020603050405020304" pitchFamily="18" charset="0"/>
              </a:rPr>
              <a:t>&gt;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using namespace </a:t>
            </a:r>
            <a:r>
              <a:rPr lang="en-US" altLang="zh-CN" sz="1200" dirty="0" err="1">
                <a:cs typeface="Times New Roman" panose="02020603050405020304" pitchFamily="18" charset="0"/>
              </a:rPr>
              <a:t>std</a:t>
            </a:r>
            <a:r>
              <a:rPr lang="en-US" altLang="zh-CN" sz="1200" dirty="0">
                <a:cs typeface="Times New Roman" panose="02020603050405020304" pitchFamily="18" charset="0"/>
              </a:rPr>
              <a:t>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cs typeface="Times New Roman" panose="02020603050405020304" pitchFamily="18" charset="0"/>
              </a:rPr>
              <a:t>int</a:t>
            </a:r>
            <a:r>
              <a:rPr lang="en-US" altLang="zh-CN" sz="1200" dirty="0">
                <a:cs typeface="Times New Roman" panose="02020603050405020304" pitchFamily="18" charset="0"/>
              </a:rPr>
              <a:t> main()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{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float </a:t>
            </a:r>
            <a:r>
              <a:rPr lang="en-US" altLang="zh-CN" sz="1200" dirty="0" err="1">
                <a:cs typeface="Times New Roman" panose="02020603050405020304" pitchFamily="18" charset="0"/>
              </a:rPr>
              <a:t>x,y,ans</a:t>
            </a:r>
            <a:r>
              <a:rPr lang="en-US" altLang="zh-CN" sz="1200" dirty="0">
                <a:cs typeface="Times New Roman" panose="02020603050405020304" pitchFamily="18" charset="0"/>
              </a:rPr>
              <a:t>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char  f;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</a:t>
            </a:r>
            <a:r>
              <a:rPr lang="en-US" altLang="zh-CN" sz="1200" dirty="0" err="1">
                <a:cs typeface="Times New Roman" panose="02020603050405020304" pitchFamily="18" charset="0"/>
              </a:rPr>
              <a:t>cout</a:t>
            </a:r>
            <a:r>
              <a:rPr lang="en-US" altLang="zh-CN" sz="1200" dirty="0">
                <a:cs typeface="Times New Roman" panose="02020603050405020304" pitchFamily="18" charset="0"/>
              </a:rPr>
              <a:t>&lt;&lt;"</a:t>
            </a:r>
            <a:r>
              <a:rPr lang="zh-CN" altLang="en-US" sz="1200" dirty="0">
                <a:cs typeface="Times New Roman" panose="02020603050405020304" pitchFamily="18" charset="0"/>
              </a:rPr>
              <a:t>请输入两个数：</a:t>
            </a:r>
            <a:r>
              <a:rPr lang="en-US" altLang="zh-CN" sz="1200" dirty="0">
                <a:cs typeface="Times New Roman" panose="02020603050405020304" pitchFamily="18" charset="0"/>
              </a:rPr>
              <a:t>";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</a:t>
            </a:r>
            <a:r>
              <a:rPr lang="en-US" altLang="zh-CN" sz="1200" dirty="0" err="1">
                <a:cs typeface="Times New Roman" panose="02020603050405020304" pitchFamily="18" charset="0"/>
              </a:rPr>
              <a:t>cin</a:t>
            </a:r>
            <a:r>
              <a:rPr lang="en-US" altLang="zh-CN" sz="1200" dirty="0">
                <a:cs typeface="Times New Roman" panose="02020603050405020304" pitchFamily="18" charset="0"/>
              </a:rPr>
              <a:t>&gt;&gt;x&gt;&gt;y;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</a:t>
            </a:r>
            <a:r>
              <a:rPr lang="en-US" altLang="zh-CN" sz="1200" dirty="0" err="1">
                <a:cs typeface="Times New Roman" panose="02020603050405020304" pitchFamily="18" charset="0"/>
              </a:rPr>
              <a:t>cout</a:t>
            </a:r>
            <a:r>
              <a:rPr lang="en-US" altLang="zh-CN" sz="1200" dirty="0">
                <a:cs typeface="Times New Roman" panose="02020603050405020304" pitchFamily="18" charset="0"/>
              </a:rPr>
              <a:t>&lt;&lt;"</a:t>
            </a:r>
            <a:r>
              <a:rPr lang="zh-CN" altLang="en-US" sz="1200" dirty="0">
                <a:cs typeface="Times New Roman" panose="02020603050405020304" pitchFamily="18" charset="0"/>
              </a:rPr>
              <a:t>请输入一个符号</a:t>
            </a:r>
            <a:r>
              <a:rPr lang="en-US" altLang="zh-CN" sz="1200" dirty="0">
                <a:cs typeface="Times New Roman" panose="02020603050405020304" pitchFamily="18" charset="0"/>
              </a:rPr>
              <a:t>(+-*/):";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</a:t>
            </a:r>
            <a:r>
              <a:rPr lang="en-US" altLang="zh-CN" sz="1200" dirty="0" err="1">
                <a:cs typeface="Times New Roman" panose="02020603050405020304" pitchFamily="18" charset="0"/>
              </a:rPr>
              <a:t>cin</a:t>
            </a:r>
            <a:r>
              <a:rPr lang="en-US" altLang="zh-CN" sz="1200" dirty="0">
                <a:cs typeface="Times New Roman" panose="02020603050405020304" pitchFamily="18" charset="0"/>
              </a:rPr>
              <a:t>&gt;&gt;f;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</a:t>
            </a:r>
            <a:r>
              <a:rPr lang="en-US" altLang="zh-CN" sz="1200" dirty="0" err="1">
                <a:cs typeface="Times New Roman" panose="02020603050405020304" pitchFamily="18" charset="0"/>
              </a:rPr>
              <a:t>ans</a:t>
            </a:r>
            <a:r>
              <a:rPr lang="en-US" altLang="zh-CN" sz="1200" dirty="0">
                <a:cs typeface="Times New Roman" panose="02020603050405020304" pitchFamily="18" charset="0"/>
              </a:rPr>
              <a:t>=0;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switch(___________)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case  '+': 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x+y;break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case  '-': 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x-y;break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case  '*': 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=x*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y;break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case  '/':  if(_________)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=x/y;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else 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除数不能为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0"&lt;&lt;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break;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if(f!='/' || y!=0)  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    return 0;</a:t>
            </a:r>
            <a:endParaRPr lang="en-US" altLang="zh-CN" sz="1200" dirty="0">
              <a:cs typeface="Times New Roman" panose="02020603050405020304" pitchFamily="18" charset="0"/>
            </a:endParaRPr>
          </a:p>
          <a:p>
            <a:r>
              <a:rPr lang="en-US" altLang="zh-CN" sz="1200" dirty="0">
                <a:cs typeface="Times New Roman" panose="02020603050405020304" pitchFamily="18" charset="0"/>
              </a:rPr>
              <a:t>}  </a:t>
            </a:r>
            <a:endParaRPr lang="en-US" altLang="zh-CN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275,&quot;width&quot;:2266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1897</Words>
  <Application>WPS 演示</Application>
  <PresentationFormat>全屏显示(16:9)</PresentationFormat>
  <Paragraphs>111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Consolas</vt:lpstr>
      <vt:lpstr>Calibri</vt:lpstr>
      <vt:lpstr>Arial Unicode MS</vt:lpstr>
      <vt:lpstr>Office 主题</vt:lpstr>
      <vt:lpstr>PowerPoint 演示文稿</vt:lpstr>
      <vt:lpstr>王宅六味——switch语句的应用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102</cp:revision>
  <dcterms:created xsi:type="dcterms:W3CDTF">2018-07-03T13:24:00Z</dcterms:created>
  <dcterms:modified xsi:type="dcterms:W3CDTF">2021-04-21T01:31:47Z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D43A5AC2717B4A3389AC6A53BC2E1523</vt:lpwstr>
  </property>
  <property fmtid="{D5CDD505-2E9C-101B-9397-08002B2CF9AE}" pid="3" name="KSOProductBuildVer">
    <vt:lpwstr>2052-11.1.0.10463</vt:lpwstr>
  </property>
</Properties>
</file>