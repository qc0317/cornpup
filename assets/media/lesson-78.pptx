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97" r:id="rId4"/>
    <p:sldId id="289" r:id="rId5"/>
    <p:sldId id="294" r:id="rId6"/>
    <p:sldId id="295" r:id="rId7"/>
    <p:sldId id="293" r:id="rId8"/>
    <p:sldId id="288" r:id="rId9"/>
    <p:sldId id="280" r:id="rId10"/>
    <p:sldId id="296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jpe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jpe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78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交作业啦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递归算法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7700" y="781530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交作业啦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递归算法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97" y="1606443"/>
            <a:ext cx="2053789" cy="30462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079" y="1592754"/>
            <a:ext cx="1336098" cy="18752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149" y="1565389"/>
            <a:ext cx="1503351" cy="18752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908" y="1576046"/>
            <a:ext cx="2281953" cy="1864568"/>
          </a:xfrm>
          <a:prstGeom prst="rect">
            <a:avLst/>
          </a:prstGeom>
        </p:spPr>
      </p:pic>
      <p:sp>
        <p:nvSpPr>
          <p:cNvPr id="11" name="标题 1"/>
          <p:cNvSpPr txBox="1"/>
          <p:nvPr/>
        </p:nvSpPr>
        <p:spPr>
          <a:xfrm>
            <a:off x="1259632" y="3554993"/>
            <a:ext cx="8229600" cy="641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这个才是递归思想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7700" y="781530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交作业啦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递归算法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8" name="AutoShape 1037"/>
          <p:cNvSpPr>
            <a:spLocks noChangeArrowheads="1"/>
          </p:cNvSpPr>
          <p:nvPr/>
        </p:nvSpPr>
        <p:spPr bwMode="auto">
          <a:xfrm>
            <a:off x="2843808" y="1733611"/>
            <a:ext cx="4985048" cy="196430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66675" indent="720090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利用递归算法，试编一程序，算一算</a:t>
            </a:r>
            <a:r>
              <a:rPr lang="zh-CN" altLang="en-US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我收到多少本作业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9070" y="1779905"/>
            <a:ext cx="2708275" cy="2720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70620"/>
            <a:ext cx="4032448" cy="3657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44616" y="1309999"/>
            <a:ext cx="3647152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递归算法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zh-CN" altLang="en-US" dirty="0"/>
              <a:t>“自己调用自己”“有去有回”</a:t>
            </a:r>
            <a:endParaRPr lang="en-US" altLang="zh-CN" dirty="0"/>
          </a:p>
          <a:p>
            <a:r>
              <a:rPr lang="zh-CN" altLang="en-US" dirty="0"/>
              <a:t>在一个函数中又直接或者间接的</a:t>
            </a:r>
            <a:endParaRPr lang="en-US" altLang="zh-CN" dirty="0"/>
          </a:p>
          <a:p>
            <a:r>
              <a:rPr lang="zh-CN" altLang="en-US" dirty="0"/>
              <a:t>调用该函数本身。</a:t>
            </a:r>
            <a:endParaRPr lang="en-US" altLang="zh-CN" dirty="0"/>
          </a:p>
          <a:p>
            <a:r>
              <a:rPr lang="zh-CN" altLang="en-US" dirty="0"/>
              <a:t>不是无休止的，是有限次的调用。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148064" y="3435846"/>
            <a:ext cx="2492990" cy="1015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递归算法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zh-CN" altLang="en-US" dirty="0"/>
              <a:t>第一步是“递归前进”</a:t>
            </a:r>
            <a:endParaRPr lang="en-US" altLang="zh-CN" dirty="0"/>
          </a:p>
          <a:p>
            <a:r>
              <a:rPr lang="zh-CN" altLang="en-US" dirty="0"/>
              <a:t>第二步是“递归返回”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72137"/>
            <a:ext cx="2990850" cy="352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1049675"/>
            <a:ext cx="4032448" cy="3657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58949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987574"/>
            <a:ext cx="71126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函数的递归调用是通过</a:t>
            </a:r>
            <a:r>
              <a:rPr lang="zh-CN" altLang="en-US" sz="2400" dirty="0">
                <a:latin typeface="+mn-ea"/>
              </a:rPr>
              <a:t>（  ）来实现的。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线性表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链表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队列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栈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769" y="3208367"/>
            <a:ext cx="14859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33857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3024336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1043608" y="1671007"/>
            <a:ext cx="2088232" cy="286232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fun(1)=</a:t>
            </a:r>
            <a:endParaRPr lang="en-US" altLang="zh-CN" dirty="0"/>
          </a:p>
          <a:p>
            <a:r>
              <a:rPr lang="en-US" altLang="zh-CN" dirty="0"/>
              <a:t>fun(2)=</a:t>
            </a:r>
            <a:endParaRPr lang="en-US" altLang="zh-CN" dirty="0"/>
          </a:p>
          <a:p>
            <a:r>
              <a:rPr lang="en-US" altLang="zh-CN" dirty="0"/>
              <a:t>fun(3)=</a:t>
            </a:r>
            <a:endParaRPr lang="en-US" altLang="zh-CN" dirty="0"/>
          </a:p>
          <a:p>
            <a:r>
              <a:rPr lang="en-US" altLang="zh-CN" dirty="0"/>
              <a:t>fun(4)=</a:t>
            </a:r>
            <a:endParaRPr lang="en-US" altLang="zh-CN" dirty="0"/>
          </a:p>
          <a:p>
            <a:r>
              <a:rPr lang="en-US" altLang="zh-CN" dirty="0"/>
              <a:t>fun(5)=</a:t>
            </a:r>
            <a:endParaRPr lang="en-US" altLang="zh-CN" dirty="0"/>
          </a:p>
          <a:p>
            <a:r>
              <a:rPr lang="en-US" altLang="zh-CN" dirty="0"/>
              <a:t>fun(6)=</a:t>
            </a:r>
            <a:endParaRPr lang="en-US" altLang="zh-CN" dirty="0"/>
          </a:p>
          <a:p>
            <a:r>
              <a:rPr lang="en-US" altLang="zh-CN" dirty="0"/>
              <a:t>fun(7)=</a:t>
            </a:r>
            <a:endParaRPr lang="en-US" altLang="zh-CN" dirty="0"/>
          </a:p>
          <a:p>
            <a:r>
              <a:rPr lang="en-US" altLang="zh-CN" dirty="0"/>
              <a:t>fun(8)=</a:t>
            </a:r>
            <a:endParaRPr lang="en-US" altLang="zh-CN" dirty="0"/>
          </a:p>
          <a:p>
            <a:r>
              <a:rPr lang="en-US" altLang="zh-CN" dirty="0"/>
              <a:t>fun(9)=</a:t>
            </a:r>
            <a:endParaRPr lang="en-US" altLang="zh-CN" dirty="0"/>
          </a:p>
          <a:p>
            <a:r>
              <a:rPr lang="en-US" altLang="zh-CN" dirty="0"/>
              <a:t>fun(10)=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995936" y="4348663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049" y="753156"/>
            <a:ext cx="3152775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769" y="3208367"/>
            <a:ext cx="14859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3112" y="582693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98600" y="1267530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小风：比第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位多投进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5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个球。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第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位：比第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2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位多投进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5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个球。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第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2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位：比第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1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位多投进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5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个球。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第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1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位：我一个球都没投进。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sz="1800" b="0" dirty="0">
              <a:solidFill>
                <a:prstClr val="black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440" y="764355"/>
            <a:ext cx="3105150" cy="398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344" y="3271411"/>
            <a:ext cx="14859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4284,&quot;width&quot;:426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WPS 演示</Application>
  <PresentationFormat>全屏显示(16:9)</PresentationFormat>
  <Paragraphs>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交作业啦——递归算法</vt:lpstr>
      <vt:lpstr>交作业啦——递归算法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132</cp:revision>
  <dcterms:created xsi:type="dcterms:W3CDTF">2018-07-03T13:24:00Z</dcterms:created>
  <dcterms:modified xsi:type="dcterms:W3CDTF">2021-10-24T14:40:25Z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4AD625BE36A94DDBA5D7C22B5B7A3295</vt:lpwstr>
  </property>
  <property fmtid="{D5CDD505-2E9C-101B-9397-08002B2CF9AE}" pid="3" name="KSOProductBuildVer">
    <vt:lpwstr>2052-11.1.0.11045</vt:lpwstr>
  </property>
</Properties>
</file>