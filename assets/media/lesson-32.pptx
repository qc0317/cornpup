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8" r:id="rId3"/>
    <p:sldId id="269" r:id="rId4"/>
    <p:sldId id="286" r:id="rId5"/>
    <p:sldId id="287" r:id="rId6"/>
    <p:sldId id="275" r:id="rId7"/>
    <p:sldId id="267" r:id="rId8"/>
    <p:sldId id="280" r:id="rId9"/>
    <p:sldId id="290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3721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(continue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168" y="663863"/>
            <a:ext cx="8229600" cy="641226"/>
          </a:xfrm>
        </p:spPr>
        <p:txBody>
          <a:bodyPr/>
          <a:lstStyle/>
          <a:p>
            <a:r>
              <a:rPr lang="en-US" altLang="zh-CN" dirty="0">
                <a:solidFill>
                  <a:srgbClr val="00B0F0"/>
                </a:solidFill>
              </a:rPr>
              <a:t>3721</a:t>
            </a:r>
            <a:r>
              <a:rPr lang="zh-CN" altLang="en-US" dirty="0">
                <a:solidFill>
                  <a:srgbClr val="00B0F0"/>
                </a:solidFill>
              </a:rPr>
              <a:t>数</a:t>
            </a:r>
            <a:r>
              <a:rPr lang="en-US" altLang="zh-CN" sz="2400" dirty="0">
                <a:solidFill>
                  <a:srgbClr val="00B0F0"/>
                </a:solidFill>
              </a:rPr>
              <a:t>——continue</a:t>
            </a:r>
            <a:r>
              <a:rPr lang="zh-CN" altLang="en-US" sz="2400" dirty="0">
                <a:solidFill>
                  <a:srgbClr val="00B0F0"/>
                </a:solidFill>
              </a:rPr>
              <a:t>语句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75656" y="1396015"/>
            <a:ext cx="5827236" cy="1015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j-ea"/>
                <a:ea typeface="+mj-ea"/>
              </a:rPr>
              <a:t>8</a:t>
            </a:r>
            <a:r>
              <a:rPr lang="zh-CN" altLang="en-US" sz="2000" dirty="0">
                <a:latin typeface="+mj-ea"/>
                <a:ea typeface="+mj-ea"/>
              </a:rPr>
              <a:t>除以</a:t>
            </a:r>
            <a:r>
              <a:rPr lang="en-US" altLang="zh-CN" sz="2000" dirty="0">
                <a:latin typeface="+mj-ea"/>
                <a:ea typeface="+mj-ea"/>
              </a:rPr>
              <a:t>3</a:t>
            </a:r>
            <a:r>
              <a:rPr lang="zh-CN" altLang="en-US" sz="2000" dirty="0">
                <a:latin typeface="+mj-ea"/>
                <a:ea typeface="+mj-ea"/>
              </a:rPr>
              <a:t>余</a:t>
            </a:r>
            <a:r>
              <a:rPr lang="en-US" altLang="zh-CN" sz="2000" dirty="0">
                <a:latin typeface="+mj-ea"/>
                <a:ea typeface="+mj-ea"/>
              </a:rPr>
              <a:t>2</a:t>
            </a:r>
            <a:r>
              <a:rPr lang="zh-CN" altLang="en-US" sz="2000" dirty="0">
                <a:latin typeface="+mj-ea"/>
                <a:ea typeface="+mj-ea"/>
              </a:rPr>
              <a:t>，</a:t>
            </a:r>
            <a:r>
              <a:rPr lang="en-US" altLang="zh-CN" sz="2000" dirty="0">
                <a:latin typeface="+mj-ea"/>
                <a:ea typeface="+mj-ea"/>
              </a:rPr>
              <a:t>8</a:t>
            </a:r>
            <a:r>
              <a:rPr lang="zh-CN" altLang="en-US" sz="2000" dirty="0">
                <a:latin typeface="+mj-ea"/>
                <a:ea typeface="+mj-ea"/>
              </a:rPr>
              <a:t>除以</a:t>
            </a:r>
            <a:r>
              <a:rPr lang="en-US" altLang="zh-CN" sz="2000" dirty="0">
                <a:latin typeface="+mj-ea"/>
                <a:ea typeface="+mj-ea"/>
              </a:rPr>
              <a:t>7</a:t>
            </a:r>
            <a:r>
              <a:rPr lang="zh-CN" altLang="en-US" sz="2000" dirty="0">
                <a:latin typeface="+mj-ea"/>
                <a:ea typeface="+mj-ea"/>
              </a:rPr>
              <a:t>余</a:t>
            </a:r>
            <a:r>
              <a:rPr lang="en-US" altLang="zh-CN" sz="2000" dirty="0">
                <a:latin typeface="+mj-ea"/>
                <a:ea typeface="+mj-ea"/>
              </a:rPr>
              <a:t>1</a:t>
            </a:r>
            <a:r>
              <a:rPr lang="zh-CN" altLang="en-US" sz="2000" dirty="0">
                <a:latin typeface="+mj-ea"/>
                <a:ea typeface="+mj-ea"/>
              </a:rPr>
              <a:t>。</a:t>
            </a:r>
            <a:endParaRPr lang="en-US" altLang="zh-CN" sz="2000" dirty="0">
              <a:latin typeface="+mj-ea"/>
              <a:ea typeface="+mj-ea"/>
            </a:endParaRPr>
          </a:p>
          <a:p>
            <a:r>
              <a:rPr lang="zh-CN" altLang="en-US" sz="2000" dirty="0">
                <a:latin typeface="+mj-ea"/>
                <a:ea typeface="+mj-ea"/>
              </a:rPr>
              <a:t>这种除以</a:t>
            </a:r>
            <a:r>
              <a:rPr lang="en-US" altLang="zh-CN" sz="2000" dirty="0">
                <a:latin typeface="+mj-ea"/>
                <a:ea typeface="+mj-ea"/>
              </a:rPr>
              <a:t>3</a:t>
            </a:r>
            <a:r>
              <a:rPr lang="zh-CN" altLang="en-US" sz="2000" dirty="0">
                <a:latin typeface="+mj-ea"/>
                <a:ea typeface="+mj-ea"/>
              </a:rPr>
              <a:t>余</a:t>
            </a:r>
            <a:r>
              <a:rPr lang="en-US" altLang="zh-CN" sz="2000" dirty="0">
                <a:latin typeface="+mj-ea"/>
                <a:ea typeface="+mj-ea"/>
              </a:rPr>
              <a:t>2</a:t>
            </a:r>
            <a:r>
              <a:rPr lang="zh-CN" altLang="en-US" sz="2000" dirty="0">
                <a:latin typeface="+mj-ea"/>
                <a:ea typeface="+mj-ea"/>
              </a:rPr>
              <a:t>同时除以</a:t>
            </a:r>
            <a:r>
              <a:rPr lang="en-US" altLang="zh-CN" sz="2000" dirty="0">
                <a:latin typeface="+mj-ea"/>
                <a:ea typeface="+mj-ea"/>
              </a:rPr>
              <a:t>7</a:t>
            </a:r>
            <a:r>
              <a:rPr lang="zh-CN" altLang="en-US" sz="2000" dirty="0">
                <a:latin typeface="+mj-ea"/>
                <a:ea typeface="+mj-ea"/>
              </a:rPr>
              <a:t>余</a:t>
            </a:r>
            <a:r>
              <a:rPr lang="en-US" altLang="zh-CN" sz="2000" dirty="0">
                <a:latin typeface="+mj-ea"/>
                <a:ea typeface="+mj-ea"/>
              </a:rPr>
              <a:t>1</a:t>
            </a:r>
            <a:r>
              <a:rPr lang="zh-CN" altLang="en-US" sz="2000" dirty="0">
                <a:latin typeface="+mj-ea"/>
                <a:ea typeface="+mj-ea"/>
              </a:rPr>
              <a:t>的数称为“</a:t>
            </a:r>
            <a:r>
              <a:rPr lang="en-US" altLang="zh-CN" sz="2000" dirty="0">
                <a:latin typeface="+mj-ea"/>
                <a:ea typeface="+mj-ea"/>
              </a:rPr>
              <a:t>3721</a:t>
            </a:r>
            <a:r>
              <a:rPr lang="zh-CN" altLang="en-US" sz="2000" dirty="0">
                <a:latin typeface="+mj-ea"/>
                <a:ea typeface="+mj-ea"/>
              </a:rPr>
              <a:t>”数。</a:t>
            </a:r>
            <a:endParaRPr lang="en-US" altLang="zh-CN" sz="2000" dirty="0">
              <a:latin typeface="+mj-ea"/>
              <a:ea typeface="+mj-ea"/>
            </a:endParaRPr>
          </a:p>
          <a:p>
            <a:r>
              <a:rPr lang="en-US" altLang="zh-CN" sz="2000" dirty="0">
                <a:latin typeface="+mj-ea"/>
                <a:ea typeface="+mj-ea"/>
              </a:rPr>
              <a:t>200</a:t>
            </a:r>
            <a:r>
              <a:rPr lang="zh-CN" altLang="en-US" sz="2000" dirty="0">
                <a:latin typeface="+mj-ea"/>
                <a:ea typeface="+mj-ea"/>
              </a:rPr>
              <a:t>以内的还有哪些？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7" name="AutoShape 988"/>
          <p:cNvSpPr>
            <a:spLocks noChangeArrowheads="1"/>
          </p:cNvSpPr>
          <p:nvPr/>
        </p:nvSpPr>
        <p:spPr bwMode="auto">
          <a:xfrm>
            <a:off x="4932555" y="2738658"/>
            <a:ext cx="3717562" cy="187220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试编一程序，输出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200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以内所有的“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3721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”数。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1820" y="300355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152" y="844064"/>
            <a:ext cx="2395427" cy="37633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84475" y="915566"/>
            <a:ext cx="4104456" cy="2399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明明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的方法：枚举</a:t>
            </a:r>
            <a:endParaRPr lang="en-US" altLang="zh-CN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我是枚举小高手，用循环语句枚举出所有的数，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1,2,3,4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，。。。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判断每个数字是不是“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3721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”数，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若是，就输出这个数字。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 descr="图片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965" y="3363595"/>
            <a:ext cx="1444625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660683" y="1131590"/>
            <a:ext cx="4104456" cy="1938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美美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的方法：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continue</a:t>
            </a:r>
            <a:endParaRPr lang="en-US" altLang="zh-CN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用循环枚举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1-200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的所有数字，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如果不是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3721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数，就用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continue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跳过输出语句。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60" y="772309"/>
            <a:ext cx="2617864" cy="388200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877312" y="3375647"/>
            <a:ext cx="3671198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continue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跳过本次循环中尚未执行的语句，</a:t>
            </a:r>
            <a:endParaRPr lang="en-US" altLang="zh-CN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提前结束本次循环，</a:t>
            </a:r>
            <a:endParaRPr lang="en-US" altLang="zh-CN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直接开始下次的循环判断。</a:t>
            </a:r>
            <a:endParaRPr lang="en-US" altLang="zh-CN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 descr="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3460"/>
            <a:ext cx="1179830" cy="20866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168" y="987574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7416824" cy="2958976"/>
          </a:xfrm>
        </p:spPr>
        <p:txBody>
          <a:bodyPr/>
          <a:lstStyle/>
          <a:p>
            <a:pPr lvl="1"/>
            <a:r>
              <a:rPr lang="en-US" altLang="zh-CN" sz="3200" dirty="0"/>
              <a:t>continue  </a:t>
            </a:r>
            <a:r>
              <a:rPr lang="zh-CN" altLang="en-US" sz="3200" dirty="0"/>
              <a:t>继续；结束本次循环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355" y="2196054"/>
            <a:ext cx="2483346" cy="24833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3290" y="676890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断电后丢失数据的存储器是（  ）。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RAM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盘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硬盘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光盘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69634" y="764798"/>
            <a:ext cx="4936302" cy="31311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dirty="0"/>
              <a:t>2</a:t>
            </a:r>
            <a:r>
              <a:rPr lang="zh-CN" altLang="en-US" sz="1800" dirty="0"/>
              <a:t>、阅读程序写结果。</a:t>
            </a:r>
            <a:endParaRPr lang="en-US" altLang="zh-CN" sz="18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600" b="0" dirty="0">
                <a:latin typeface="+mn-lt"/>
              </a:rPr>
              <a:t>#include&lt;</a:t>
            </a:r>
            <a:r>
              <a:rPr lang="en-US" altLang="zh-CN" sz="1600" b="0" dirty="0" err="1">
                <a:latin typeface="+mn-lt"/>
              </a:rPr>
              <a:t>iostream</a:t>
            </a:r>
            <a:r>
              <a:rPr lang="en-US" altLang="zh-CN" sz="1600" b="0" dirty="0">
                <a:latin typeface="+mn-lt"/>
              </a:rPr>
              <a:t>&gt;</a:t>
            </a:r>
            <a:endParaRPr lang="en-US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600" b="0" dirty="0">
                <a:latin typeface="+mn-lt"/>
              </a:rPr>
              <a:t>using namespace </a:t>
            </a:r>
            <a:r>
              <a:rPr lang="en-US" altLang="zh-CN" sz="1600" b="0" dirty="0" err="1">
                <a:latin typeface="+mn-lt"/>
              </a:rPr>
              <a:t>std</a:t>
            </a:r>
            <a:r>
              <a:rPr lang="en-US" altLang="zh-CN" sz="1600" b="0" dirty="0">
                <a:latin typeface="+mn-lt"/>
              </a:rPr>
              <a:t>;</a:t>
            </a:r>
            <a:endParaRPr lang="en-US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600" b="0" dirty="0" err="1">
                <a:latin typeface="+mn-lt"/>
              </a:rPr>
              <a:t>int</a:t>
            </a:r>
            <a:r>
              <a:rPr lang="en-US" altLang="zh-CN" sz="1600" b="0" dirty="0">
                <a:latin typeface="+mn-lt"/>
              </a:rPr>
              <a:t> main()</a:t>
            </a:r>
            <a:endParaRPr lang="en-US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600" b="0" dirty="0">
                <a:latin typeface="+mn-lt"/>
              </a:rPr>
              <a:t>{</a:t>
            </a:r>
            <a:endParaRPr lang="en-US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for(int i=7;i&gt;=1;i--)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 {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       if(i%2==0)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	continue;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       cout&lt;&lt;i;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       if(i==1)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                 continue;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       cout&lt;&lt;',';</a:t>
            </a:r>
            <a:endParaRPr lang="fr-FR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fr-FR" altLang="zh-CN" sz="1600" b="0" dirty="0">
                <a:latin typeface="+mn-lt"/>
              </a:rPr>
              <a:t>       }</a:t>
            </a:r>
            <a:r>
              <a:rPr lang="en-US" altLang="zh-CN" sz="1600" b="0" dirty="0">
                <a:latin typeface="+mn-lt"/>
              </a:rPr>
              <a:t>      </a:t>
            </a:r>
            <a:endParaRPr lang="en-US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600" b="0" dirty="0">
                <a:latin typeface="+mn-lt"/>
              </a:rPr>
              <a:t>      return 0;</a:t>
            </a:r>
            <a:endParaRPr lang="en-US" altLang="zh-CN" sz="16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600" b="0" dirty="0">
                <a:latin typeface="+mn-lt"/>
              </a:rPr>
              <a:t>}</a:t>
            </a:r>
            <a:r>
              <a:rPr lang="zh-CN" altLang="en-US" sz="1800" dirty="0">
                <a:latin typeface="+mn-lt"/>
              </a:rPr>
              <a:t>        </a:t>
            </a:r>
            <a:r>
              <a:rPr lang="zh-CN" altLang="en-US" sz="1800" dirty="0"/>
              <a:t> </a:t>
            </a:r>
            <a:endParaRPr lang="en-US" altLang="zh-CN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i     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551264" y="3967743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51947" y="699542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971600" y="1697681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输出</a:t>
            </a:r>
            <a:r>
              <a:rPr lang="en-US" altLang="zh-CN" sz="1800" b="0" dirty="0">
                <a:solidFill>
                  <a:prstClr val="black"/>
                </a:solidFill>
              </a:rPr>
              <a:t>100</a:t>
            </a:r>
            <a:r>
              <a:rPr lang="zh-CN" altLang="en-US" sz="1800" b="0" dirty="0">
                <a:solidFill>
                  <a:prstClr val="black"/>
                </a:solidFill>
              </a:rPr>
              <a:t>以内的所有的偶数？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37370" y="843558"/>
            <a:ext cx="4511094" cy="28007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for(i=2;i&lt;=100;______)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&lt;&lt;___________&lt;&lt;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62652" y="4282574"/>
            <a:ext cx="3860800" cy="3683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</Words>
  <Application>WPS 演示</Application>
  <PresentationFormat>全屏显示(16:9)</PresentationFormat>
  <Paragraphs>87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3721数——continue语句</vt:lpstr>
      <vt:lpstr> 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65</cp:revision>
  <dcterms:created xsi:type="dcterms:W3CDTF">2018-07-03T13:24:00Z</dcterms:created>
  <dcterms:modified xsi:type="dcterms:W3CDTF">2021-06-17T06:13:49Z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C888872B47454A419B2C00A5190F1294</vt:lpwstr>
  </property>
  <property fmtid="{D5CDD505-2E9C-101B-9397-08002B2CF9AE}" pid="3" name="KSOProductBuildVer">
    <vt:lpwstr>2052-11.1.0.10577</vt:lpwstr>
  </property>
</Properties>
</file>