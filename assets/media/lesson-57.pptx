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2"/>
    <p:sldId id="269" r:id="rId3"/>
    <p:sldId id="281" r:id="rId4"/>
    <p:sldId id="282" r:id="rId5"/>
    <p:sldId id="267" r:id="rId6"/>
    <p:sldId id="280" r:id="rId7"/>
    <p:sldId id="285" r:id="rId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九九乘法表双重循环的应用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48955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九九乘法表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双重循环的应用</a:t>
            </a:r>
          </a:p>
        </p:txBody>
      </p:sp>
      <p:sp>
        <p:nvSpPr>
          <p:cNvPr id="6" name="AutoShape 899"/>
          <p:cNvSpPr>
            <a:spLocks noChangeArrowheads="1"/>
          </p:cNvSpPr>
          <p:nvPr/>
        </p:nvSpPr>
        <p:spPr bwMode="auto">
          <a:xfrm>
            <a:off x="3419872" y="1779662"/>
            <a:ext cx="3849382" cy="119921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试编一程序，输出九九乘法表。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67221" y="3219822"/>
            <a:ext cx="1403337" cy="1528875"/>
          </a:xfrm>
          <a:prstGeom prst="rect">
            <a:avLst/>
          </a:prstGeom>
        </p:spPr>
      </p:pic>
      <p:pic>
        <p:nvPicPr>
          <p:cNvPr id="4" name="图片 3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9115" y="1779905"/>
            <a:ext cx="2513965" cy="2524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0" y="506562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640" y="831295"/>
            <a:ext cx="3007184" cy="38938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600" y="1342378"/>
            <a:ext cx="3985386" cy="12913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可用双重循环实现。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外层循环</a:t>
            </a:r>
            <a:r>
              <a:rPr lang="en-US" altLang="zh-CN" dirty="0"/>
              <a:t>i</a:t>
            </a:r>
            <a:r>
              <a:rPr lang="zh-CN" altLang="en-US" dirty="0"/>
              <a:t>控制行，内层循环</a:t>
            </a:r>
            <a:r>
              <a:rPr lang="en-US" altLang="zh-CN" dirty="0"/>
              <a:t>j</a:t>
            </a:r>
            <a:r>
              <a:rPr lang="zh-CN" altLang="en-US" dirty="0"/>
              <a:t>控制列，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输出的值为</a:t>
            </a:r>
            <a:r>
              <a:rPr lang="en-US" altLang="zh-CN" dirty="0"/>
              <a:t>i</a:t>
            </a:r>
            <a:r>
              <a:rPr lang="zh-CN" altLang="en-US" dirty="0"/>
              <a:t>*</a:t>
            </a:r>
            <a:r>
              <a:rPr lang="en-US" altLang="zh-CN" dirty="0"/>
              <a:t>j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2859782"/>
            <a:ext cx="5212073" cy="1332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683568" y="1145681"/>
            <a:ext cx="648072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#include&lt;</a:t>
            </a:r>
            <a:r>
              <a:rPr lang="en-US" altLang="zh-CN" dirty="0" err="1"/>
              <a:t>iomanip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i,j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	for(i=1;i&lt;=9;i++)</a:t>
            </a:r>
          </a:p>
          <a:p>
            <a:r>
              <a:rPr lang="en-US" altLang="zh-CN" dirty="0"/>
              <a:t> 	{</a:t>
            </a:r>
          </a:p>
          <a:p>
            <a:r>
              <a:rPr lang="en-US" altLang="zh-CN" dirty="0"/>
              <a:t>    	for(j=1;j&lt;=</a:t>
            </a:r>
            <a:r>
              <a:rPr lang="en-US" altLang="zh-CN" dirty="0" err="1"/>
              <a:t>i;j</a:t>
            </a:r>
            <a:r>
              <a:rPr lang="en-US" altLang="zh-CN" dirty="0"/>
              <a:t>++)</a:t>
            </a:r>
          </a:p>
          <a:p>
            <a:r>
              <a:rPr lang="en-US" altLang="zh-CN" dirty="0"/>
              <a:t>      		</a:t>
            </a:r>
            <a:r>
              <a:rPr lang="en-US" altLang="zh-CN" dirty="0" err="1"/>
              <a:t>cout</a:t>
            </a:r>
            <a:r>
              <a:rPr lang="en-US" altLang="zh-CN" dirty="0"/>
              <a:t>&lt;&lt;i&lt;&lt;'*'&lt;&lt;j&lt;&lt;'='&lt;&lt;</a:t>
            </a:r>
            <a:r>
              <a:rPr lang="en-US" altLang="zh-CN" dirty="0" err="1"/>
              <a:t>setw</a:t>
            </a:r>
            <a:r>
              <a:rPr lang="en-US" altLang="zh-CN" dirty="0"/>
              <a:t>(2)&lt;&lt;i*j&lt;&lt;"  ";</a:t>
            </a:r>
          </a:p>
          <a:p>
            <a:r>
              <a:rPr lang="en-US" altLang="zh-CN" dirty="0"/>
              <a:t>    	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	}	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939" y="1005491"/>
            <a:ext cx="2821861" cy="22462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3775" y="597239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726" y="1494049"/>
            <a:ext cx="257612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、物联网在生活中得到了越来越广泛的应用，下列不属于物联网应用的是（  ）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手机远程遥控家中电器的运行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电视遥控器遥控电视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高速公路收费站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ETC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通道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手机远程遥控蔬菜大棚的温度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63642" y="873752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771550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i       j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04248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412224"/>
            <a:ext cx="3219450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uiExpand="1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814" y="538594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求数</a:t>
            </a:r>
            <a:r>
              <a:rPr lang="en-US" altLang="zh-CN" sz="1800" b="0" dirty="0">
                <a:solidFill>
                  <a:prstClr val="black"/>
                </a:solidFill>
              </a:rPr>
              <a:t>9/99</a:t>
            </a:r>
            <a:r>
              <a:rPr lang="zh-CN" altLang="en-US" sz="1800" b="0" dirty="0">
                <a:solidFill>
                  <a:prstClr val="black"/>
                </a:solidFill>
              </a:rPr>
              <a:t>在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prstClr val="black"/>
                </a:solidFill>
              </a:rPr>
              <a:t>1/1,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prstClr val="black"/>
                </a:solidFill>
              </a:rPr>
              <a:t>1/2,2/2,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prstClr val="black"/>
                </a:solidFill>
              </a:rPr>
              <a:t>1/3,2/3,3/3,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prstClr val="black"/>
                </a:solidFill>
              </a:rPr>
              <a:t>1/4, 2/4,3/4,4/4,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b="0" dirty="0">
                <a:solidFill>
                  <a:prstClr val="black"/>
                </a:solidFill>
              </a:rPr>
              <a:t>…</a:t>
            </a:r>
            <a:r>
              <a:rPr lang="zh-CN" altLang="en-US" sz="1800" b="0" dirty="0">
                <a:solidFill>
                  <a:prstClr val="black"/>
                </a:solidFill>
              </a:rPr>
              <a:t>的序列中排在第几位？</a:t>
            </a:r>
            <a:endParaRPr lang="en-US" altLang="zh-CN" sz="1800" b="0" dirty="0">
              <a:solidFill>
                <a:prstClr val="black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384" y="915566"/>
            <a:ext cx="3582364" cy="3893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407.6771653543306,&quot;width&quot;:2209.97952755905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75,&quot;width&quot;:226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236</Words>
  <Application>Microsoft Office PowerPoint</Application>
  <PresentationFormat>全屏显示(16:9)</PresentationFormat>
  <Paragraphs>44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仿宋</vt:lpstr>
      <vt:lpstr>黑体</vt:lpstr>
      <vt:lpstr>微软雅黑</vt:lpstr>
      <vt:lpstr>Arial</vt:lpstr>
      <vt:lpstr>Calibri</vt:lpstr>
      <vt:lpstr>Office 主题</vt:lpstr>
      <vt:lpstr>PowerPoint 演示文稿</vt:lpstr>
      <vt:lpstr>九九乘法表——双重循环的应用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asus</cp:lastModifiedBy>
  <cp:revision>76</cp:revision>
  <dcterms:created xsi:type="dcterms:W3CDTF">2018-07-03T13:24:00Z</dcterms:created>
  <dcterms:modified xsi:type="dcterms:W3CDTF">2021-11-02T07:05:27Z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72EEAFFA16D94AB89E3633B8B0BF6AA8</vt:lpwstr>
  </property>
  <property fmtid="{D5CDD505-2E9C-101B-9397-08002B2CF9AE}" pid="3" name="KSOProductBuildVer">
    <vt:lpwstr>2052-11.1.0.10700</vt:lpwstr>
  </property>
</Properties>
</file>