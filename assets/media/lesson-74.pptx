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9" r:id="rId4"/>
    <p:sldId id="294" r:id="rId5"/>
    <p:sldId id="295" r:id="rId6"/>
    <p:sldId id="293" r:id="rId7"/>
    <p:sldId id="288" r:id="rId8"/>
    <p:sldId id="280" r:id="rId9"/>
    <p:sldId id="296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tags" Target="../tags/tag1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丑数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函数的应用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94953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丑数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函数的应用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AutoShape 1037"/>
          <p:cNvSpPr>
            <a:spLocks noChangeArrowheads="1"/>
          </p:cNvSpPr>
          <p:nvPr/>
        </p:nvSpPr>
        <p:spPr bwMode="auto">
          <a:xfrm>
            <a:off x="4283968" y="2373962"/>
            <a:ext cx="4257675" cy="2022326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先定义一个判断丑数的函数，利用它输出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sz="28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之间所有的丑数，并统计出个数。</a:t>
            </a:r>
            <a:endParaRPr lang="zh-CN" sz="28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3407" y="1347614"/>
            <a:ext cx="5848076" cy="92333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我们把只包含因子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和</a:t>
            </a:r>
            <a:r>
              <a:rPr lang="en-US" altLang="zh-CN" dirty="0"/>
              <a:t>5</a:t>
            </a:r>
            <a:r>
              <a:rPr lang="zh-CN" altLang="en-US" dirty="0"/>
              <a:t>的数称为丑数。</a:t>
            </a:r>
            <a:endParaRPr lang="en-US" altLang="zh-CN" dirty="0"/>
          </a:p>
          <a:p>
            <a:r>
              <a:rPr lang="zh-CN" altLang="en-US" dirty="0"/>
              <a:t>例如，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8</a:t>
            </a:r>
            <a:r>
              <a:rPr lang="zh-CN" altLang="en-US" dirty="0"/>
              <a:t>都是丑数，但是</a:t>
            </a:r>
            <a:r>
              <a:rPr lang="en-US" altLang="zh-CN" dirty="0"/>
              <a:t>14</a:t>
            </a:r>
            <a:r>
              <a:rPr lang="zh-CN" altLang="en-US" dirty="0"/>
              <a:t>不是，因为它包含因子</a:t>
            </a:r>
            <a:r>
              <a:rPr lang="en-US" altLang="zh-CN" dirty="0"/>
              <a:t>7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习惯上，我们把</a:t>
            </a:r>
            <a:r>
              <a:rPr lang="en-US" altLang="zh-CN" dirty="0"/>
              <a:t>1</a:t>
            </a:r>
            <a:r>
              <a:rPr lang="zh-CN" altLang="en-US" dirty="0"/>
              <a:t>当做第一个丑数。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88" y="2558932"/>
            <a:ext cx="1606813" cy="1510017"/>
          </a:xfrm>
          <a:prstGeom prst="rect">
            <a:avLst/>
          </a:prstGeom>
        </p:spPr>
      </p:pic>
      <p:pic>
        <p:nvPicPr>
          <p:cNvPr id="9" name="图片 8" descr="图片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7540" y="2284095"/>
            <a:ext cx="2708275" cy="272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71600" y="2270507"/>
            <a:ext cx="7372531" cy="25545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/>
              <a:t>根据丑数的定义，丑数只能被</a:t>
            </a:r>
            <a:r>
              <a:rPr lang="en-US" altLang="zh-CN" sz="2000" dirty="0"/>
              <a:t>2</a:t>
            </a:r>
            <a:r>
              <a:rPr lang="zh-CN" altLang="en-US" sz="2000" dirty="0"/>
              <a:t>、</a:t>
            </a:r>
            <a:r>
              <a:rPr lang="en-US" altLang="zh-CN" sz="2000" dirty="0"/>
              <a:t>3</a:t>
            </a:r>
            <a:r>
              <a:rPr lang="zh-CN" altLang="en-US" sz="2000" dirty="0"/>
              <a:t>、</a:t>
            </a:r>
            <a:r>
              <a:rPr lang="en-US" altLang="zh-CN" sz="2000" dirty="0"/>
              <a:t>5</a:t>
            </a:r>
            <a:r>
              <a:rPr lang="zh-CN" altLang="en-US" sz="2000" dirty="0"/>
              <a:t>整除。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也就是说一个数如果能被</a:t>
            </a:r>
            <a:r>
              <a:rPr lang="en-US" altLang="zh-CN" sz="2000" dirty="0"/>
              <a:t>2</a:t>
            </a:r>
            <a:r>
              <a:rPr lang="zh-CN" altLang="en-US" sz="2000" dirty="0"/>
              <a:t>整除，就连续除以</a:t>
            </a:r>
            <a:r>
              <a:rPr lang="en-US" altLang="zh-CN" sz="2000" dirty="0"/>
              <a:t>2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如果能被</a:t>
            </a:r>
            <a:r>
              <a:rPr lang="en-US" altLang="zh-CN" sz="2000" dirty="0"/>
              <a:t>3</a:t>
            </a:r>
            <a:r>
              <a:rPr lang="zh-CN" altLang="en-US" sz="2000" dirty="0"/>
              <a:t>整除，就连续除以</a:t>
            </a:r>
            <a:r>
              <a:rPr lang="en-US" altLang="zh-CN" sz="2000" dirty="0"/>
              <a:t>3</a:t>
            </a:r>
            <a:r>
              <a:rPr lang="zh-CN" altLang="en-US" sz="2000" dirty="0"/>
              <a:t>；如果能被</a:t>
            </a:r>
            <a:r>
              <a:rPr lang="en-US" altLang="zh-CN" sz="2000" dirty="0"/>
              <a:t>5</a:t>
            </a:r>
            <a:r>
              <a:rPr lang="zh-CN" altLang="en-US" sz="2000" dirty="0"/>
              <a:t>整除，就连续除以</a:t>
            </a:r>
            <a:r>
              <a:rPr lang="en-US" altLang="zh-CN" sz="2000" dirty="0"/>
              <a:t>5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>
              <a:lnSpc>
                <a:spcPct val="200000"/>
              </a:lnSpc>
            </a:pPr>
            <a:r>
              <a:rPr lang="zh-CN" altLang="en-US" sz="2000" dirty="0"/>
              <a:t>如果最后我们得到的数是</a:t>
            </a:r>
            <a:r>
              <a:rPr lang="en-US" altLang="zh-CN" sz="2000" dirty="0"/>
              <a:t>1</a:t>
            </a:r>
            <a:r>
              <a:rPr lang="zh-CN" altLang="en-US" sz="2000" dirty="0"/>
              <a:t>，那么这数就是丑数，否则不是。</a:t>
            </a:r>
            <a:endParaRPr lang="zh-CN" altLang="en-US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54" y="804349"/>
            <a:ext cx="1301856" cy="13800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39" y="1033462"/>
            <a:ext cx="2457450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6064" y="960797"/>
            <a:ext cx="363855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3489" y="2931790"/>
            <a:ext cx="1973499" cy="18653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7534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9592" y="987574"/>
            <a:ext cx="711262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</a:t>
            </a:r>
            <a:r>
              <a:rPr lang="zh-CN" altLang="en-US" dirty="0">
                <a:latin typeface="+mn-ea"/>
              </a:rPr>
              <a:t>有一个容量为</a:t>
            </a:r>
            <a:r>
              <a:rPr lang="en-US" altLang="zh-CN" dirty="0">
                <a:latin typeface="+mn-ea"/>
              </a:rPr>
              <a:t>5</a:t>
            </a:r>
            <a:r>
              <a:rPr lang="zh-CN" altLang="en-US" dirty="0">
                <a:latin typeface="+mn-ea"/>
              </a:rPr>
              <a:t>的栈，元素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 err="1">
                <a:latin typeface="+mn-ea"/>
              </a:rPr>
              <a:t>x,y,z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latin typeface="+mn-ea"/>
              </a:rPr>
              <a:t>按照</a:t>
            </a:r>
            <a:r>
              <a:rPr lang="en-US" altLang="zh-CN" dirty="0" err="1">
                <a:latin typeface="+mn-ea"/>
              </a:rPr>
              <a:t>x,y,z</a:t>
            </a:r>
            <a:r>
              <a:rPr lang="zh-CN" altLang="en-US" dirty="0">
                <a:latin typeface="+mn-ea"/>
              </a:rPr>
              <a:t>的次序依次入栈，如果入栈和出栈的的操作序列为：</a:t>
            </a:r>
            <a:endParaRPr lang="en-US" altLang="zh-CN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>
                <a:latin typeface="+mn-ea"/>
              </a:rPr>
              <a:t>入栈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--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入栈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--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出栈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--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入栈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--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出栈</a:t>
            </a:r>
            <a:r>
              <a:rPr lang="en-US" altLang="zh-CN" b="1" dirty="0">
                <a:latin typeface="+mn-ea"/>
                <a:sym typeface="Wingdings" panose="05000000000000000000" pitchFamily="2" charset="2"/>
              </a:rPr>
              <a:t>--</a:t>
            </a:r>
            <a:r>
              <a:rPr lang="zh-CN" altLang="en-US" b="1" dirty="0">
                <a:latin typeface="+mn-ea"/>
                <a:sym typeface="Wingdings" panose="05000000000000000000" pitchFamily="2" charset="2"/>
              </a:rPr>
              <a:t>出栈</a:t>
            </a:r>
            <a:r>
              <a:rPr lang="zh-CN" altLang="en-US" dirty="0">
                <a:latin typeface="+mn-ea"/>
                <a:sym typeface="Wingdings" panose="05000000000000000000" pitchFamily="2" charset="2"/>
              </a:rPr>
              <a:t>，</a:t>
            </a:r>
            <a:endParaRPr lang="en-US" altLang="zh-CN" dirty="0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  <a:sym typeface="Wingdings" panose="05000000000000000000" pitchFamily="2" charset="2"/>
              </a:rPr>
              <a:t>请问元素</a:t>
            </a:r>
            <a:r>
              <a:rPr lang="en-US" altLang="zh-CN" dirty="0">
                <a:latin typeface="+mn-ea"/>
                <a:sym typeface="Wingdings" panose="05000000000000000000" pitchFamily="2" charset="2"/>
              </a:rPr>
              <a:t>x</a:t>
            </a:r>
            <a:r>
              <a:rPr lang="zh-CN" altLang="en-US" dirty="0">
                <a:latin typeface="+mn-ea"/>
                <a:sym typeface="Wingdings" panose="05000000000000000000" pitchFamily="2" charset="2"/>
              </a:rPr>
              <a:t>是第（  ）个出栈的？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1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2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3</a:t>
            </a:r>
            <a:endParaRPr lang="en-US" altLang="zh-CN" dirty="0">
              <a:latin typeface="+mn-ea"/>
            </a:endParaRPr>
          </a:p>
          <a:p>
            <a:pPr marL="342900" indent="-342900">
              <a:buAutoNum type="alphaUcPeriod"/>
            </a:pPr>
            <a:r>
              <a:rPr lang="en-US" altLang="zh-CN" dirty="0">
                <a:latin typeface="+mn-ea"/>
              </a:rPr>
              <a:t>4</a:t>
            </a:r>
            <a:endParaRPr lang="en-US" altLang="zh-CN" dirty="0">
              <a:latin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288" y="3561414"/>
            <a:ext cx="1351985" cy="1232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6237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1635646"/>
            <a:ext cx="208823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21973" y="4407201"/>
            <a:ext cx="2093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970309"/>
            <a:ext cx="3384376" cy="3780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065" y="3565342"/>
            <a:ext cx="1351985" cy="1232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77058" y="659155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752711" y="1594814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定义一个判断回文数的函数。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利用它输出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100--1000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之间所有的回文数。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063" y="809401"/>
            <a:ext cx="3267810" cy="3984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873" y="3561414"/>
            <a:ext cx="1351985" cy="1232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</Words>
  <Application>WPS 演示</Application>
  <PresentationFormat>全屏显示(16:9)</PresentationFormat>
  <Paragraphs>57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丑数——函数的应用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116</cp:revision>
  <dcterms:created xsi:type="dcterms:W3CDTF">2018-07-03T13:24:00Z</dcterms:created>
  <dcterms:modified xsi:type="dcterms:W3CDTF">2021-10-22T13:59:53Z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A82F06ACAFDB4F46830927EF425854EB</vt:lpwstr>
  </property>
  <property fmtid="{D5CDD505-2E9C-101B-9397-08002B2CF9AE}" pid="3" name="KSOProductBuildVer">
    <vt:lpwstr>2052-11.1.0.10700</vt:lpwstr>
  </property>
</Properties>
</file>