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67" r:id="rId7"/>
    <p:sldId id="280" r:id="rId8"/>
    <p:sldId id="285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口算大师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31387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口算大师</a:t>
            </a:r>
            <a:r>
              <a:rPr lang="en-US" altLang="zh-CN" sz="2400" dirty="0">
                <a:solidFill>
                  <a:srgbClr val="00B0F0"/>
                </a:solidFill>
              </a:rPr>
              <a:t>——for</a:t>
            </a:r>
            <a:r>
              <a:rPr lang="zh-CN" altLang="en-US" sz="2400" dirty="0">
                <a:solidFill>
                  <a:srgbClr val="00B0F0"/>
                </a:solidFill>
              </a:rPr>
              <a:t>语句的应用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3121" y="3110937"/>
            <a:ext cx="2547550" cy="1547916"/>
          </a:xfrm>
          <a:prstGeom prst="rect">
            <a:avLst/>
          </a:prstGeom>
        </p:spPr>
      </p:pic>
      <p:sp>
        <p:nvSpPr>
          <p:cNvPr id="8" name="AutoShape 664"/>
          <p:cNvSpPr>
            <a:spLocks noChangeArrowheads="1"/>
          </p:cNvSpPr>
          <p:nvPr/>
        </p:nvSpPr>
        <p:spPr bwMode="auto">
          <a:xfrm>
            <a:off x="1957732" y="1794258"/>
            <a:ext cx="4824536" cy="221183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试编一个“口算大师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程序，随机出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道一位数加减法的算术题，每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完成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一题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后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判断对错，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每题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分，满分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分，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全部完成后输出成绩。</a:t>
            </a:r>
            <a:endParaRPr 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21780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4385" b="5684"/>
          <a:stretch>
            <a:fillRect/>
          </a:stretch>
        </p:blipFill>
        <p:spPr>
          <a:xfrm>
            <a:off x="5908364" y="551084"/>
            <a:ext cx="2352175" cy="40902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934" y="1102848"/>
            <a:ext cx="4689104" cy="1706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可以使用</a:t>
            </a:r>
            <a:r>
              <a:rPr lang="en-US" altLang="zh-CN" dirty="0"/>
              <a:t>rand()%9+1</a:t>
            </a:r>
            <a:r>
              <a:rPr lang="zh-CN" altLang="en-US" dirty="0"/>
              <a:t>随机产生一个一位数；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</a:t>
            </a:r>
            <a:r>
              <a:rPr lang="en-US" altLang="zh-CN" dirty="0"/>
              <a:t>rand()%2</a:t>
            </a:r>
            <a:r>
              <a:rPr lang="zh-CN" altLang="en-US" dirty="0"/>
              <a:t>，产生</a:t>
            </a:r>
            <a:r>
              <a:rPr lang="en-US" altLang="zh-CN" dirty="0"/>
              <a:t>0</a:t>
            </a:r>
            <a:r>
              <a:rPr lang="zh-CN" altLang="en-US" dirty="0"/>
              <a:t>代表加法，</a:t>
            </a:r>
            <a:r>
              <a:rPr lang="en-US" altLang="zh-CN" dirty="0"/>
              <a:t>1</a:t>
            </a:r>
            <a:r>
              <a:rPr lang="zh-CN" altLang="en-US" dirty="0"/>
              <a:t>代表减法；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当时减法运算且</a:t>
            </a:r>
            <a:r>
              <a:rPr lang="en-US" altLang="zh-CN" dirty="0"/>
              <a:t>a&lt;b</a:t>
            </a:r>
            <a:r>
              <a:rPr lang="zh-CN" altLang="en-US" dirty="0"/>
              <a:t>时，可以交换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的值，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也可以使用</a:t>
            </a:r>
            <a:r>
              <a:rPr lang="en-US" altLang="zh-CN" dirty="0"/>
              <a:t>b-a</a:t>
            </a:r>
            <a:r>
              <a:rPr lang="zh-CN" altLang="en-US" dirty="0"/>
              <a:t>，以确保被减数大于减数。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915189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124237"/>
            <a:ext cx="9080372" cy="482453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271129"/>
            <a:ext cx="8824928" cy="4603744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矩形 3"/>
          <p:cNvSpPr/>
          <p:nvPr/>
        </p:nvSpPr>
        <p:spPr>
          <a:xfrm>
            <a:off x="251520" y="714529"/>
            <a:ext cx="2520280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  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ctime</a:t>
            </a:r>
            <a:r>
              <a:rPr lang="en-US" altLang="zh-CN" sz="1600" dirty="0"/>
              <a:t>&gt;  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cstdlib</a:t>
            </a:r>
            <a:r>
              <a:rPr lang="en-US" altLang="zh-CN" sz="1600" dirty="0"/>
              <a:t>&gt;  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  </a:t>
            </a:r>
            <a:endParaRPr lang="en-US" altLang="zh-CN" sz="1600" dirty="0"/>
          </a:p>
          <a:p>
            <a:r>
              <a:rPr lang="en-US" altLang="zh-CN" sz="1600" dirty="0"/>
              <a:t>{ 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srand</a:t>
            </a:r>
            <a:r>
              <a:rPr lang="en-US" altLang="zh-CN" sz="1600" dirty="0"/>
              <a:t>(time(0));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x,y,symbol,ans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n,temp,sum</a:t>
            </a:r>
            <a:r>
              <a:rPr lang="en-US" altLang="zh-CN" sz="1600" dirty="0"/>
              <a:t>=0;   </a:t>
            </a:r>
            <a:endParaRPr lang="en-US" altLang="zh-CN" sz="1600" dirty="0"/>
          </a:p>
          <a:p>
            <a:r>
              <a:rPr lang="en-US" altLang="zh-CN" sz="1600" dirty="0"/>
              <a:t>  for(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i=0; i&lt;10; i++)  </a:t>
            </a:r>
            <a:endParaRPr lang="en-US" altLang="zh-CN" sz="1600" dirty="0"/>
          </a:p>
          <a:p>
            <a:r>
              <a:rPr lang="en-US" altLang="zh-CN" sz="1600" dirty="0"/>
              <a:t>  {  </a:t>
            </a:r>
            <a:endParaRPr lang="en-US" altLang="zh-CN" sz="1600" dirty="0"/>
          </a:p>
          <a:p>
            <a:r>
              <a:rPr lang="en-US" altLang="zh-CN" sz="1600" dirty="0"/>
              <a:t>    x=rand()%9+1;  </a:t>
            </a:r>
            <a:endParaRPr lang="en-US" altLang="zh-CN" sz="1600" dirty="0"/>
          </a:p>
          <a:p>
            <a:r>
              <a:rPr lang="en-US" altLang="zh-CN" sz="1600" dirty="0"/>
              <a:t>    y=rand()%9+1;  </a:t>
            </a:r>
            <a:endParaRPr lang="en-US" altLang="zh-CN" sz="1600" dirty="0"/>
          </a:p>
          <a:p>
            <a:r>
              <a:rPr lang="en-US" altLang="zh-CN" sz="1600" dirty="0"/>
              <a:t>    symbol=rand()%2;  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5941205" y="919833"/>
            <a:ext cx="2880320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&gt;&gt;n;  </a:t>
            </a:r>
            <a:endParaRPr lang="en-US" altLang="zh-CN" sz="1600" dirty="0"/>
          </a:p>
          <a:p>
            <a:r>
              <a:rPr lang="en-US" altLang="zh-CN" sz="1600" dirty="0"/>
              <a:t>    if(n==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) </a:t>
            </a:r>
            <a:endParaRPr lang="en-US" altLang="zh-CN" sz="1600" dirty="0"/>
          </a:p>
          <a:p>
            <a:r>
              <a:rPr lang="en-US" altLang="zh-CN" sz="1600" dirty="0"/>
              <a:t>    {</a:t>
            </a:r>
            <a:endParaRPr lang="en-US" altLang="zh-CN" sz="1600" dirty="0"/>
          </a:p>
          <a:p>
            <a:r>
              <a:rPr lang="en-US" altLang="zh-CN" sz="1600" dirty="0"/>
              <a:t>      sum+=10; 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    </a:t>
            </a:r>
            <a:r>
              <a:rPr lang="zh-CN" altLang="en-US" sz="1600" dirty="0"/>
              <a:t>对</a:t>
            </a:r>
            <a:r>
              <a:rPr lang="en-US" altLang="zh-CN" sz="1600" dirty="0"/>
              <a:t>! 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  </a:t>
            </a:r>
            <a:endParaRPr lang="en-US" altLang="zh-CN" sz="1600" dirty="0"/>
          </a:p>
          <a:p>
            <a:r>
              <a:rPr lang="en-US" altLang="zh-CN" sz="1600" dirty="0"/>
              <a:t>    }</a:t>
            </a:r>
            <a:endParaRPr lang="en-US" altLang="zh-CN" sz="1600" dirty="0"/>
          </a:p>
          <a:p>
            <a:r>
              <a:rPr lang="en-US" altLang="zh-CN" sz="1600" dirty="0"/>
              <a:t>    else  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    </a:t>
            </a:r>
            <a:r>
              <a:rPr lang="zh-CN" altLang="en-US" sz="1600" dirty="0"/>
              <a:t>错</a:t>
            </a:r>
            <a:r>
              <a:rPr lang="en-US" altLang="zh-CN" sz="1600" dirty="0"/>
              <a:t>! 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/>
              <a:t>  } 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得分：</a:t>
            </a:r>
            <a:r>
              <a:rPr lang="en-US" altLang="zh-CN" sz="1600" dirty="0"/>
              <a:t>"&lt;&lt;sum&lt;&lt;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/>
              <a:t>  return 0;  </a:t>
            </a:r>
            <a:endParaRPr lang="en-US" altLang="zh-CN" sz="1600" dirty="0"/>
          </a:p>
          <a:p>
            <a:r>
              <a:rPr lang="en-US" altLang="zh-CN" sz="1600" dirty="0"/>
              <a:t>} 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3058499" y="380237"/>
            <a:ext cx="2771800" cy="44319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 if(x&lt;y&amp;&amp;symbol==1) </a:t>
            </a:r>
            <a:endParaRPr lang="en-US" altLang="zh-CN" sz="1600" dirty="0"/>
          </a:p>
          <a:p>
            <a:r>
              <a:rPr lang="en-US" altLang="zh-CN" sz="1600" dirty="0"/>
              <a:t>    {     </a:t>
            </a:r>
            <a:endParaRPr lang="en-US" altLang="zh-CN" sz="1600" dirty="0"/>
          </a:p>
          <a:p>
            <a:r>
              <a:rPr lang="en-US" altLang="zh-CN" sz="1600" dirty="0"/>
              <a:t>      temp=x;  </a:t>
            </a:r>
            <a:endParaRPr lang="en-US" altLang="zh-CN" sz="1600" dirty="0"/>
          </a:p>
          <a:p>
            <a:r>
              <a:rPr lang="en-US" altLang="zh-CN" sz="1600" dirty="0"/>
              <a:t>      x=y;  </a:t>
            </a:r>
            <a:endParaRPr lang="en-US" altLang="zh-CN" sz="1600" dirty="0"/>
          </a:p>
          <a:p>
            <a:r>
              <a:rPr lang="en-US" altLang="zh-CN" sz="1600" dirty="0"/>
              <a:t>      y=temp;  </a:t>
            </a:r>
            <a:endParaRPr lang="en-US" altLang="zh-CN" sz="1600" dirty="0"/>
          </a:p>
          <a:p>
            <a:r>
              <a:rPr lang="en-US" altLang="zh-CN" sz="1600" dirty="0"/>
              <a:t>    }  </a:t>
            </a:r>
            <a:endParaRPr lang="en-US" altLang="zh-CN" sz="1600" dirty="0"/>
          </a:p>
          <a:p>
            <a:r>
              <a:rPr lang="en-US" altLang="zh-CN" sz="1600" dirty="0"/>
              <a:t>    switch(symbol)  </a:t>
            </a:r>
            <a:endParaRPr lang="en-US" altLang="zh-CN" sz="1600" dirty="0"/>
          </a:p>
          <a:p>
            <a:r>
              <a:rPr lang="en-US" altLang="zh-CN" sz="1600" dirty="0"/>
              <a:t>    {  </a:t>
            </a:r>
            <a:endParaRPr lang="en-US" altLang="zh-CN" sz="1600" dirty="0"/>
          </a:p>
          <a:p>
            <a:r>
              <a:rPr lang="en-US" altLang="zh-CN" sz="1600" dirty="0"/>
              <a:t>      case 0:  </a:t>
            </a:r>
            <a:endParaRPr lang="en-US" altLang="zh-CN" sz="1600" dirty="0"/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=</a:t>
            </a:r>
            <a:r>
              <a:rPr lang="en-US" altLang="zh-CN" sz="1600" dirty="0" err="1"/>
              <a:t>x+y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&lt;&lt;x&lt;&lt;'+'&lt;&lt;y&lt;&lt;'=';  </a:t>
            </a:r>
            <a:endParaRPr lang="en-US" altLang="zh-CN" sz="1600" dirty="0"/>
          </a:p>
          <a:p>
            <a:r>
              <a:rPr lang="en-US" altLang="zh-CN" sz="1600" dirty="0"/>
              <a:t>        break;  </a:t>
            </a:r>
            <a:endParaRPr lang="en-US" altLang="zh-CN" sz="1600" dirty="0"/>
          </a:p>
          <a:p>
            <a:r>
              <a:rPr lang="en-US" altLang="zh-CN" sz="1600" dirty="0"/>
              <a:t>      case 1:  </a:t>
            </a:r>
            <a:endParaRPr lang="en-US" altLang="zh-CN" sz="1600" dirty="0"/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=x-y;  </a:t>
            </a:r>
            <a:endParaRPr lang="en-US" altLang="zh-CN" sz="1600" dirty="0"/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&lt;&lt;x&lt;&lt; '-'&lt;&lt;y&lt;&lt;'=';  </a:t>
            </a:r>
            <a:endParaRPr lang="en-US" altLang="zh-CN" sz="1600" dirty="0"/>
          </a:p>
          <a:p>
            <a:r>
              <a:rPr lang="en-US" altLang="zh-CN" sz="1600" dirty="0"/>
              <a:t>        break;  </a:t>
            </a:r>
            <a:endParaRPr lang="en-US" altLang="zh-CN" sz="1600" dirty="0"/>
          </a:p>
          <a:p>
            <a:r>
              <a:rPr lang="en-US" altLang="zh-CN" sz="1600" dirty="0"/>
              <a:t>    }  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animBg="1"/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212" y="64379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目前个人计算机的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   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市场占有率最高的厂商包括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Intel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AMD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公司。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显示器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鼠标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502083" y="579288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6858523" y="4074113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2"/>
          <a:stretch>
            <a:fillRect/>
          </a:stretch>
        </p:blipFill>
        <p:spPr bwMode="auto">
          <a:xfrm>
            <a:off x="3715532" y="971274"/>
            <a:ext cx="3142991" cy="365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388249" y="1290078"/>
            <a:ext cx="228820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 x     y      n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3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68000"/>
            <a:ext cx="9080372" cy="4731989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11763"/>
            <a:ext cx="8928992" cy="460851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内容占位符 2"/>
          <p:cNvSpPr txBox="1"/>
          <p:nvPr/>
        </p:nvSpPr>
        <p:spPr>
          <a:xfrm>
            <a:off x="631536" y="500972"/>
            <a:ext cx="7776864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利用随机数，模拟与计算机玩石头、剪刀、布的游戏。同时统计计算机赢的局数和你赢的局数。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65" y="1583581"/>
            <a:ext cx="4452155" cy="33540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610" y="1583581"/>
            <a:ext cx="4181139" cy="33540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演示</Application>
  <PresentationFormat>全屏显示(16:9)</PresentationFormat>
  <Paragraphs>85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口算大师——for语句的应用</vt:lpstr>
      <vt:lpstr> </vt:lpstr>
      <vt:lpstr>PowerPoint 演示文稿</vt:lpstr>
      <vt:lpstr>课后作业</vt:lpstr>
      <vt:lpstr>PowerPoint 演示文稿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101</cp:revision>
  <dcterms:created xsi:type="dcterms:W3CDTF">2018-07-03T13:24:00Z</dcterms:created>
  <dcterms:modified xsi:type="dcterms:W3CDTF">2021-06-17T09:56:23Z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7A49C34B55D249CFAD0FAC4AF8BA4497</vt:lpwstr>
  </property>
  <property fmtid="{D5CDD505-2E9C-101B-9397-08002B2CF9AE}" pid="3" name="KSOProductBuildVer">
    <vt:lpwstr>2052-11.1.0.10577</vt:lpwstr>
  </property>
</Properties>
</file>