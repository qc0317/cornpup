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4" r:id="rId3"/>
    <p:sldId id="269" r:id="rId4"/>
    <p:sldId id="289" r:id="rId5"/>
    <p:sldId id="283" r:id="rId6"/>
    <p:sldId id="290" r:id="rId7"/>
    <p:sldId id="291" r:id="rId8"/>
    <p:sldId id="292" r:id="rId9"/>
    <p:sldId id="267" r:id="rId10"/>
    <p:sldId id="293" r:id="rId11"/>
    <p:sldId id="288" r:id="rId12"/>
    <p:sldId id="280" r:id="rId13"/>
    <p:sldId id="296" r:id="rId1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82" y="115"/>
      </p:cViewPr>
      <p:guideLst>
        <p:guide orient="horz" pos="153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1.xml"/><Relationship Id="rId2" Type="http://schemas.openxmlformats.org/officeDocument/2006/relationships/hyperlink" Target="&#31532;71&#35838;%20%20&#19968;&#35265;&#22914;&#25925;_&#35748;&#35782;&#20989;&#25968;.cpp" TargetMode="Externa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hyperlink" Target="&#31532;71&#35838;%20%20&#19968;&#35265;&#22914;&#25925;_&#35748;&#35782;&#20989;&#25968;.cpp" TargetMode="Externa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一见如故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4989" y="48413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39264"/>
            <a:ext cx="8229600" cy="641226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函 数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48136" y="1315493"/>
            <a:ext cx="5669280" cy="5067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年年，你学富五车，才高八斗，出类拔萃，技压群雄。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11760" y="2302527"/>
            <a:ext cx="5679760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一个成语，虽然只有</a:t>
            </a:r>
            <a:r>
              <a:rPr lang="en-US" altLang="zh-CN" dirty="0"/>
              <a:t>4</a:t>
            </a:r>
            <a:r>
              <a:rPr lang="zh-CN" altLang="en-US" dirty="0"/>
              <a:t>个字，却能代表一个几十字甚至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数百字的故事，我们引用成语，引用的就是</a:t>
            </a:r>
            <a:r>
              <a:rPr lang="en-US" altLang="zh-CN" dirty="0"/>
              <a:t>"</a:t>
            </a:r>
            <a:r>
              <a:rPr lang="zh-CN" altLang="en-US" dirty="0"/>
              <a:t>四个字</a:t>
            </a:r>
            <a:r>
              <a:rPr lang="en-US" altLang="zh-CN" dirty="0"/>
              <a:t>"</a:t>
            </a:r>
            <a:r>
              <a:rPr lang="zh-CN" altLang="en-US" dirty="0"/>
              <a:t>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后的含义。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一个成语就相当于是一个“函数”。</a:t>
            </a:r>
            <a:endParaRPr lang="en-US" altLang="zh-CN" dirty="0"/>
          </a:p>
        </p:txBody>
      </p:sp>
      <p:pic>
        <p:nvPicPr>
          <p:cNvPr id="5" name="图片 4" descr="gee_me_0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1822450"/>
            <a:ext cx="983615" cy="23406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47178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一见如故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函数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5" name="文本框 6"/>
          <p:cNvSpPr txBox="1"/>
          <p:nvPr/>
        </p:nvSpPr>
        <p:spPr>
          <a:xfrm>
            <a:off x="3059832" y="1537462"/>
            <a:ext cx="4339650" cy="12926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认识函数</a:t>
            </a:r>
            <a:endParaRPr lang="en-US" altLang="zh-CN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把复杂的问题分解成小的简单的子问题。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用函数来实现这些子功能，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然后调用这些函数来执行相关的功能。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6">
            <a:hlinkClick r:id="rId2" tooltip="点一点" action="ppaction://hlinkfile"/>
          </p:cNvPr>
          <p:cNvSpPr txBox="1"/>
          <p:nvPr/>
        </p:nvSpPr>
        <p:spPr>
          <a:xfrm>
            <a:off x="3203848" y="3075806"/>
            <a:ext cx="3935693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C++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程序可以包含多个函数。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有且只有一个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main()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程序总是从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main()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开始执行。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main()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可以调用其它函数；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其它函数也可以互相调用；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其它函数不能调用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main()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主函数。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 descr="图片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7200" y="1779905"/>
            <a:ext cx="2811780" cy="2823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10" name="文本框 6">
            <a:hlinkClick r:id="rId2" tooltip="点一点" action="ppaction://hlinkfile"/>
          </p:cNvPr>
          <p:cNvSpPr txBox="1"/>
          <p:nvPr/>
        </p:nvSpPr>
        <p:spPr>
          <a:xfrm>
            <a:off x="484809" y="1347614"/>
            <a:ext cx="3535680" cy="11988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菲菲老师，您先定义一个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输出三个“*”的函数，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让我们学习一下吧！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383391"/>
            <a:ext cx="249555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gee_me_0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" y="2834005"/>
            <a:ext cx="1172845" cy="2041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31590"/>
            <a:ext cx="4183013" cy="3016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616" y="4259292"/>
            <a:ext cx="249299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程序及函数调用的过程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952788" y="1021785"/>
            <a:ext cx="2871299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函数有两种：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库函数</a:t>
            </a:r>
            <a:r>
              <a:rPr lang="en-US" altLang="zh-CN" sz="2400" dirty="0"/>
              <a:t>(</a:t>
            </a:r>
            <a:r>
              <a:rPr lang="zh-CN" altLang="en-US" sz="2400" dirty="0"/>
              <a:t>系统函数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自定义函数</a:t>
            </a:r>
            <a:endParaRPr lang="en-US" altLang="zh-CN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3146805"/>
            <a:ext cx="1762266" cy="17379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95536" y="1203598"/>
            <a:ext cx="4397358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</a:rPr>
              <a:t>函数的参数</a:t>
            </a:r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zh-CN" altLang="en-US" dirty="0"/>
              <a:t>如果没有参数，函数就是固定的，只是</a:t>
            </a:r>
            <a:endParaRPr lang="en-US" altLang="zh-CN" dirty="0"/>
          </a:p>
          <a:p>
            <a:r>
              <a:rPr lang="zh-CN" altLang="en-US" dirty="0"/>
              <a:t>功能代码的集合。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形式参数：在函数 定义时的参数。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实际参数：在函数调用时使用的参数。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5536" y="3219822"/>
            <a:ext cx="4570482" cy="1015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</a:rPr>
              <a:t>参数的传递</a:t>
            </a:r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zh-CN" altLang="en-US" dirty="0"/>
              <a:t>调用函数时，把实参的值传递给形参变量。</a:t>
            </a:r>
            <a:endParaRPr lang="en-US" altLang="zh-CN" dirty="0"/>
          </a:p>
          <a:p>
            <a:r>
              <a:rPr lang="zh-CN" altLang="en-US" dirty="0"/>
              <a:t>是“值传递”，是单向传递的。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575" y="1059582"/>
            <a:ext cx="2880320" cy="3727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4906888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6" name="AutoShape 1037"/>
          <p:cNvSpPr>
            <a:spLocks noChangeArrowheads="1"/>
          </p:cNvSpPr>
          <p:nvPr/>
        </p:nvSpPr>
        <p:spPr bwMode="auto">
          <a:xfrm>
            <a:off x="407947" y="1779662"/>
            <a:ext cx="4248472" cy="205286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altLang="en-US" sz="2400" kern="100" dirty="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定义一个输出</a:t>
            </a:r>
            <a:r>
              <a:rPr lang="en-US" altLang="zh-CN" sz="2400" kern="100" dirty="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kern="100" dirty="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个“*”的函数，利用它输出三角形的“*”号图，其中输出的行数在程序运行时输入。</a:t>
            </a:r>
            <a:endParaRPr 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872959"/>
            <a:ext cx="2461465" cy="3943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987574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1680" y="1923678"/>
            <a:ext cx="56886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+mn-ea"/>
              </a:rPr>
              <a:t>void  </a:t>
            </a:r>
            <a:r>
              <a:rPr lang="zh-CN" altLang="en-US" sz="2800" b="1" dirty="0">
                <a:latin typeface="+mn-ea"/>
              </a:rPr>
              <a:t>无参数；无返回值；无类型   </a:t>
            </a:r>
            <a:endParaRPr lang="en-US" altLang="zh-CN" sz="2800" b="1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960" y="2572462"/>
            <a:ext cx="2740015" cy="19826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91555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120180"/>
            <a:ext cx="711262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解释程序和编译程序的区别是（   ）。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解释程序是应用软件，而编译程序是系统软件。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解释程序将源程序翻译成目标程序，编译程序是逐条解释执行源程序语句。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编译程序将源程序翻译成目标程序，解释程序是逐条解释执行源程序语句。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解释程序解释执行汇编语言程序，编译程序解释执行源程序。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62372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3024336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1635646"/>
            <a:ext cx="208823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227934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5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126" y="1030319"/>
            <a:ext cx="2847975" cy="356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343" y="513545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98600" y="1405936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运用自定义函数输出图形，运行时输入几个，第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1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个数，表示行数，后面的数表示每行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"*"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的个数。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如输入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3 4 7 12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，表示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行，每行分别有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4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个、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7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个、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12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个“*”。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209" y="843558"/>
            <a:ext cx="3567517" cy="4071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55,&quot;width&quot;:354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</Words>
  <Application>WPS 演示</Application>
  <PresentationFormat>全屏显示(16:9)</PresentationFormat>
  <Paragraphs>94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Calibri</vt:lpstr>
      <vt:lpstr>Times New Roman</vt:lpstr>
      <vt:lpstr>Arial Unicode MS</vt:lpstr>
      <vt:lpstr>Office 主题</vt:lpstr>
      <vt:lpstr>PowerPoint 演示文稿</vt:lpstr>
      <vt:lpstr>函 数</vt:lpstr>
      <vt:lpstr>一见如故——函数</vt:lpstr>
      <vt:lpstr> </vt:lpstr>
      <vt:lpstr> </vt:lpstr>
      <vt:lpstr>PowerPoint 演示文稿</vt:lpstr>
      <vt:lpstr> </vt:lpstr>
      <vt:lpstr>编程小词典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114</cp:revision>
  <dcterms:created xsi:type="dcterms:W3CDTF">2018-07-03T13:24:00Z</dcterms:created>
  <dcterms:modified xsi:type="dcterms:W3CDTF">2021-10-20T15:01:06Z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5FAAA1D016B4438BA6C61A44DD642A76</vt:lpwstr>
  </property>
  <property fmtid="{D5CDD505-2E9C-101B-9397-08002B2CF9AE}" pid="3" name="KSOProductBuildVer">
    <vt:lpwstr>2052-11.1.0.10700</vt:lpwstr>
  </property>
</Properties>
</file>