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4" r:id="rId5"/>
    <p:sldId id="295" r:id="rId6"/>
    <p:sldId id="296" r:id="rId7"/>
    <p:sldId id="293" r:id="rId8"/>
    <p:sldId id="288" r:id="rId9"/>
    <p:sldId id="280" r:id="rId10"/>
    <p:sldId id="297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函数与最大值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局部变量和全局变量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7155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函数与最大值</a:t>
            </a:r>
            <a:r>
              <a:rPr lang="en-US" altLang="zh-CN" sz="2000" dirty="0">
                <a:solidFill>
                  <a:srgbClr val="00B0F0"/>
                </a:solidFill>
              </a:rPr>
              <a:t>——</a:t>
            </a:r>
            <a:r>
              <a:rPr lang="zh-CN" altLang="en-US" sz="2000" dirty="0">
                <a:solidFill>
                  <a:srgbClr val="00B0F0"/>
                </a:solidFill>
              </a:rPr>
              <a:t>局部变量与全局变量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AutoShape 1037"/>
          <p:cNvSpPr>
            <a:spLocks noChangeArrowheads="1"/>
          </p:cNvSpPr>
          <p:nvPr/>
        </p:nvSpPr>
        <p:spPr bwMode="auto">
          <a:xfrm>
            <a:off x="2987824" y="1635646"/>
            <a:ext cx="3946463" cy="209334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定义一个求</a:t>
            </a:r>
            <a:r>
              <a:rPr lang="zh-CN" alt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两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个整数最大值的函数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利用它求出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个整数的最大值。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2885" y="1532890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31590"/>
            <a:ext cx="240030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915566"/>
            <a:ext cx="2686050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9552" y="3507854"/>
            <a:ext cx="5032147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main()</a:t>
            </a:r>
            <a:r>
              <a:rPr lang="zh-CN" altLang="en-US" dirty="0"/>
              <a:t>函数和</a:t>
            </a:r>
            <a:r>
              <a:rPr lang="en-US" altLang="zh-CN" dirty="0"/>
              <a:t>max()</a:t>
            </a:r>
            <a:r>
              <a:rPr lang="zh-CN" altLang="en-US" dirty="0"/>
              <a:t>内都定义了变量</a:t>
            </a:r>
            <a:r>
              <a:rPr lang="en-US" altLang="zh-CN" dirty="0" err="1"/>
              <a:t>ans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名字相同，这样可以吗？</a:t>
            </a:r>
            <a:endParaRPr lang="en-US" altLang="zh-CN" dirty="0"/>
          </a:p>
          <a:p>
            <a:r>
              <a:rPr lang="zh-CN" altLang="en-US" dirty="0"/>
              <a:t>可以，名字虽然相同，只存在于自己的函数内，</a:t>
            </a:r>
            <a:endParaRPr lang="en-US" altLang="zh-CN" dirty="0"/>
          </a:p>
          <a:p>
            <a:r>
              <a:rPr lang="zh-CN" altLang="en-US" dirty="0"/>
              <a:t>属于两个不同的变量，是局部变量。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1400522"/>
            <a:ext cx="6878806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在函数内部定义的变量，是局部变量，它只在本函数范围内有效。</a:t>
            </a:r>
            <a:endParaRPr lang="en-US" altLang="zh-CN" dirty="0"/>
          </a:p>
          <a:p>
            <a:r>
              <a:rPr lang="zh-CN" altLang="en-US" dirty="0"/>
              <a:t>也就是说，只有在本函数内才能使用它们，在此函数以外是不能</a:t>
            </a:r>
            <a:endParaRPr lang="en-US" altLang="zh-CN" dirty="0"/>
          </a:p>
          <a:p>
            <a:r>
              <a:rPr lang="zh-CN" altLang="en-US" dirty="0"/>
              <a:t>使用的。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71283" y="3016572"/>
            <a:ext cx="6417141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定义在所有函数外部的变量是全局变量，可以为本程序中后面</a:t>
            </a:r>
            <a:endParaRPr lang="en-US" altLang="zh-CN" dirty="0"/>
          </a:p>
          <a:p>
            <a:r>
              <a:rPr lang="zh-CN" altLang="en-US" dirty="0"/>
              <a:t>的所有其它函数所共用，即它的有效范围是从定义的位置开始</a:t>
            </a:r>
            <a:endParaRPr lang="en-US" altLang="zh-CN" dirty="0"/>
          </a:p>
          <a:p>
            <a:r>
              <a:rPr lang="zh-CN" altLang="en-US" dirty="0"/>
              <a:t>到本程序结束。</a:t>
            </a:r>
            <a:endParaRPr lang="zh-CN" altLang="en-US" dirty="0"/>
          </a:p>
        </p:txBody>
      </p:sp>
      <p:pic>
        <p:nvPicPr>
          <p:cNvPr id="9" name="图片 8" descr="gee_me_0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644140"/>
            <a:ext cx="1056640" cy="1838960"/>
          </a:xfrm>
          <a:prstGeom prst="rect">
            <a:avLst/>
          </a:prstGeom>
        </p:spPr>
      </p:pic>
      <p:pic>
        <p:nvPicPr>
          <p:cNvPr id="10" name="图片 9" descr="gee_me_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0" y="987425"/>
            <a:ext cx="751840" cy="1790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46407"/>
            <a:ext cx="4129286" cy="361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471014"/>
            <a:ext cx="215265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779912" y="3147814"/>
            <a:ext cx="462819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全局变量如果没有初始化，默认为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局部变量如果没有初始化，值是随机的；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全局变量一直占用内存单元，直到结束。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局部变量的内存是临时分配的，</a:t>
            </a:r>
            <a:endParaRPr lang="en-US" altLang="zh-CN" dirty="0"/>
          </a:p>
          <a:p>
            <a:r>
              <a:rPr lang="zh-CN" altLang="en-US" dirty="0"/>
              <a:t>      出了作用范围就被释放了。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算法与程序的关系是（  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算法决定程序，是程序设计的核心。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算法是对程序的描述。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算法与程序之间无关系。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程序决定算法，是算法设计的核心。</a:t>
            </a:r>
            <a:endParaRPr lang="en-US" altLang="zh-CN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267" y="3267306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139" y="515351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4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358" y="1040511"/>
            <a:ext cx="2611237" cy="377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267" y="3267306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571" y="54160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14215" y="1435995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对于自然数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a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，它的约数个数用函数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fun(a)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表示。请输出从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1-100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中约数个数为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的所有的自然数。如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4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，它的约数有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、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、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4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，就是有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个约数。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277" y="1037665"/>
            <a:ext cx="2903015" cy="3754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267" y="3267306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WPS 演示</Application>
  <PresentationFormat>全屏显示(16:9)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函数与最大值——局部变量与全局变量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106</cp:revision>
  <dcterms:created xsi:type="dcterms:W3CDTF">2018-07-03T13:24:00Z</dcterms:created>
  <dcterms:modified xsi:type="dcterms:W3CDTF">2021-10-20T11:29:04Z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75D98D98582D4A628F0CA120EBDC4475</vt:lpwstr>
  </property>
  <property fmtid="{D5CDD505-2E9C-101B-9397-08002B2CF9AE}" pid="3" name="KSOProductBuildVer">
    <vt:lpwstr>2052-11.1.0.10700</vt:lpwstr>
  </property>
</Properties>
</file>