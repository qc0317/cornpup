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3"/>
    <p:sldId id="269" r:id="rId4"/>
    <p:sldId id="281" r:id="rId5"/>
    <p:sldId id="282" r:id="rId6"/>
    <p:sldId id="283" r:id="rId7"/>
    <p:sldId id="284" r:id="rId8"/>
    <p:sldId id="275" r:id="rId9"/>
    <p:sldId id="267" r:id="rId10"/>
    <p:sldId id="280" r:id="rId11"/>
    <p:sldId id="287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最小公倍数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枚举算法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6388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最小公倍数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枚举算法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1446272"/>
            <a:ext cx="704342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明明</a:t>
            </a:r>
            <a:r>
              <a:rPr lang="en-US" altLang="zh-CN" dirty="0"/>
              <a:t>3</a:t>
            </a:r>
            <a:r>
              <a:rPr lang="zh-CN" altLang="en-US" dirty="0"/>
              <a:t>天去一次，美美</a:t>
            </a:r>
            <a:r>
              <a:rPr lang="en-US" altLang="zh-CN" dirty="0"/>
              <a:t>4</a:t>
            </a:r>
            <a:r>
              <a:rPr lang="zh-CN" altLang="en-US" dirty="0"/>
              <a:t>天去一次。有一次，他俩恰好在雷锋馆相遇，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问至少再过多少天他俩又会在雷锋馆相遇？</a:t>
            </a:r>
            <a:endParaRPr lang="zh-CN" altLang="en-US" dirty="0"/>
          </a:p>
        </p:txBody>
      </p:sp>
      <p:sp>
        <p:nvSpPr>
          <p:cNvPr id="11" name="AutoShape 720"/>
          <p:cNvSpPr>
            <a:spLocks noChangeArrowheads="1"/>
          </p:cNvSpPr>
          <p:nvPr/>
        </p:nvSpPr>
        <p:spPr bwMode="auto">
          <a:xfrm>
            <a:off x="3131840" y="2651935"/>
            <a:ext cx="3774764" cy="139882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试编一程序，求</a:t>
            </a:r>
            <a:r>
              <a:rPr lang="zh-CN" altLang="en-US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出他俩下次相遇</a:t>
            </a: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最小的天数。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27876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41460" y="1347614"/>
            <a:ext cx="4248472" cy="2585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这是求两个数的最小公倍数问题，最小公倍数一定是大数的倍数，先从中找出较大的数，然后从大数的</a:t>
            </a:r>
            <a:r>
              <a:rPr lang="en-US" altLang="zh-CN" dirty="0"/>
              <a:t>1</a:t>
            </a:r>
            <a:r>
              <a:rPr lang="zh-CN" altLang="en-US" dirty="0"/>
              <a:t>倍，</a:t>
            </a:r>
            <a:r>
              <a:rPr lang="en-US" altLang="zh-CN" dirty="0"/>
              <a:t>2</a:t>
            </a:r>
            <a:r>
              <a:rPr lang="zh-CN" altLang="en-US" dirty="0"/>
              <a:t>倍，</a:t>
            </a:r>
            <a:r>
              <a:rPr lang="en-US" altLang="zh-CN" dirty="0"/>
              <a:t>3</a:t>
            </a:r>
            <a:r>
              <a:rPr lang="zh-CN" altLang="en-US" dirty="0"/>
              <a:t>倍。。。一次枚举，找到第一个也是小数倍数的数，这个数就是它们的最小公倍数。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147" y="1682371"/>
            <a:ext cx="3283198" cy="19158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48456"/>
          <a:stretch>
            <a:fillRect/>
          </a:stretch>
        </p:blipFill>
        <p:spPr>
          <a:xfrm>
            <a:off x="395536" y="842199"/>
            <a:ext cx="3381375" cy="3741101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882" y="899378"/>
            <a:ext cx="3335544" cy="362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393483" y="828187"/>
            <a:ext cx="3384376" cy="36933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x,y,temp,s,i</a:t>
            </a:r>
            <a:r>
              <a:rPr lang="en-US" altLang="zh-CN" dirty="0"/>
              <a:t>=1;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请输入两个自然数：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&gt;&gt;x&gt;&gt;y;</a:t>
            </a:r>
            <a:endParaRPr lang="en-US" altLang="zh-CN" dirty="0"/>
          </a:p>
          <a:p>
            <a:r>
              <a:rPr lang="en-US" altLang="zh-CN" dirty="0"/>
              <a:t>    if(x&gt;y)</a:t>
            </a:r>
            <a:endParaRPr lang="en-US" altLang="zh-CN" dirty="0"/>
          </a:p>
          <a:p>
            <a:r>
              <a:rPr lang="en-US" altLang="zh-CN" dirty="0"/>
              <a:t>    {</a:t>
            </a:r>
            <a:endParaRPr lang="en-US" altLang="zh-CN" dirty="0"/>
          </a:p>
          <a:p>
            <a:r>
              <a:rPr lang="en-US" altLang="zh-CN" dirty="0"/>
              <a:t>        temp=x;</a:t>
            </a:r>
            <a:endParaRPr lang="en-US" altLang="zh-CN" dirty="0"/>
          </a:p>
          <a:p>
            <a:r>
              <a:rPr lang="en-US" altLang="zh-CN" dirty="0"/>
              <a:t>        x=y;</a:t>
            </a:r>
            <a:endParaRPr lang="en-US" altLang="zh-CN" dirty="0"/>
          </a:p>
          <a:p>
            <a:r>
              <a:rPr lang="en-US" altLang="zh-CN" dirty="0"/>
              <a:t>        y=temp;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4180101" y="987827"/>
            <a:ext cx="4104456" cy="2585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  s=y*i;</a:t>
            </a:r>
            <a:endParaRPr lang="en-US" altLang="zh-CN" dirty="0"/>
          </a:p>
          <a:p>
            <a:r>
              <a:rPr lang="en-US" altLang="zh-CN" dirty="0"/>
              <a:t>  while(</a:t>
            </a:r>
            <a:r>
              <a:rPr lang="en-US" altLang="zh-CN" dirty="0" err="1"/>
              <a:t>s%x</a:t>
            </a:r>
            <a:r>
              <a:rPr lang="en-US" altLang="zh-CN" dirty="0"/>
              <a:t>!=0)</a:t>
            </a:r>
            <a:endParaRPr lang="en-US" altLang="zh-CN" dirty="0"/>
          </a:p>
          <a:p>
            <a:r>
              <a:rPr lang="en-US" altLang="zh-CN" dirty="0"/>
              <a:t>  {</a:t>
            </a:r>
            <a:endParaRPr lang="en-US" altLang="zh-CN" dirty="0"/>
          </a:p>
          <a:p>
            <a:r>
              <a:rPr lang="en-US" altLang="zh-CN" dirty="0"/>
              <a:t>      i++;</a:t>
            </a:r>
            <a:endParaRPr lang="en-US" altLang="zh-CN" dirty="0"/>
          </a:p>
          <a:p>
            <a:r>
              <a:rPr lang="en-US" altLang="zh-CN" dirty="0"/>
              <a:t>      s=y*i;</a:t>
            </a:r>
            <a:endParaRPr lang="en-US" altLang="zh-CN" dirty="0"/>
          </a:p>
          <a:p>
            <a:r>
              <a:rPr lang="en-US" altLang="zh-CN" dirty="0"/>
              <a:t>   }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最小公倍数：</a:t>
            </a:r>
            <a:r>
              <a:rPr lang="en-US" altLang="zh-CN" dirty="0"/>
              <a:t>"&lt;&lt;s&lt;&lt;</a:t>
            </a:r>
            <a:r>
              <a:rPr lang="en-US" altLang="zh-CN" dirty="0" err="1"/>
              <a:t>endl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return 0; 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724384"/>
            <a:ext cx="1737754" cy="868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19672" y="1145681"/>
            <a:ext cx="6075702" cy="12913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当然，也可从较小的数的</a:t>
            </a:r>
            <a:r>
              <a:rPr lang="en-US" altLang="zh-CN" dirty="0"/>
              <a:t>1</a:t>
            </a:r>
            <a:r>
              <a:rPr lang="zh-CN" altLang="en-US" dirty="0"/>
              <a:t>倍，</a:t>
            </a:r>
            <a:r>
              <a:rPr lang="en-US" altLang="zh-CN" dirty="0"/>
              <a:t>2</a:t>
            </a:r>
            <a:r>
              <a:rPr lang="zh-CN" altLang="en-US" dirty="0"/>
              <a:t>倍，</a:t>
            </a:r>
            <a:r>
              <a:rPr lang="en-US" altLang="zh-CN" dirty="0"/>
              <a:t>3</a:t>
            </a:r>
            <a:r>
              <a:rPr lang="zh-CN" altLang="en-US" dirty="0"/>
              <a:t>倍。。。依次枚举，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找到第一个也是大数倍数的数就是最小公倍数。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但是枚举的次数较多，运行时间会变长。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071" y="3075806"/>
            <a:ext cx="2673858" cy="1336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13042"/>
            <a:ext cx="8196677" cy="35174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3728" y="1456529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编程小词典</a:t>
            </a:r>
            <a:br>
              <a:rPr lang="en-US" altLang="zh-CN" dirty="0">
                <a:solidFill>
                  <a:schemeClr val="bg1"/>
                </a:solidFill>
              </a:rPr>
            </a:b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3840" y="2092035"/>
            <a:ext cx="5328592" cy="1368152"/>
          </a:xfrm>
        </p:spPr>
        <p:txBody>
          <a:bodyPr>
            <a:normAutofit/>
          </a:bodyPr>
          <a:lstStyle/>
          <a:p>
            <a:pPr lvl="1"/>
            <a:r>
              <a:rPr lang="en-US" altLang="zh-CN" sz="2400" dirty="0">
                <a:solidFill>
                  <a:schemeClr val="bg1"/>
                </a:solidFill>
              </a:rPr>
              <a:t>while  </a:t>
            </a:r>
            <a:r>
              <a:rPr lang="zh-CN" altLang="en-US" sz="2400" dirty="0">
                <a:solidFill>
                  <a:schemeClr val="bg1"/>
                </a:solidFill>
              </a:rPr>
              <a:t>当。。。的时候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37" y="584517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2497" y="1499141"/>
            <a:ext cx="27921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、十进制转换为二进制的方法是“除二取余法”。如将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转为二进制数</a:t>
            </a:r>
            <a:r>
              <a:rPr lang="en-US" altLang="zh-CN" dirty="0">
                <a:latin typeface="+mn-ea"/>
              </a:rPr>
              <a:t>(110)2</a:t>
            </a:r>
            <a:r>
              <a:rPr lang="zh-CN" altLang="en-US" dirty="0">
                <a:latin typeface="+mn-ea"/>
              </a:rPr>
              <a:t>的过程如下所示。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十进制数</a:t>
            </a:r>
            <a:r>
              <a:rPr lang="en-US" altLang="zh-CN" dirty="0">
                <a:latin typeface="+mn-ea"/>
              </a:rPr>
              <a:t>14</a:t>
            </a:r>
            <a:r>
              <a:rPr lang="zh-CN" altLang="en-US" dirty="0">
                <a:latin typeface="+mn-ea"/>
              </a:rPr>
              <a:t>转换为二进制数数（  ）。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1001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1110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1011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1100</a:t>
            </a:r>
            <a:endParaRPr lang="en-US" altLang="zh-CN" sz="1600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635" y="520309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s      n       a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134" y="869632"/>
            <a:ext cx="2681618" cy="3818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6426010" y="3995157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2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52536" y="483771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明明参加了很多次比赛。这次比赛如果得</a:t>
            </a:r>
            <a:r>
              <a:rPr lang="en-US" altLang="zh-CN" sz="1800" b="0" dirty="0">
                <a:solidFill>
                  <a:prstClr val="black"/>
                </a:solidFill>
              </a:rPr>
              <a:t>98</a:t>
            </a:r>
            <a:r>
              <a:rPr lang="zh-CN" altLang="en-US" sz="1800" b="0" dirty="0">
                <a:solidFill>
                  <a:prstClr val="black"/>
                </a:solidFill>
              </a:rPr>
              <a:t>分，那么所有比赛的平均分是</a:t>
            </a:r>
            <a:r>
              <a:rPr lang="en-US" altLang="zh-CN" sz="1800" b="0" dirty="0">
                <a:solidFill>
                  <a:prstClr val="black"/>
                </a:solidFill>
              </a:rPr>
              <a:t>92</a:t>
            </a:r>
            <a:r>
              <a:rPr lang="zh-CN" altLang="en-US" sz="1800" b="0" dirty="0">
                <a:solidFill>
                  <a:prstClr val="black"/>
                </a:solidFill>
              </a:rPr>
              <a:t>分；如果这次得</a:t>
            </a:r>
            <a:r>
              <a:rPr lang="en-US" altLang="zh-CN" sz="1800" b="0" dirty="0">
                <a:solidFill>
                  <a:prstClr val="black"/>
                </a:solidFill>
              </a:rPr>
              <a:t>78</a:t>
            </a:r>
            <a:r>
              <a:rPr lang="zh-CN" altLang="en-US" sz="1800" b="0" dirty="0">
                <a:solidFill>
                  <a:prstClr val="black"/>
                </a:solidFill>
              </a:rPr>
              <a:t>分，那么平均分时</a:t>
            </a:r>
            <a:r>
              <a:rPr lang="en-US" altLang="zh-CN" sz="1800" b="0" dirty="0">
                <a:solidFill>
                  <a:prstClr val="black"/>
                </a:solidFill>
              </a:rPr>
              <a:t>87</a:t>
            </a:r>
            <a:r>
              <a:rPr lang="zh-CN" altLang="en-US" sz="1800" b="0" dirty="0">
                <a:solidFill>
                  <a:prstClr val="black"/>
                </a:solidFill>
              </a:rPr>
              <a:t>分。明明一共参加了几次比赛？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3652376"/>
            <a:ext cx="2251710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</a:t>
            </a:r>
            <a:endParaRPr lang="en-US" altLang="zh-CN" b="1" dirty="0">
              <a:solidFill>
                <a:prstClr val="black"/>
              </a:solidFill>
              <a:latin typeface="宋体" panose="02010600030101010101" pitchFamily="2" charset="-122"/>
            </a:endParaRPr>
          </a:p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771550"/>
            <a:ext cx="37338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WPS 演示</Application>
  <PresentationFormat>全屏显示(16:9)</PresentationFormat>
  <Paragraphs>79</Paragraphs>
  <Slides>10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最小公倍数——枚举算法</vt:lpstr>
      <vt:lpstr> </vt:lpstr>
      <vt:lpstr>PowerPoint 演示文稿</vt:lpstr>
      <vt:lpstr>PowerPoint 演示文稿</vt:lpstr>
      <vt:lpstr>PowerPoint 演示文稿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A_武壮体育</cp:lastModifiedBy>
  <cp:revision>67</cp:revision>
  <dcterms:created xsi:type="dcterms:W3CDTF">2018-07-03T13:24:00Z</dcterms:created>
  <dcterms:modified xsi:type="dcterms:W3CDTF">2021-06-28T06:57:13Z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DBB2380871A449B5A3A9510EE290247A</vt:lpwstr>
  </property>
  <property fmtid="{D5CDD505-2E9C-101B-9397-08002B2CF9AE}" pid="3" name="KSOProductBuildVer">
    <vt:lpwstr>2052-11.1.0.10577</vt:lpwstr>
  </property>
</Properties>
</file>