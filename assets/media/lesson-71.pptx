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10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89" r:id="rId5"/>
    <p:sldId id="290" r:id="rId6"/>
    <p:sldId id="291" r:id="rId7"/>
    <p:sldId id="267" r:id="rId8"/>
    <p:sldId id="292" r:id="rId9"/>
    <p:sldId id="288" r:id="rId10"/>
    <p:sldId id="280" r:id="rId11"/>
    <p:sldId id="294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1741 737,'2'0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1095 615,'0'3,"0"0,0 0,0 1,0-1,0 0,0 0,0 1,0-1,0 0,0 0,0 1,0 0,0-1,0 1,0-1,0 0,0 0,0 1,0-1,0 0,0 1,0-1,0 0,0 1,1-1,-1 0,0 0,0 0,0 0,0 1,0-1,0 0,0 0,0 1,0-1,0 0,0 0,0 1,0-1,0 1,0-1,0 1,0 0,0-1,0 0,0 0,0 2,0-2,0 2,0-1,0 0,0-1,0 0,0 2,1-2,-1 2,0-2,0 0,0 0,0 0,1 0,-1 1,0-1,1 2,-1-2,1 0,-1 1,0 0,1 0,-1-1,0 1,0 0,0 0,0 0,0-1,0 1,0-1,0 2,0-2,0 0,0 0,-1 1,1-1,0 0,0 0,0 1,-1-1,1 0,0 0,-1 0,1 0,0 0,0 0,0 0,-1 0,1 0,0 0,0 0,-1 0,1 1,0 0,0 0,0-1,0 0,0 1,0-1,0 0,0 0,0 0,0 1,0-1,0 0,1 0,1 0,1-2,0 0,0 0,0 0,1-1,-1 0,1 0,-1 0,0 0,0-1,1 0,0 0,-1 1,0-1,0 0,0-1,0 2,0-2,0 0,-2-1,0-1,1-1,-1 1,0 0,0 1,-1-1,1 1,-1 0,1-1,-1 1,0-1,0 1,0 0,0 0,0-1,0-2,0 3,0 0,0-2,0 1,0 0,0 1,0-2,0 2,0-1,0-1,0-1,0 1,1 2,-1-3,0 2,0 0,0 0,0 1,0-1,0 1,1-1,0 0,-1 0,1 1,0-3,-1 3,0-3,0 3,0-2,0 0,0 1,-2-1,1 1,0 0,0 1,0-3,-2 1,3 2,-2-2,2 2,-1-2,-1-1,1 3,1-3,0 3,0-1,-1 1,0-2,1 0,-1 2,1-2,0 1,0 1,0 0,-1-1,0-1,0 1,1-1,-1 1,-1 0,1 0,0 1,0 0,1-1,-1 0,0 0,0 0,0 0,0-2,0 3,1-1,-1 1,0-3,1 2,-1-1,0 2,1 0,-1 0,1-1,-1 0,0 1,-2 2,0 1,0 0,0 1,0 1,0-1,0 0,0 0,-1 1,1 0,0-2,0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1053 621,'3'-3,"-3"6,-1 0,0 1,0 2,0-2,0-1,1 0,0 1,0 0,0 0,0-1,0 0,0 0,-2 1,2 0,0 1,0 0,0-2,0 2,0-2,0 0,0 3,0-3,0 0,0 0,0 0,0 0,0 0,0 2,0-2,0 1,-1-1,1 3,-2 0,2-1,0-1,0 1,0 2,0 0,0-3,0 1,0 2,0-2,0-2,0 1,0 1,0-2,0 0,0 0,0 0,0 0,0 0,0 1,0-1,0 1,0-1,0 1,0 1,0 0,-1-2,1 3,0-1,0-2,0 2,0-1,-1-1,1 0,0 0,0 3,0-3,0 1,0-1,0 0,0 0,0 0,0 0,1 1,-1 0,1-1,-1 0,1 2,0-2,-1 0,1 0,-1 0,1 0,-1 0,1 0,-1 0,1 0,-1 0,0 0,0 1,1-1,0 0,0 1,-1-1,1 1,0-1,0 0,0 0,0 0,0 0,0 0,0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987 625,'0'3,"0"0,0 1,0-1,0 3,0-3,0 0,0 1,0 0,0-1,0 1,0 0,0-1,0 2,0-1,0-1,0 2,0-1,0 1,0-2,0 1,0-1,0 0,0 2,0-1,0 0,0 1,0-1,0 1,0-2,0 0,0 0,0 1,1-1,-1 0,0 0,0 1,0 0,0 0,0 0,1 0,0-1,-1 0,0 1,1-1,0 2,0-2,0 0,-1 0,1 1,0 0,-1 1,0-1,1 0,-1-1,0 1,1-1,0 0,-1 1,1 0,0 0,-1-1,0 1,0 0,1 0,-1-1,1 1,-1-1,1 1,-1-1,1 1,-1-1,0 0,0 0,1 1,-1-1,0 0,1 0,-1 0,1 0,-1 0,1 1,0 0,-1-1,3 2,-3-2,0 1,1-1,-1 2,1-2,-1 0,0 1,0-1,0 0,1 0,-1 0,1 0,0 0,-1 0,0 0,1 0,-1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777 883,'3'0,"0"0,0 0,0 0,0 0,0 0,0 0,0-1,0 1,0-1,0 1,0 0,0 0,0 0,0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1455 519,'5'-1,"-2"1,1 0,0 0,-1 0,0 0,0 0,0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1099 422,'4'-1,"-1"1,1 0,-1 0,0 0,1 0,-1 0,0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1519 568,'2'5,"-1"1,-1-3,0 0,0 2,0-2,0 0,0 0,-2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1463 578,'0'3,"0"0,-2 2,1-2,1 0,-1 1,4-3,0-1,-1-3,1 2,1-1,-1-2,-2 1,-1 0,0 0,0-1,-4 0,1 0,0 2,0 1,-1 3,1 0,1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1423 562,'1'5,"-1"-1,1 1,-1 3,0 2,0 2,0 1,0 4,0-6,-3-2,2-2,1 0,-1 0,-1-4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1377 783,'3'-1,"0"1,1 0,0 0,-1 0,1 0,2 0,-2 0,0 0,0 0,0-1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1562 777,'4'0,"3"0,0 0,0 0,1 0,1-1,-4 0,1-2,-3 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1390 889,'3'-1,"1"0,-1 0,2 0,-2 1,2-2,3 1,-2 1,2-1,-2 0,-3 1,0 0,0-1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1599 882,'3'-1,"1"0,0 0,1 0,2 0,1 1,-1-1,4 1,-1 0,0 0,-2 0,-1 0,-2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788 771,'3'1,"1"-1,-1 0,2 0,-2 0,0 0,0 0,0-1,1 0,-1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789 770,'4'0,"0"0,-1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1500 179,'0'3,"0"2,0 2,2 1,-2-3,1-2,-1 2,0-1,0-1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1279 177,'1'4,"0"-1,-1 3,1 0,-1-2,0 1,0 1,0-2,0-1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1063 205,'-2'3,"4"0,0 0,0 0,1 0,0 0,0-4,-1-2,-1 0,-1 0,1-1,-1 1,0 0,0-1,0 1,0-1,-2 1,-1 2,-1-1,1 1,0 2,1 2,2 0,0 0,-1 0,1 0,0 0,0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1259 84,'3'-1,"0"1,0 1,-1 2,-2 0,0 1,-3-1,0-2,0 0,-1 2,1-3,0 2,0-1,7-1,0 2,-1-2,1 2,-1-2,0 3,-1 0,-2 0,0 0,0 0,-2 1,-1-2,0-1,-1 0,0 0,1-1,-1 0,1 0,0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1250 152,'3'0,"2"2,-2 0,0-1,-7-1,0-1,1 1,2-3,5 2,-1-1,1-1,-1 1,-9 1,1 1,-1 0,-1 0,0 0,2 0,-1 0,1 0,7 4,2-3,-1 0,1 1,-1-2,0 1,0-1,0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1698 438,'2'0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178 505,'3'0,"0"0,0 0,0-1,0 1,0-1,0 0,0 1,0 0,0 0,0-1,0 1,0-1,1-1,-3-1,-1 0,0-1,-1 1,-1-2,1 2,1-1,-2 1,1 0,-1-1,0 1,0 0,-1 0,-1 2,1 1,-2 0,1 0,1 0,0 0,-1 2,1 1,0-1,0 0,-1 0,0 1,1-2,0 1,-1 2,2-1,2 0,0 0,3-1,0-1,2 2,-2-2,0 0,0 0,0 0,1 2,0 1,1-1,-3 0,1-1,0-1,0-1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884 986,'3'0,"1"0,-1 0,2 0,-1 0,1 0,-1 0,0-1,-1 0,1 1,-1-1,1 1,-1-1,0 0,0 0,1 1,-1-1,0 1,2 0,-2 0,0 0,0 0,0 0,1 0,-1 0,1 0,-1 0,0 0,0 0,0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752 995,'6'0,"-1"0,2 0,-4 0,2 0,1 0,-3 0,1 0,0 0,4 0,-5 0,1-1,1 0,-1 1,1 0,-2-1,3 1,-3-1,3 1,0 0,-2 0,1 0,0 0,-2 0,2 0,-2 0,1 0,1 0,-2 0,0 0,1 2,-1-2,0 1,0 0,1 0,-1 0,0-1,1 0,0 1,-1 0,1-1,-1 0,0 0,0-1,1 1,-1-1,1 1,-1-1,0 1,1-1,-1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804 370,'3'0,"1"0,-1 0,1 0,-1 0,0 0,1 0,-1 0,0 0,1 0,0 0,-1 0,0 0,0 0,2 0,0 0,-1-1,-1 1,0 0,2-1,-2 0,0 1,0-1,0 0,0 1,0 0,3 0,-2 0,0-1,-1 1,1 0,-1 0,0 0,0 0,0-1,0 1,0 0,0 0,1 0,1 0,0 0,0 1,-1-1,0 0,0 0,1 0,-2 0,0 0,0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822 408,'6'0,"-3"0,1-1,-1 1,2-1,-1 1,-1 0,1 0,0-1,0 1,-1 0,1 0,1 0,0 0,0 0,-1 0,0 0,1 0,-1 0,-1 0,1 0,0 0,0 0,-1 0,1 0,-1 0,3 0,-3 0,0 0,2 0,-2 0,0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795 586,'5'0,"-1"0,-1 0,0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844 595,'3'0,"0"-2,0 1,0 0,0 0,1 0,-1 1,1 0,-1-1,0 1,0 0,0 0,0-1,0 1,0-1,0 1,0 0,0 0,0 0,0 0,0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1334 435,'0'5,"0"-1,0-1,0 0,0 0,0 1,0-1,3-1,0-3,0-2,1 0,-3 0,1-1,-2 1,0 0,-3 1,0 1,0-1,0 1,0 1,0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1294 446,'-1'3,"1"0,0 0,0 0,1 0,2-3,0 0,0 0,1 0,-1-2,-1-1,0 0,0-1,-2 1,0-1,0 1,-3 2,0 1,0 0,0 0,0 1,-1 0,0 0,1-1,-2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1229 453,'0'3,"0"0,1 1,3 0,0-2,0-2,0 0,-1 0,0 0,0 0,1 0,-1-1,1-1,-2-1,-2 0,0 0,0-1,-2 1,0-1,1 1,0 0,-2 0,-1 0,1 3,-1 0,1 0,0 0,-1 0,0 1,1 1,0-1,0 2,0-1,0 0,2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1353 466,'0'4,"0"2,0-2,0 1,0 0,0 0,0 0,0-1,0-1,0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1286 480,'4'-1,"-1"1,2 0,-2 1,-1 3,-1 0,0-1,-1 0,-1 1,-1-1,-1 0,1 0,-1 0,1 0,-2 0,10-6,0 0,-1 2,2 0,-2 1,1-1,-2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1236 482,'3'0,"0"3,-3 1,-3-1,-1-1,0 0,1-2,0 1,6 2,1-3,1 2,-1 0,-1 0,-1 1,-1 1,0 0,0-1,-1 0,0 0,-2 0,-2 0,-1-1,1-2,0 0,-1 0,2 0,0 0,0 0,0-1,-1-1,2-2,2-1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866 634,'2'-3,"1"3,0 0,0 0,0 0,1 0,-1 0,0 0,0 0,0 1,0-1,0 0,0 0,0 2,0-1,0-1,0 0,0 0,0 1,0-1,0 0,0 0,0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935 636,'2'0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712 678,'4'-3,"-1"3,0-1,0 1,1 0,-1 0,0 0,1 0,0-1,0-1,-1 2,1 0,-1 0,2 0,-2 0,0-1,0 1,1-1,-1 1,0-1,1 1,-1-1,1 1,0 0,-1 0,0 0,1 0,1 0,-2 0,0 0,0 0,0-1,0 1,0 0,2 0,1 0,-2 0,-1 0,0 0,2-1,-2 1,1 0,-1-1,0 1,0-1,0 1,0 0,0 0,0 0,0 0,0 0,0 0,0 0,1 1,0 0,-1-1,1 0,-1 0,0 0,2 0,-1 0,0 0,0 0,-1 0,0 0,0 1,0-1,0 0,0 0,1 0,-1 0,0 0,0 0,0 0,0 0,0 0,1 0,1 0,-2 0,2 0,-1 0,0 0,-1-1,1 1,-1 0,0 0,1 1,-1-1,1 1,-1-1,0 1,0-1,1 1,-1-1,0 1,1 0,0-1,0 0,0 1,-1-1,2 0,1 1,-3-1,0 0,0 0,1 0,1 0,0 0,0 0,2 0,-3 0,2 0,-1 0,0 0,-1 0,1 0,-2 0,0 1,0-1,0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705 724,'3'0,"2"0,-1 0,2 0,1 0,0 0,3 0,0 0,2 0,-1-2,-1 2,-1 0,-5 0,0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719 774,'5'-2,"2"1,-1 1,5 0,-4-1,3 0,-2 1,-2-2,1 2,-4-1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709 816,'3'0,"0"0,2 0,-1-2,0 1,1-1,-2 2,0 0,0 0,0 0,0 0,1 0,2 0,-3 0,0 1,1-1,-1 0,2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836 855,'4'-2,"-1"2,0-1,1 0,1 0,-1 1,-1 0,3 0,-3 0,1 0,-1-1,0 1,0-1,0-1,1 2,-1-1,0 1,0 0,0-1,1 1,-1 0,0 0,2-2,-1 1,-1 1,0 0,0-1,0 1,0-1,2 0,-1 1,-1-1,3 1,-3-1,2 0,-1 1,-1 0,0 0,0 0,0 0,0 0,3 0,0 0,-2 2,0-1,1-1,1 1,-1-1,0 0,0 0,0 1,1-1,-1 0,-1 0,1 0,0 0,-2 0,0 0,0 0,0 0,0 0,0 0,0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905 899,'4'1,"0"0,0-1,0 0,1 0,-2 0,0 0,0 0,0 0,2 0,-1 0,1 0,0 0,-2 0,1 0,0 0,-1 0,0 0,0 0,2 0,-2 0,2 0,0 0,-1 0,1 1,-1-1,0 0,1 0,-2 1,1-1,-1 0,0 0,1 0,-1 0,0 0,0 0,1 0,-1 1,0-1,0 1,0-1,0 1,2-1,-1 0,-1 0,2-1,-2 0,1 0,0 0,1 1,0-1,-1 0,1 1,1-1,0 0,-3 0,0 0,0 1,0-1,0 1,0-1,0 1,1 0,-1 0,1 0,-1-1,0 1,0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1312 896,'3'-2,"1"1,0 1,2-1,0-1,-2 1,-1 1,0-1,0 1,0-1,0 1,0 0,0 0,1 0,-1 0,0 0,0 0,1 0,-1 0,0 0,0 0,1 0,0 0,-1 0,0 0,0 0,1 0,-1 0,0 0,2 0,0 0,1 0,-1 0,1 0,-2 0,0 0,2 0,-3 0,0 0,1 0,1 0,-1 0,1 0,2 0,-4 0,2 0,1 0,-3-1,0 1,2 0,-1 0,-1 0,0 0,3 0,-2 0,0 0,-1 0,1 0,-1 0,1 0,-1 0,0 0,0 0,0 0,1 0,0 0,1 0,-2 0,0 0,0 0,3 0,-2 0,0 2,0-2,0 0,1 1,0-1,-2 0,1 0,-1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708 677,'-3'-2,"0"0,0-1,0-1,2 1,0 0,1-1,1 1,2 0,0 1,3-2,-3 2,0 2,0-2,0 1,0 0,0 1,2-1,-2 0,1 1,0-1,0 1,-1 0,2 0,-1 0,-1 0,0 0,-1 4,-2 0,0-1,1 3,-1-2,2 0,-1-1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821 936,'3'-1,"0"0,0 1,1-1,0 0,0 0,-1 1,1-1,-1 1,0 0,0 0,2 0,-1 0,-1 0,1 0,-1 0,0 0,0 0,1 0,-1 0,0 0,0-1,0 0,0 1,2 0,-1 0,0 0,-1 0,0 0,1-1,-1 1,0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1534 733,'2'0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680 253,'0'5,"0"-2,1 2,-1-1,0-1,1 4,0-3,-1 0,1 1,-1 0,1 2,-1-2,0 0,0-2,0 1,0 1,0 0,0 0,0-1,0 1,2 0,-1 1,-1-1,1-1,0 1,-1-2,0 3,0-2,0 0,0 1,1 2,-1-3,0 1,0 2,0-2,0 0,0 0,0 2,0-2,0 0,0 4,0-4,0 0,0 4,0-4,0 0,0 2,-1-2,1 1,-1-1,0 0,1 1,-1 0,0-3,1 1,0-1,0 1,0 0,0-1,0 0,0 0,0 0,-1 4,0-3,1 1,-1-1,0 0,1 0,-1 1,1-2,-1 0,1 0,-1 0,1 0,-1 0,1 0,-1 0,1 1,0 1,0-2,-1 0,0 0,1 1,0-1,0 1,0 1,0-1,0 0,0 0,0-1,0 1,1 0,0-1,-1 0,1 0,-1 0,1 0,1 1,-2-1,0 0,1 0,0 1,0-1,1 0,1-1,1-1,0-1,0 0,0 0,0 0,-1 0,0 0,0 0,2-1,-1-1,-1 1,0 0,0 0,2 0,-2 1,0-1,0 1,0 0,0-1,0 1,0 0,1 0,-1 0,0 0,0 0,0 0,0 0,0 0,0 0,0 0,0 0,0 0,0 0,4 0,-3 1,-1-1,0 1,0-1,0 1,0-1,0 0,0 0,1 0,0 0,1 0,2 0,-2 0,0 0,0 0,0 0,-1 0,-1 0,0 0,0 0,1-2,-1 1,0-1,0 1,1 0,-1 0,1 0,-1 0,3-1,-3 1,0 1,0-1,1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814 301,'3'0,"2"0,1 0,-2 0,-1 0,1 0,-1 0,1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930 309,'4'0,"-1"0,2-1,-2 0,0 1,0 0,0-1,0-1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859 407,'3'-2,"2"2,-2 0,3 0,-3 0,2 0,-2 0,4 0,-1 0,0 0,-3 0,1 0,-1 0,0 0,0 0,3 0,-3 0,1-1,3 1,-2-1,4 1,-1 0,-1-1,0 1,-3-1,-1 1,1-1,-1 1,0 0,0 0,0 0,3 0,-1 0,-2 0,1 0,-1 0,0 0,1 1,1-1,0 0,2 1,0-1,0 0,-2 1,-2 0,1-1,-1 0,2 0,-2 0,0 0,0-1,2 1,-2 0,0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921 440,'3'0,"0"0,1-1,-1 0,0 1,1 0,-1 0,0 0,0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927 488,'3'-3,"0"3,0 0,1 0,-1 0,1-1,0 0,-1 0,0 1,1 0,0-1,0 1,0-1,0 1,-1 0,0-1,1 0,0 1,-1-1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1443 455,'2'0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1626 447,'2'0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1662 442,'4'1,"-1"0,3 1,0-1,-1 0,2 0,-1 0,-3-1,0 0,0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778 504,'0'4,"0"0,0 0,0-1,0 2,0-2,0 2,0-2,0 1,0 0,0-1,0 2,0-2,0 0,0 0,0 0,0 1,0 0,0 2,0-2,0-1,0 0,0 2,1-1,-1 0,0 0,0-1,0 0,0 2,0-1,0 1,0-1,0 0,1 0,-1-1,0 1,0 0,0-1,1 0,0 0,1 1,0-1,0 0,1-1,0-1,1-1,-1 0,0 0,0 0,0 0,2 1,-2-1,0 0,0 0,0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996 613,'4'0,"-1"0,0-1,1 0,-1 0,2-1,-2 2,0 0,0 0,1 0,-1 0,0 0,0 0,2 0,-1 0,-1 0,0 0,2 0,-2 0,0-1,0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965 667,'5'0,"0"0,2 0,0 0,-2 0,1 0,-2 0,0-1,1 0,-1 0,-1-1,1 2,0 0,-1 0,0 0,0-1,0 1,0 0,0 0,0-1,1 0,-1 0,0 0,0 0,1 1,-1-1,0 1,0 0,2 1,-2 0,0-1,1 0,0 0,-1 0,0 0,1 1,0 0,0-1,1 1,-1-1,1 2,-2-2,0 0,0 0,0 0,2-1,-2 0,1 0,-1 0,1 0,-1 1,1-2,1 2,0-1,-2 0,0 1,0-1,0 1,0 0,1 0,-1 0,0 0,0 0,2 0,-1 0,-1 0,0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1431 683,'0'4,"0"-1,1 0,2-2,0-1,0-1,0-3,0 1,-1 0,0-2,0 1,-2 1,0 0,0-1,-2 1,2 0,-3 1,0 5,0 0,2 0,0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1486 664,'0'4,"0"1,0-2,0 2,1-2,0 1,1 1,1-1,0-2,0-1,0-2,0-3,-1 1,-2-2,1 2,-1 0,0-1,0 1,-1 0,-2 3,0 0,-1 1,0-1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1591 635,'0'4,"0"2,0-2,0-1,0 0,0 0,0 0,1 0,1 0,1-1,0-2,0 0,1-1,1-4,-2 0,0 2,1-2,-3 2,2-1,-1 1,-2 0,0-2,0 2,-1 0,-1-1,-1 2,0 2,-1 0,0 0,0 1,0 1,0 0,1 0,-1-1,1 0,0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1612 735,'-2'-3,"-1"1,-1 2,1 0,0 1,3 4,-2 0,1-2,0 1,0-1,0 0,0 0,1 0,0 0,4-2,0-2,-1-1,0 0,0 0,1-1,-1 0,0 0,-1-1,0 1,-1 0,-1-1,-1 0,1 0,-1 7,1 2,0-2,0 2,0-1,0 0,1-1,0 0,0 0,0 0,2-4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1638 735,'0'5,"0"-2,0 1,0 0,0 1,0-2,0 2,0-2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1664 731,'2'5,"1"1,0-1,0-2,-1 0,1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1670 735,'0'3,"-4"2,3 0,-4 2,3-4,0 1,0-1,-1 2,1-2,-1 0,0 2,1-2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1676 724,'-2'4,"2"-1,-1 0,1 0,-1 0,0 0,0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1695 728,'3'0,"3"0,-2 0,-1 1,2-1,-3 4,-2 2,0 0,0-2,-3-1,1 0,-3 0,2 0,1 0,-1 0,1 0,7-1,-1-3,3-1,0 1,-3-1,0 0,0 1,-1 0,0-1,-3-2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1740 708,'0'3,"0"2,0-2,0 0,0 0,3-2,-1-4,0 0,-2-1,0 0,0 1,-3 1,0 0,-1 1,0 1,0 1,1 1,-1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1512 804,'-4'1,"1"4,0-2,-1 2,1-3,-1 1,1 0,2 1,0-1,1 0,0 2,1-1,2-1,0-2,0-1,4-2,0-4,-4 0,1-2,-1 4,2-5,-3 6,-1-3,1 2,-2 0,2 1,-4 8,1-1,-1 3,2-3,-2 1,2 0,-1-1,0 2,1-1,0-1,0 0,0-1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1539 829,'3'0,"2"1,-1 2,0 0,-3 0,0 2,-1-2,0 0,0 0,-2 1,-2-1,0-1,1 0,-1-1,1 1,0-2,10 0,0 0,-1 0,1 0,-1-1,-3 0,0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1567 819,'3'1,"1"3,-1 1,2-1,-3 0,0-1,1 1,-1 0,-1-1,0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1577 824,'-1'3,"-1"3,1-1,0 0,0-2,0 2,0-2,0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1597 801,'4'0,"1"3,-2-2,1 1,0 1,-2 1,-2 0,0-1,0 0,0 0,0 0,-1 2,-1-2,0 0,-1 1,0-1,1 0,-1-1,0-1,-1 3,1-3,7 0,1-1,0 0,2 0,-2 0,2-3,0 2,-3 0,-1 1,-6 0,-1-1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1642 795,'0'3,"0"0,0 0,0 3,0-3,-1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1364 727,'-3'0,"0"0,0 0,0 0,-2 0,1 1,1 2,0 0,2 0,1 0,1 0,1 0,2-1,0-1,2 1,0-2,-2 0,1 0,-2 1,0-1,-2-3,-1 0,2 0,0-2,-2 2,0 0,0 0,-1 8,0-2,1 0,-1 2,0 1,1-2,-1 1,1-2,-1 1,1-1,0 0,-1 0,4-1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1387 753,'3'0,"0"0,0 1,-3 2,0 1,-3-2,0-1,-1-1,1 1,0 0,8 0,-2-1,0 0,1 0,-2 3,-5 1,0-4,-1 3,1-1,0-2,0-2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1411 737,'0'3,"0"0,2 1,0 0,0 0,0 2,0-2,0-1,1 1,-2-1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1421 735,'-3'3,"2"2,-3 3,1-5,0 1,1-1,0 0,-1 1,2-1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1443 727,'4'1,"-1"2,0 0,-3 1,0-1,0 0,0 0,-1 0,-4 0,2 0,-3 1,3-3,0 0,0 0,7 0,6 0,-1 1,3 0,-4-2,1 0,-6 0,0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1467 720,'3'-1,"0"1,0 1,-3 2,0 0,-2 0,-1-2,0 1,7-1,0-1,0-1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711 739,'6'0,"-2"0,1 0,1 0,1 0,-2 0,2 0,-3 0,0 0,-1 1,1-1,-1-1,1 1,-1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770 784,'0'3,"4"-3,-1 0,2 0,-1 0,2 0,1 0,-2 0,0 0,-1 0,1 0,-1 0,-1 0,1 0,-1 0,0 0,0 0,0-1,0 1,0 0,2 0,-2 0,0 0,2-1,1 0,-3 0,2 1,-1 0,-1 0,2 0,-1-1,0 1,0 0,1 0,1 0,-3 0,0 0,0 0,0 0,3 0,-2 0,0 0,-1 0,2 0,-1 0,0 0,0 0,-1 0,1 0,-1 0,0 0,2-2,-2 1,0 0,0 0,0 0,0 1,0-1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884 829,'5'0,"-1"-1,0 0,0 1,-1 0,1-1,-1 0,0 1,0-1,0 0,1 0,-1 0,0 1,1 0,0 0,-1 0,2 0,-1 0,1 0,-2-1,3 1,-3 0,1-1,-1 1,0 0,1 0,-1 0,0 0,4 0,-4 0,1 0,0 0,2 0,-2 0,1 0,0-1,-1 1,0 0,-1 0,1 0,0 0,2 0,-3 0,0 0,0 0,0 0,0 0,0 0,1-1,-1 1,0 0,1 0,1 0,0 0,2 0,-1 0,0 0,-1 0,-1 0,2 0,-2 0,-1 0,0 0,0 0,0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825 883,'5'0,"-2"0,1 0,3 0,3-2,0 1,-2 1,3-1,-3-1,1 1,-4 0,1 0,-3 1,0 0,0 0,0-1,0 1,0 0,1 0,0 0,-1 0,0 0,0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17:53:11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1290 803,'2'0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1024 479,'5'0,"-2"0,2 0,2 0,0 0,0 0,1 0,4 0,-1 0,1 0,1 0,-4 0,1 0,-6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744 585,'5'0,"-2"1,1 0,0-1,1 1,0-1,0 0,1 0,0 0,0 0,-1 0,1 0,0 0,0 0,-2 0,0 0,-1 0,2 0,-2 0,0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1016 590,'7'1,"1"-1,0 0,6 0,2 0,1 0,-1 0,1 0,-1 0,1 0,-5 0,-4 0,-4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716 710,'3'0,"2"0,3 0,0 0,2 0,0 0,-1 0,-2 0,-2 0,-1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1025 704,'3'2,"1"-1,3-1,1 0,-2 0,6 3,-2-3,0 0,-2 0,2 0,0 0,0 0,-1 0,-2 1,-2-1,0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1214 723,'2'0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748 476,'4'-1,"-1"1,1-1,1 0,-2 0,0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1148 479,'4'0,"0"-1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1163 475,'2'0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1361 494,'-1'3,"1"0,3-4,-3-3,0 0,0 1,0 0,-3 2,-1 1,1 0,0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1426 486,'-3'3,"0"0,1 1,0-1,0 0,2 0,0 2,0-1,4-4,1 0,-1-2,-1 1,0-1,2 1,-2-1,0-2,-3 1,0 0,0 0,-2 0,-1 1,-2 2,1 0,1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1489 478,'-1'4,"0"3,1-3,0-1,-1 3,1-3,0 2,0-2,0 1,0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1550 464,'-3'6,"1"-2,1 0,0-1,-1 2,1-1,-1-1,2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1578 472,'0'5,"-2"-1,1 0,0-1,0 0,0 2,1-1,0-1,0 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307 946,'3'2,"0"1,0 0,0-3,1 1,-1 1,0-1,0-1,1-2,-2-1,0-1,0 1,2-6,0 3,4-3,3-1,-6 1,4 5,-5 1,-1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1187 729,'0'4,"0"-1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959 458,'4'2,"1"-2,-2 0,4 0,-2 0,-1 0,1 1,0-1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1065 513,'4'-1,"-1"1,0 1,0-1,0 0,0 0,0 0,2 0,-2 0,1 0,2 0,-1 0,0 0,-2 0,0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1051 560,'6'0,"-3"0,1 0,-1 0,0 0,3-1,-1 0,-1 0,-1-1,1 1,1 1,-2 0,0-2,0 1,1 1,0 0,-1 0,2 0,0 0,2 0,-2 0,-1 0,1 0,2 0,-2 0,-1 0,1 0,-2 0,1 0,0 0,-1 0,0 0,1 0,0 0,0 0,-1 0,3 0,0 1,-3-1,0 0,0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998 605,'3'-1,"3"0,-2 1,-1-1,1 1,-1-1,0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1080 608,'-1'3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1128 605,'2'3,"1"0,-4 0,-2 1,3-1,3-3,0 1,2-1,-1 0,-1 0,2 0,-1 0,-1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1139 663,'0'3,"-1"0,1 2,0-2,0 0,0 0,1 1,0-1,0 0,0 0,2 0,0-2,0-2,0-1,0 0,0 1,0-1,0 0,-1-1,-1 0,-1 0,0 0,0 0,-2 0,-1 0,0 1,2-1,-1 0,-1 1,0 2,0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395 386,'3'0,"1"0,1 0,7 0,-1 0,4 0,2 0,1 0,0 0,-3 0,0 0,-2 0,-6-1,-12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473 360,'-2'3,"1"3,0-2,-1 0,-1 2,1-2,-2 6,1-4,-3 5,1-2,0 3,1-1,2-6,0-1,1-1,0-7,0 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190 364,'-1'3,"1"0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215 361,'0'3,"-1"1,1 0,-1-1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361 363,'0'3,"0"0,1 0,-1 2,0-2,0 0,0 0,-3-1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375 361,'1'5,"-1"1,0-3,-1 0,0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581 367,'0'3,"0"0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606 364,'0'3,"0"0,0 1,0-1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763 364,'1'5,"-1"-2,0 0,0 0,0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784 364,'0'3,"-1"1,1-1,-1 0,-1 0,-2-1,-3 0,-1-2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1213 514,'4'0,"10"0,-11 0,2 0,-1 0,-1 0,2 0,-2 0,0 0,0 0,0 0,0 0,1 0,0 1,-1 0,0 0,2 0,-2-1,0 2,0-1,0-1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1068 612,'0'4,"0"-1,0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1182 705,'3'0,"1"0,-1 0,2 0,-1 0,-1 0,0 0,1 0,0-1,-1 1,0-1,0 1,2 0,-2 0,0 0,0-1,0 1,0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1387 508,'4'1,"1"-1,5 2,-1-1,1-1,0 0,-1 1,1-1,-4 0,3 0,-2 0,-2 0,0 0,-1 0,-1 0,0 0,1 0,-1 0,2 0,1 0,0 0,1 0,0 0,1 0,-1 0,2 0,-1 0,-4 0,-1 0,0 0,0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987 695,'4'0,"-1"0,2 0,-1 0,0 0,-1 0,0 0,1 0,0 0,-1 0,0 1,0-1,1 0,-1 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1250 523,'4'-1,"3"1,-3 0,1 0,2 0,0 0,-2 0,2 1,0 0,0-1,-4 0,2 0,0 0,-2 0,0 0,0 0,0 0,0 0,1 0,-1 0,1 0,1-1,0 1,-1 0,-1 0,0-1,0 1,0 0,0 0,0 0,1 1,-1 0,1-1,-1 1,1 0,-1 0,0 0,0-1,0 0,1 1,-1-1,0 0,1 1,-1 0,0-1,1 0,0-1,1 0,-2 1,2-3,1 1,-3 2,1 0,0-1,-1 0,1 1,1 0,-1-1,0 0,0 1,-1-1,1 1,-1-1,1 1,-1-1,1 1,-1 0,1-1,0 0,1 0,1 1,-1 0,2 0,-2-1,0 1,2 0,-2-1,-1 1,1 0,-1 0,1 0,-2 0,2 0,0 0,-2 0,0 0,1 0,1 0,-2 0,0 0,1 0,3-1,-2 1,0 0,0 0,0 0,-1-1,-1 1,0 0,2 0,1-1,-3 0,0 1,0-1,1 0,1 1,2 0,0 0,-2-1,1 1,-3 0,1 0,0 0,-1 0,1 0,1 0,-1 0,-1 0,0 0,1 1,-1-1,2 1,-1-1,1 0,-1 0,2 0,-3 0,1 0,-1 0,0 0,0 0,0 1,0-1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1486 719,'2'0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539 494,'4'2,"0"-1,0 0,0 0,0 0,1 0,-1 0,0 0,1 0,-2-1,0 0,0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600 362,'0'4,"0"0,0 2,0-3,1 1,1-1,1-3,0 0,0 0,0-2,1-2,0 1,-1 2,-2-2,0 0,-1 0,0-1,0 1,-1-1,-2 3,0 0,0 1,0 1,1 3,2-1,0 1,0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670 333,'0'3,"0"3,3 1,-3 2,2 0,-1-2,-1-4,0 4,2 3,-2-3,0-2,0 0,0-2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183 650,'3'-1,"2"1,0 0,5 0,0 0,2 2,0-1,-4 0,1 0,-2 1,0-1,-3-1,-1 0,0 0,0 0,3 0,-1-2,1 0,-2 1,1 1,-1 0,0 0,-1 0,1-1,-1 1,0-1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559 647,'4'0,"1"0,-2 0,2 0,0 0,2 0,0 0,1 0,1 0,1 0,-2 0,1 0,-3 0,-2-1,1 1,-2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522 756,'-3'3,"1"0,2 2,-1-1,4-4,0-2,0 0,-3-1,2-1,-1 1,-1 0,0-1,-3 4,0 0,0 1,0 2,0 0,1 0,1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559 747,'0'3,"0"0,0 0,0 0,0 1,0-1,0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616 740,'-1'4,"1"1,-1-2,1 0,0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666 738,'0'6,"-1"-3,0 4,0-2,0-2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694 722,'0'4,"0"-1,-1 0,-1 2,1-2,1 2,-1 0,1-1,0 1,0 0,0 0,0-1,-1 0,1 0,0 1,0-2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991 469,'4'-1,"1"1,0 0,2 0,-1 0,1 0,2 0,-3 0,1 0,-2 0,1 0,-3 0,0 0,0 0,0 0,0 0,0 0,2 0,-2 0,1 0,0 0,1 0,-2 0,1 0,-1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887 411,'0'3,"0"0,0 0,0 0,0 0,0 0,0 0,0 0,0 0,0 0,0 0,0 1,0-1,0 0,0 0,0 1,0 0,0-1,0 0,0 0,0 0,0 0,0 1,0 1,0-1,0-1,0 0,0 0,1 1,0-1,-1 0,0 0,1 1,-1-1,0 0,0 0,0 0,0 1,0-1,0 1,0-1,0 0,1 1,-1-1,0 1,0-1,1 0,0 1,-1-1,0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1016 568,'5'2,"-1"-2,-1 1,0-1,1 0,2 0,-2 0,-1 0,1 0,-1 1,0 1,1-2,-1 0,0 0,0 0,0 0,1 0,0 0,-1 0,0 0,1 0,-1 0,0 0,2 0,-1 0,1 0,-1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652 495,'3'1,"1"0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320 594,'3'1,"0"-1,0 0,0 0,0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1268 500,'2'0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990 650,'-3'-2,"0"2,0 0,0 1,2 2,1 0,0 0,0 0,0 0,4-2,-1 0,1-3,-2-2,1 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1009 649,'2'0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1010 640,'-1'3,"0"0,1 0,-1 0,0 2,-1-1,2 0,-1-1,0 1,1-1,-1 0,3-6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1000 627,'0'3,"0"0,3-1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1025 646,'-2'3,"0"0,1 0,-3-2,4 2,3-5,-1-1,1-1,-1 1,2 0,-1 0,0 2,0-1,0 4,-2 3,0-1,0 0,0 0,1 0,-1 0,-1-1,1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1072 655,'6'-1,"-3"2,0-1,0 2,-1 2,-6-2,1-1,0 0,0 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1088 641,'3'0,"1"1,0 1,-1-1,-1 2,-2 1,-3 0,0-1,0 1,0 0,1-1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1127 644,'0'5,"-1"-1,0 0,0-1,1 1,-1 1,0-2,-1 0,1-7,1 1,2 0,-2-1,1 0,2 0,1 1,-1 0,1 2,-1 0,0 1,0 2,0 1,0-2,-1 2,-2 0,0 0,0 0,0 0,0 1,0 0,0-1,-1 0,5-3,0-2,-1 1,0-2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988 749,'3'2,"3"0,-3-2,0 1,0 0,0-1,0 1,1 0,-1-1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1145 747,'2'0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972 797,'2'3,"-2"0,0 2,0-2,0 1,0-1,0 0,0 0,0 0,0 0,0 0,-1 1,1 0,0 1,0 0,0-1,0 0,0-1,-1 0,1 0,0 0,0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1176 862,'2'0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1178 865,'3'0,"0"0,0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1157 795,'3'-1,"0"1,0 0,0 1,2 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1157 812,'3'-1,"0"0,0 1,0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1182 802,'4'-1,"-1"1,0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1191 813,'3'0,"0"-1,0 1,0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1232 788,'0'4,"0"-1,0 0,0 1,0-1,0 0,2 0,-1 0,1 0,1-2,0-1,0 0,1-2,-2-2,0 0,-2 1,0-1,0 0,0 1,-1 0,0-1,-1 1,0 0,-1 0,0 3,0 0,0 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1166 935,'4'1,"0"-3,0 1,-1 1,2-1,-2 1,3 0,-3 0,0 0,0-1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1557 229,'0'4,"0"-1,0 1,0-1,0 2,0 1,0-1,0 0,0-2,0 1,0 0,-1-1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1592 267,'0'4,"3"-2,0 1,0-3,0 0,0-1,1-3,-1 1,-1 0,0 0,-1 0,4-1,-4 1,-1 0,-6 3,1 0,-1 0,-5 0,5 0,-3 0,1 0,3 0,1 0,1 0,2 3,2 0,-1 2,3-2,0 0,0-1,0-2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1651 230,'3'3,"-1"0,-1 1,-1-1,0 2,0 1,-3-1,1-1,-2 0,2-1,-1 1,-1 2,1-3,0 1,0-1,0 0,1 0,7-4,-1 0,4 1,-1-1,-2 1,-1 0,-1 0,0-2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1706 227,'-3'3,"1"0,0 1,-1 2,2-2,-1-1,1 0,-1 0,1 0,0 1,1-1,-1 0,1 0,-1 0,1 4,0-4,0 2,0-2,0 1,0 0,3 1,-1-1,0 0,1-2,1-1,0-2,-1-1,0 0,-1-1,-1 0,-1 0,0 0,2-2,-2 2,1 0,-1 0,-1 0,-2 2,0 0,0 0,0 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1570 264,'3'2,"0"-1,0 0,0 0,0-1,0 0,1 0,-1 0,0 0,1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1527 335,'3'-1,"0"1,2-1,-1 1,1 0,0 0,-1 0,2 0,-3 1,0 0,1-1,-1 1,3 0,-1-1,1 0,-1 0,0 0,-2 0,0 0,0 0,1 0,1 0,-1 0,3 0,2 0,1 0,0 0,2 0,1 0,-2 0,0 0,0 0,-1 0,-1 0,-3 0,2 3,-3-3,-1 1,2 1,-3-2,0 1,0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1555 320,'3'1,"0"-1,0 0,0 0,0 0,0 0,0 0,0 0,0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1653 333,'3'-2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1702 330,'4'1,"-1"0,1-1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1613 374,'-2'3,"-1"-1,1 1,-1 1,1-1,-1 1,-1 0,1-1,0 1,-1 0,0-2,3 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1604 377,'1'3,"1"4,0 0,1 0,0-3,3 6,7 6,-4-5,-3-5,2-1,-4-3,-1-2,0 1,-3-4,0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1599 413,'3'3,"0"1,-1-1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1591 439,'3'-1,"0"1,0 0,0 0,0 0,1 1,-1 0,0 0,-6 2,0-1,0-1,-1 2,1 1,0-1,0-1,0 1,0 0,1 0,1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1575 547,'0'6,"0"0,0 1,0 1,0 1,0-1,0-1,-1-2,1 0,-1-2,1 0,-1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1614 549,'0'4,"0"-1,0 0,-1 3,1-2,-1 2,1-2,0 0,-1 1,1-1,0-1,0 2,0-2,2 0,1 0,2-3,-4-3,4-6,-3 5,-1 1,0 0,0-3,0 3,0-1,-1 1,0-1,-4 4,0 0,0 2,1 0,-1 0,1 0,-1 0,1 0,-1 2,2-1,5-2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1702 555,'-1'3,"1"2,0-1,0-1,0 0,0 0,0 1,0 0,0-1,0 1,0 0,0-1,0 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1733 549,'3'0,"0"0,0 0,0 0,0 0,-2 4,-1 0,0-1,0 0,0 0,-2 2,1-2,-3 1,1-2,2 1,4-3,0 0,0 1,0 0,3-1,-3 1,3 1,-3-2,1 1,1 1,-3 1,-2 2,0-2,0 0,0 0,0 0,-3 1,0-1,0-2,0-1,-2 1,2-1,-2 0,-1 0,1 0,2 0,-1 0,1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1544 643,'3'-2,"2"2,-2 0,2 0,-1 0,-1 0,1 0,0 0,0 0,-1 0,0-1,2 0,-2 1,1-1,1 0,-2 1,0 0,0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1675 633,'3'-3,"1"3,0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1741 633,'3'-1,"2"1,-1-1,-1 0,0 0,0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1605 684,'3'-2,"0"1,2 0,-1 0,1 1,-1-1,1 1,0 0,-2 0,1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1614 700,'3'0,"2"-2,3-2,-1 2,0 0,0 0,2 0,0-1,-4 2,-2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1639 679,'0'5,"0"1,0-1,-1-1,-1 5,2-3,-1 1,0-1,0-1,-1-1,1-1,-1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1643 698,'3'1,"2"2,-2 0,1-1,-1 0,0-1,0 0,0 0,0 0,0-1,0 0,0 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10-17T20:06:39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945 429,'2'0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10.png"/><Relationship Id="rId7" Type="http://schemas.openxmlformats.org/officeDocument/2006/relationships/customXml" Target="../ink/ink4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5" Type="http://schemas.openxmlformats.org/officeDocument/2006/relationships/slideLayout" Target="../slideLayouts/slideLayout2.xml"/><Relationship Id="rId44" Type="http://schemas.openxmlformats.org/officeDocument/2006/relationships/image" Target="../media/image5.png"/><Relationship Id="rId43" Type="http://schemas.openxmlformats.org/officeDocument/2006/relationships/customXml" Target="../ink/ink22.xml"/><Relationship Id="rId42" Type="http://schemas.openxmlformats.org/officeDocument/2006/relationships/image" Target="../media/image27.png"/><Relationship Id="rId41" Type="http://schemas.openxmlformats.org/officeDocument/2006/relationships/customXml" Target="../ink/ink21.xml"/><Relationship Id="rId40" Type="http://schemas.openxmlformats.org/officeDocument/2006/relationships/image" Target="../media/image26.png"/><Relationship Id="rId4" Type="http://schemas.openxmlformats.org/officeDocument/2006/relationships/image" Target="../media/image8.png"/><Relationship Id="rId39" Type="http://schemas.openxmlformats.org/officeDocument/2006/relationships/customXml" Target="../ink/ink20.xml"/><Relationship Id="rId38" Type="http://schemas.openxmlformats.org/officeDocument/2006/relationships/image" Target="../media/image25.png"/><Relationship Id="rId37" Type="http://schemas.openxmlformats.org/officeDocument/2006/relationships/customXml" Target="../ink/ink19.xml"/><Relationship Id="rId36" Type="http://schemas.openxmlformats.org/officeDocument/2006/relationships/image" Target="../media/image24.png"/><Relationship Id="rId35" Type="http://schemas.openxmlformats.org/officeDocument/2006/relationships/customXml" Target="../ink/ink18.xml"/><Relationship Id="rId34" Type="http://schemas.openxmlformats.org/officeDocument/2006/relationships/image" Target="../media/image23.png"/><Relationship Id="rId33" Type="http://schemas.openxmlformats.org/officeDocument/2006/relationships/customXml" Target="../ink/ink17.xml"/><Relationship Id="rId32" Type="http://schemas.openxmlformats.org/officeDocument/2006/relationships/image" Target="../media/image22.png"/><Relationship Id="rId31" Type="http://schemas.openxmlformats.org/officeDocument/2006/relationships/customXml" Target="../ink/ink16.xml"/><Relationship Id="rId30" Type="http://schemas.openxmlformats.org/officeDocument/2006/relationships/image" Target="../media/image21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20.png"/><Relationship Id="rId27" Type="http://schemas.openxmlformats.org/officeDocument/2006/relationships/customXml" Target="../ink/ink14.xml"/><Relationship Id="rId26" Type="http://schemas.openxmlformats.org/officeDocument/2006/relationships/image" Target="../media/image19.png"/><Relationship Id="rId25" Type="http://schemas.openxmlformats.org/officeDocument/2006/relationships/customXml" Target="../ink/ink13.xml"/><Relationship Id="rId24" Type="http://schemas.openxmlformats.org/officeDocument/2006/relationships/image" Target="../media/image18.png"/><Relationship Id="rId23" Type="http://schemas.openxmlformats.org/officeDocument/2006/relationships/customXml" Target="../ink/ink12.xml"/><Relationship Id="rId22" Type="http://schemas.openxmlformats.org/officeDocument/2006/relationships/image" Target="../media/image17.png"/><Relationship Id="rId21" Type="http://schemas.openxmlformats.org/officeDocument/2006/relationships/customXml" Target="../ink/ink11.xml"/><Relationship Id="rId20" Type="http://schemas.openxmlformats.org/officeDocument/2006/relationships/image" Target="../media/image16.png"/><Relationship Id="rId2" Type="http://schemas.openxmlformats.org/officeDocument/2006/relationships/image" Target="../media/image7.png"/><Relationship Id="rId19" Type="http://schemas.openxmlformats.org/officeDocument/2006/relationships/customXml" Target="../ink/ink10.xml"/><Relationship Id="rId18" Type="http://schemas.openxmlformats.org/officeDocument/2006/relationships/image" Target="../media/image15.png"/><Relationship Id="rId17" Type="http://schemas.openxmlformats.org/officeDocument/2006/relationships/customXml" Target="../ink/ink9.xml"/><Relationship Id="rId16" Type="http://schemas.openxmlformats.org/officeDocument/2006/relationships/image" Target="../media/image14.png"/><Relationship Id="rId15" Type="http://schemas.openxmlformats.org/officeDocument/2006/relationships/customXml" Target="../ink/ink8.xml"/><Relationship Id="rId14" Type="http://schemas.openxmlformats.org/officeDocument/2006/relationships/image" Target="../media/image13.png"/><Relationship Id="rId13" Type="http://schemas.openxmlformats.org/officeDocument/2006/relationships/customXml" Target="../ink/ink7.xml"/><Relationship Id="rId12" Type="http://schemas.openxmlformats.org/officeDocument/2006/relationships/image" Target="../media/image12.png"/><Relationship Id="rId11" Type="http://schemas.openxmlformats.org/officeDocument/2006/relationships/customXml" Target="../ink/ink6.xml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customXml" Target="../ink/ink25.xml"/><Relationship Id="rId8" Type="http://schemas.openxmlformats.org/officeDocument/2006/relationships/image" Target="../media/image32.png"/><Relationship Id="rId7" Type="http://schemas.openxmlformats.org/officeDocument/2006/relationships/customXml" Target="../ink/ink24.xml"/><Relationship Id="rId6" Type="http://schemas.openxmlformats.org/officeDocument/2006/relationships/image" Target="../media/image31.png"/><Relationship Id="rId54" Type="http://schemas.openxmlformats.org/officeDocument/2006/relationships/slideLayout" Target="../slideLayouts/slideLayout2.xml"/><Relationship Id="rId53" Type="http://schemas.openxmlformats.org/officeDocument/2006/relationships/customXml" Target="../ink/ink47.xml"/><Relationship Id="rId52" Type="http://schemas.openxmlformats.org/officeDocument/2006/relationships/image" Target="../media/image53.png"/><Relationship Id="rId51" Type="http://schemas.openxmlformats.org/officeDocument/2006/relationships/customXml" Target="../ink/ink46.xml"/><Relationship Id="rId50" Type="http://schemas.openxmlformats.org/officeDocument/2006/relationships/image" Target="../media/image52.png"/><Relationship Id="rId5" Type="http://schemas.openxmlformats.org/officeDocument/2006/relationships/customXml" Target="../ink/ink23.xml"/><Relationship Id="rId49" Type="http://schemas.openxmlformats.org/officeDocument/2006/relationships/customXml" Target="../ink/ink45.xml"/><Relationship Id="rId48" Type="http://schemas.openxmlformats.org/officeDocument/2006/relationships/image" Target="../media/image51.png"/><Relationship Id="rId47" Type="http://schemas.openxmlformats.org/officeDocument/2006/relationships/customXml" Target="../ink/ink44.xml"/><Relationship Id="rId46" Type="http://schemas.openxmlformats.org/officeDocument/2006/relationships/image" Target="../media/image50.png"/><Relationship Id="rId45" Type="http://schemas.openxmlformats.org/officeDocument/2006/relationships/customXml" Target="../ink/ink43.xml"/><Relationship Id="rId44" Type="http://schemas.openxmlformats.org/officeDocument/2006/relationships/image" Target="../media/image49.png"/><Relationship Id="rId43" Type="http://schemas.openxmlformats.org/officeDocument/2006/relationships/customXml" Target="../ink/ink42.xml"/><Relationship Id="rId42" Type="http://schemas.openxmlformats.org/officeDocument/2006/relationships/image" Target="../media/image48.png"/><Relationship Id="rId41" Type="http://schemas.openxmlformats.org/officeDocument/2006/relationships/customXml" Target="../ink/ink41.xml"/><Relationship Id="rId40" Type="http://schemas.openxmlformats.org/officeDocument/2006/relationships/image" Target="../media/image47.png"/><Relationship Id="rId4" Type="http://schemas.openxmlformats.org/officeDocument/2006/relationships/image" Target="../media/image30.png"/><Relationship Id="rId39" Type="http://schemas.openxmlformats.org/officeDocument/2006/relationships/customXml" Target="../ink/ink40.xml"/><Relationship Id="rId38" Type="http://schemas.openxmlformats.org/officeDocument/2006/relationships/image" Target="../media/image46.png"/><Relationship Id="rId37" Type="http://schemas.openxmlformats.org/officeDocument/2006/relationships/customXml" Target="../ink/ink39.xml"/><Relationship Id="rId36" Type="http://schemas.openxmlformats.org/officeDocument/2006/relationships/image" Target="../media/image45.png"/><Relationship Id="rId35" Type="http://schemas.openxmlformats.org/officeDocument/2006/relationships/customXml" Target="../ink/ink38.xml"/><Relationship Id="rId34" Type="http://schemas.openxmlformats.org/officeDocument/2006/relationships/image" Target="../media/image5.png"/><Relationship Id="rId33" Type="http://schemas.openxmlformats.org/officeDocument/2006/relationships/customXml" Target="../ink/ink37.xml"/><Relationship Id="rId32" Type="http://schemas.openxmlformats.org/officeDocument/2006/relationships/image" Target="../media/image44.png"/><Relationship Id="rId31" Type="http://schemas.openxmlformats.org/officeDocument/2006/relationships/customXml" Target="../ink/ink36.xml"/><Relationship Id="rId30" Type="http://schemas.openxmlformats.org/officeDocument/2006/relationships/image" Target="../media/image43.png"/><Relationship Id="rId3" Type="http://schemas.openxmlformats.org/officeDocument/2006/relationships/image" Target="../media/image29.png"/><Relationship Id="rId29" Type="http://schemas.openxmlformats.org/officeDocument/2006/relationships/customXml" Target="../ink/ink35.xml"/><Relationship Id="rId28" Type="http://schemas.openxmlformats.org/officeDocument/2006/relationships/image" Target="../media/image42.png"/><Relationship Id="rId27" Type="http://schemas.openxmlformats.org/officeDocument/2006/relationships/customXml" Target="../ink/ink34.xml"/><Relationship Id="rId26" Type="http://schemas.openxmlformats.org/officeDocument/2006/relationships/image" Target="../media/image41.png"/><Relationship Id="rId25" Type="http://schemas.openxmlformats.org/officeDocument/2006/relationships/customXml" Target="../ink/ink33.xml"/><Relationship Id="rId24" Type="http://schemas.openxmlformats.org/officeDocument/2006/relationships/image" Target="../media/image40.png"/><Relationship Id="rId23" Type="http://schemas.openxmlformats.org/officeDocument/2006/relationships/customXml" Target="../ink/ink32.xml"/><Relationship Id="rId22" Type="http://schemas.openxmlformats.org/officeDocument/2006/relationships/image" Target="../media/image39.png"/><Relationship Id="rId21" Type="http://schemas.openxmlformats.org/officeDocument/2006/relationships/customXml" Target="../ink/ink31.xml"/><Relationship Id="rId20" Type="http://schemas.openxmlformats.org/officeDocument/2006/relationships/image" Target="../media/image38.png"/><Relationship Id="rId2" Type="http://schemas.openxmlformats.org/officeDocument/2006/relationships/image" Target="../media/image28.png"/><Relationship Id="rId19" Type="http://schemas.openxmlformats.org/officeDocument/2006/relationships/customXml" Target="../ink/ink30.xml"/><Relationship Id="rId18" Type="http://schemas.openxmlformats.org/officeDocument/2006/relationships/image" Target="../media/image37.png"/><Relationship Id="rId17" Type="http://schemas.openxmlformats.org/officeDocument/2006/relationships/customXml" Target="../ink/ink29.xml"/><Relationship Id="rId16" Type="http://schemas.openxmlformats.org/officeDocument/2006/relationships/image" Target="../media/image36.png"/><Relationship Id="rId15" Type="http://schemas.openxmlformats.org/officeDocument/2006/relationships/customXml" Target="../ink/ink28.xml"/><Relationship Id="rId14" Type="http://schemas.openxmlformats.org/officeDocument/2006/relationships/image" Target="../media/image35.png"/><Relationship Id="rId13" Type="http://schemas.openxmlformats.org/officeDocument/2006/relationships/customXml" Target="../ink/ink27.xml"/><Relationship Id="rId12" Type="http://schemas.openxmlformats.org/officeDocument/2006/relationships/image" Target="../media/image34.png"/><Relationship Id="rId11" Type="http://schemas.openxmlformats.org/officeDocument/2006/relationships/customXml" Target="../ink/ink26.xml"/><Relationship Id="rId10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ustomXml" Target="../ink/ink50.xml"/><Relationship Id="rId81" Type="http://schemas.openxmlformats.org/officeDocument/2006/relationships/slideLayout" Target="../slideLayouts/slideLayout2.xml"/><Relationship Id="rId80" Type="http://schemas.openxmlformats.org/officeDocument/2006/relationships/customXml" Target="../ink/ink86.xml"/><Relationship Id="rId8" Type="http://schemas.openxmlformats.org/officeDocument/2006/relationships/image" Target="../media/image56.png"/><Relationship Id="rId79" Type="http://schemas.openxmlformats.org/officeDocument/2006/relationships/image" Target="../media/image90.png"/><Relationship Id="rId78" Type="http://schemas.openxmlformats.org/officeDocument/2006/relationships/customXml" Target="../ink/ink85.xml"/><Relationship Id="rId77" Type="http://schemas.openxmlformats.org/officeDocument/2006/relationships/image" Target="../media/image89.png"/><Relationship Id="rId76" Type="http://schemas.openxmlformats.org/officeDocument/2006/relationships/customXml" Target="../ink/ink84.xml"/><Relationship Id="rId75" Type="http://schemas.openxmlformats.org/officeDocument/2006/relationships/image" Target="../media/image88.png"/><Relationship Id="rId74" Type="http://schemas.openxmlformats.org/officeDocument/2006/relationships/customXml" Target="../ink/ink83.xml"/><Relationship Id="rId73" Type="http://schemas.openxmlformats.org/officeDocument/2006/relationships/image" Target="../media/image87.png"/><Relationship Id="rId72" Type="http://schemas.openxmlformats.org/officeDocument/2006/relationships/customXml" Target="../ink/ink82.xml"/><Relationship Id="rId71" Type="http://schemas.openxmlformats.org/officeDocument/2006/relationships/image" Target="../media/image86.png"/><Relationship Id="rId70" Type="http://schemas.openxmlformats.org/officeDocument/2006/relationships/customXml" Target="../ink/ink81.xml"/><Relationship Id="rId7" Type="http://schemas.openxmlformats.org/officeDocument/2006/relationships/customXml" Target="../ink/ink49.xml"/><Relationship Id="rId69" Type="http://schemas.openxmlformats.org/officeDocument/2006/relationships/image" Target="../media/image85.png"/><Relationship Id="rId68" Type="http://schemas.openxmlformats.org/officeDocument/2006/relationships/customXml" Target="../ink/ink80.xml"/><Relationship Id="rId67" Type="http://schemas.openxmlformats.org/officeDocument/2006/relationships/image" Target="../media/image84.png"/><Relationship Id="rId66" Type="http://schemas.openxmlformats.org/officeDocument/2006/relationships/customXml" Target="../ink/ink79.xml"/><Relationship Id="rId65" Type="http://schemas.openxmlformats.org/officeDocument/2006/relationships/image" Target="../media/image83.png"/><Relationship Id="rId64" Type="http://schemas.openxmlformats.org/officeDocument/2006/relationships/customXml" Target="../ink/ink78.xml"/><Relationship Id="rId63" Type="http://schemas.openxmlformats.org/officeDocument/2006/relationships/image" Target="../media/image82.png"/><Relationship Id="rId62" Type="http://schemas.openxmlformats.org/officeDocument/2006/relationships/customXml" Target="../ink/ink77.xml"/><Relationship Id="rId61" Type="http://schemas.openxmlformats.org/officeDocument/2006/relationships/image" Target="../media/image81.png"/><Relationship Id="rId60" Type="http://schemas.openxmlformats.org/officeDocument/2006/relationships/customXml" Target="../ink/ink76.xml"/><Relationship Id="rId6" Type="http://schemas.openxmlformats.org/officeDocument/2006/relationships/image" Target="../media/image55.png"/><Relationship Id="rId59" Type="http://schemas.openxmlformats.org/officeDocument/2006/relationships/image" Target="../media/image80.png"/><Relationship Id="rId58" Type="http://schemas.openxmlformats.org/officeDocument/2006/relationships/customXml" Target="../ink/ink75.xml"/><Relationship Id="rId57" Type="http://schemas.openxmlformats.org/officeDocument/2006/relationships/image" Target="../media/image79.png"/><Relationship Id="rId56" Type="http://schemas.openxmlformats.org/officeDocument/2006/relationships/customXml" Target="../ink/ink74.xml"/><Relationship Id="rId55" Type="http://schemas.openxmlformats.org/officeDocument/2006/relationships/image" Target="../media/image78.png"/><Relationship Id="rId54" Type="http://schemas.openxmlformats.org/officeDocument/2006/relationships/customXml" Target="../ink/ink73.xml"/><Relationship Id="rId53" Type="http://schemas.openxmlformats.org/officeDocument/2006/relationships/image" Target="../media/image77.png"/><Relationship Id="rId52" Type="http://schemas.openxmlformats.org/officeDocument/2006/relationships/customXml" Target="../ink/ink72.xml"/><Relationship Id="rId51" Type="http://schemas.openxmlformats.org/officeDocument/2006/relationships/image" Target="../media/image76.png"/><Relationship Id="rId50" Type="http://schemas.openxmlformats.org/officeDocument/2006/relationships/customXml" Target="../ink/ink71.xml"/><Relationship Id="rId5" Type="http://schemas.openxmlformats.org/officeDocument/2006/relationships/customXml" Target="../ink/ink48.xml"/><Relationship Id="rId49" Type="http://schemas.openxmlformats.org/officeDocument/2006/relationships/image" Target="../media/image75.png"/><Relationship Id="rId48" Type="http://schemas.openxmlformats.org/officeDocument/2006/relationships/customXml" Target="../ink/ink70.xml"/><Relationship Id="rId47" Type="http://schemas.openxmlformats.org/officeDocument/2006/relationships/image" Target="../media/image74.png"/><Relationship Id="rId46" Type="http://schemas.openxmlformats.org/officeDocument/2006/relationships/customXml" Target="../ink/ink69.xml"/><Relationship Id="rId45" Type="http://schemas.openxmlformats.org/officeDocument/2006/relationships/image" Target="../media/image73.png"/><Relationship Id="rId44" Type="http://schemas.openxmlformats.org/officeDocument/2006/relationships/customXml" Target="../ink/ink68.xml"/><Relationship Id="rId43" Type="http://schemas.openxmlformats.org/officeDocument/2006/relationships/image" Target="../media/image72.png"/><Relationship Id="rId42" Type="http://schemas.openxmlformats.org/officeDocument/2006/relationships/customXml" Target="../ink/ink67.xml"/><Relationship Id="rId41" Type="http://schemas.openxmlformats.org/officeDocument/2006/relationships/image" Target="../media/image71.png"/><Relationship Id="rId40" Type="http://schemas.openxmlformats.org/officeDocument/2006/relationships/customXml" Target="../ink/ink66.xml"/><Relationship Id="rId4" Type="http://schemas.openxmlformats.org/officeDocument/2006/relationships/image" Target="../media/image30.png"/><Relationship Id="rId39" Type="http://schemas.openxmlformats.org/officeDocument/2006/relationships/image" Target="../media/image70.png"/><Relationship Id="rId38" Type="http://schemas.openxmlformats.org/officeDocument/2006/relationships/customXml" Target="../ink/ink65.xml"/><Relationship Id="rId37" Type="http://schemas.openxmlformats.org/officeDocument/2006/relationships/image" Target="../media/image69.png"/><Relationship Id="rId36" Type="http://schemas.openxmlformats.org/officeDocument/2006/relationships/customXml" Target="../ink/ink64.xml"/><Relationship Id="rId35" Type="http://schemas.openxmlformats.org/officeDocument/2006/relationships/image" Target="../media/image68.png"/><Relationship Id="rId34" Type="http://schemas.openxmlformats.org/officeDocument/2006/relationships/customXml" Target="../ink/ink63.xml"/><Relationship Id="rId33" Type="http://schemas.openxmlformats.org/officeDocument/2006/relationships/image" Target="../media/image67.png"/><Relationship Id="rId32" Type="http://schemas.openxmlformats.org/officeDocument/2006/relationships/customXml" Target="../ink/ink62.xml"/><Relationship Id="rId31" Type="http://schemas.openxmlformats.org/officeDocument/2006/relationships/image" Target="../media/image66.png"/><Relationship Id="rId30" Type="http://schemas.openxmlformats.org/officeDocument/2006/relationships/customXml" Target="../ink/ink61.xml"/><Relationship Id="rId3" Type="http://schemas.openxmlformats.org/officeDocument/2006/relationships/image" Target="../media/image54.png"/><Relationship Id="rId29" Type="http://schemas.openxmlformats.org/officeDocument/2006/relationships/image" Target="../media/image65.png"/><Relationship Id="rId28" Type="http://schemas.openxmlformats.org/officeDocument/2006/relationships/customXml" Target="../ink/ink60.xml"/><Relationship Id="rId27" Type="http://schemas.openxmlformats.org/officeDocument/2006/relationships/image" Target="../media/image64.png"/><Relationship Id="rId26" Type="http://schemas.openxmlformats.org/officeDocument/2006/relationships/customXml" Target="../ink/ink59.xml"/><Relationship Id="rId25" Type="http://schemas.openxmlformats.org/officeDocument/2006/relationships/image" Target="../media/image63.png"/><Relationship Id="rId24" Type="http://schemas.openxmlformats.org/officeDocument/2006/relationships/customXml" Target="../ink/ink58.xml"/><Relationship Id="rId23" Type="http://schemas.openxmlformats.org/officeDocument/2006/relationships/image" Target="../media/image62.png"/><Relationship Id="rId22" Type="http://schemas.openxmlformats.org/officeDocument/2006/relationships/customXml" Target="../ink/ink57.xml"/><Relationship Id="rId21" Type="http://schemas.openxmlformats.org/officeDocument/2006/relationships/image" Target="../media/image61.png"/><Relationship Id="rId20" Type="http://schemas.openxmlformats.org/officeDocument/2006/relationships/customXml" Target="../ink/ink56.xml"/><Relationship Id="rId2" Type="http://schemas.openxmlformats.org/officeDocument/2006/relationships/image" Target="../media/image28.png"/><Relationship Id="rId19" Type="http://schemas.openxmlformats.org/officeDocument/2006/relationships/customXml" Target="../ink/ink55.xml"/><Relationship Id="rId18" Type="http://schemas.openxmlformats.org/officeDocument/2006/relationships/image" Target="../media/image5.png"/><Relationship Id="rId17" Type="http://schemas.openxmlformats.org/officeDocument/2006/relationships/customXml" Target="../ink/ink54.xml"/><Relationship Id="rId16" Type="http://schemas.openxmlformats.org/officeDocument/2006/relationships/image" Target="../media/image60.png"/><Relationship Id="rId15" Type="http://schemas.openxmlformats.org/officeDocument/2006/relationships/customXml" Target="../ink/ink53.xml"/><Relationship Id="rId14" Type="http://schemas.openxmlformats.org/officeDocument/2006/relationships/image" Target="../media/image59.png"/><Relationship Id="rId13" Type="http://schemas.openxmlformats.org/officeDocument/2006/relationships/customXml" Target="../ink/ink52.xml"/><Relationship Id="rId12" Type="http://schemas.openxmlformats.org/officeDocument/2006/relationships/image" Target="../media/image58.png"/><Relationship Id="rId11" Type="http://schemas.openxmlformats.org/officeDocument/2006/relationships/customXml" Target="../ink/ink51.xml"/><Relationship Id="rId10" Type="http://schemas.openxmlformats.org/officeDocument/2006/relationships/image" Target="../media/image5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customXml" Target="../ink/ink90.xml"/><Relationship Id="rId8" Type="http://schemas.openxmlformats.org/officeDocument/2006/relationships/image" Target="../media/image94.png"/><Relationship Id="rId7" Type="http://schemas.openxmlformats.org/officeDocument/2006/relationships/customXml" Target="../ink/ink89.xml"/><Relationship Id="rId6" Type="http://schemas.openxmlformats.org/officeDocument/2006/relationships/image" Target="../media/image93.png"/><Relationship Id="rId5" Type="http://schemas.openxmlformats.org/officeDocument/2006/relationships/customXml" Target="../ink/ink88.xml"/><Relationship Id="rId4" Type="http://schemas.openxmlformats.org/officeDocument/2006/relationships/image" Target="../media/image92.png"/><Relationship Id="rId3" Type="http://schemas.openxmlformats.org/officeDocument/2006/relationships/customXml" Target="../ink/ink87.xml"/><Relationship Id="rId2" Type="http://schemas.openxmlformats.org/officeDocument/2006/relationships/image" Target="../media/image91.jpe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5.png"/><Relationship Id="rId13" Type="http://schemas.openxmlformats.org/officeDocument/2006/relationships/customXml" Target="../ink/ink92.xml"/><Relationship Id="rId12" Type="http://schemas.openxmlformats.org/officeDocument/2006/relationships/image" Target="../media/image96.png"/><Relationship Id="rId11" Type="http://schemas.openxmlformats.org/officeDocument/2006/relationships/customXml" Target="../ink/ink91.xml"/><Relationship Id="rId10" Type="http://schemas.openxmlformats.org/officeDocument/2006/relationships/image" Target="../media/image95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customXml" Target="../ink/ink96.xml"/><Relationship Id="rId8" Type="http://schemas.openxmlformats.org/officeDocument/2006/relationships/image" Target="../media/image5.png"/><Relationship Id="rId7" Type="http://schemas.openxmlformats.org/officeDocument/2006/relationships/customXml" Target="../ink/ink95.xml"/><Relationship Id="rId6" Type="http://schemas.openxmlformats.org/officeDocument/2006/relationships/image" Target="../media/image99.png"/><Relationship Id="rId5" Type="http://schemas.openxmlformats.org/officeDocument/2006/relationships/customXml" Target="../ink/ink94.xml"/><Relationship Id="rId4" Type="http://schemas.openxmlformats.org/officeDocument/2006/relationships/image" Target="../media/image98.png"/><Relationship Id="rId3" Type="http://schemas.openxmlformats.org/officeDocument/2006/relationships/customXml" Target="../ink/ink93.xml"/><Relationship Id="rId23" Type="http://schemas.openxmlformats.org/officeDocument/2006/relationships/slideLayout" Target="../slideLayouts/slideLayout2.xml"/><Relationship Id="rId22" Type="http://schemas.openxmlformats.org/officeDocument/2006/relationships/image" Target="../media/image106.png"/><Relationship Id="rId21" Type="http://schemas.openxmlformats.org/officeDocument/2006/relationships/customXml" Target="../ink/ink102.xml"/><Relationship Id="rId20" Type="http://schemas.openxmlformats.org/officeDocument/2006/relationships/image" Target="../media/image105.png"/><Relationship Id="rId2" Type="http://schemas.openxmlformats.org/officeDocument/2006/relationships/image" Target="../media/image97.png"/><Relationship Id="rId19" Type="http://schemas.openxmlformats.org/officeDocument/2006/relationships/customXml" Target="../ink/ink101.xml"/><Relationship Id="rId18" Type="http://schemas.openxmlformats.org/officeDocument/2006/relationships/image" Target="../media/image104.png"/><Relationship Id="rId17" Type="http://schemas.openxmlformats.org/officeDocument/2006/relationships/customXml" Target="../ink/ink100.xml"/><Relationship Id="rId16" Type="http://schemas.openxmlformats.org/officeDocument/2006/relationships/image" Target="../media/image103.png"/><Relationship Id="rId15" Type="http://schemas.openxmlformats.org/officeDocument/2006/relationships/customXml" Target="../ink/ink99.xml"/><Relationship Id="rId14" Type="http://schemas.openxmlformats.org/officeDocument/2006/relationships/image" Target="../media/image102.png"/><Relationship Id="rId13" Type="http://schemas.openxmlformats.org/officeDocument/2006/relationships/customXml" Target="../ink/ink98.xml"/><Relationship Id="rId12" Type="http://schemas.openxmlformats.org/officeDocument/2006/relationships/image" Target="../media/image101.png"/><Relationship Id="rId11" Type="http://schemas.openxmlformats.org/officeDocument/2006/relationships/customXml" Target="../ink/ink97.xml"/><Relationship Id="rId10" Type="http://schemas.openxmlformats.org/officeDocument/2006/relationships/image" Target="../media/image100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.png"/><Relationship Id="rId8" Type="http://schemas.openxmlformats.org/officeDocument/2006/relationships/customXml" Target="../ink/ink105.xml"/><Relationship Id="rId7" Type="http://schemas.openxmlformats.org/officeDocument/2006/relationships/image" Target="../media/image109.png"/><Relationship Id="rId6" Type="http://schemas.openxmlformats.org/officeDocument/2006/relationships/customXml" Target="../ink/ink104.xml"/><Relationship Id="rId52" Type="http://schemas.openxmlformats.org/officeDocument/2006/relationships/slideLayout" Target="../slideLayouts/slideLayout2.xml"/><Relationship Id="rId51" Type="http://schemas.openxmlformats.org/officeDocument/2006/relationships/image" Target="../media/image5.png"/><Relationship Id="rId50" Type="http://schemas.openxmlformats.org/officeDocument/2006/relationships/customXml" Target="../ink/ink126.xml"/><Relationship Id="rId5" Type="http://schemas.openxmlformats.org/officeDocument/2006/relationships/image" Target="../media/image108.png"/><Relationship Id="rId49" Type="http://schemas.openxmlformats.org/officeDocument/2006/relationships/image" Target="../media/image130.png"/><Relationship Id="rId48" Type="http://schemas.openxmlformats.org/officeDocument/2006/relationships/customXml" Target="../ink/ink125.xml"/><Relationship Id="rId47" Type="http://schemas.openxmlformats.org/officeDocument/2006/relationships/image" Target="../media/image129.png"/><Relationship Id="rId46" Type="http://schemas.openxmlformats.org/officeDocument/2006/relationships/customXml" Target="../ink/ink124.xml"/><Relationship Id="rId45" Type="http://schemas.openxmlformats.org/officeDocument/2006/relationships/image" Target="../media/image128.png"/><Relationship Id="rId44" Type="http://schemas.openxmlformats.org/officeDocument/2006/relationships/customXml" Target="../ink/ink123.xml"/><Relationship Id="rId43" Type="http://schemas.openxmlformats.org/officeDocument/2006/relationships/image" Target="../media/image127.png"/><Relationship Id="rId42" Type="http://schemas.openxmlformats.org/officeDocument/2006/relationships/customXml" Target="../ink/ink122.xml"/><Relationship Id="rId41" Type="http://schemas.openxmlformats.org/officeDocument/2006/relationships/image" Target="../media/image126.png"/><Relationship Id="rId40" Type="http://schemas.openxmlformats.org/officeDocument/2006/relationships/customXml" Target="../ink/ink121.xml"/><Relationship Id="rId4" Type="http://schemas.openxmlformats.org/officeDocument/2006/relationships/customXml" Target="../ink/ink103.xml"/><Relationship Id="rId39" Type="http://schemas.openxmlformats.org/officeDocument/2006/relationships/image" Target="../media/image125.png"/><Relationship Id="rId38" Type="http://schemas.openxmlformats.org/officeDocument/2006/relationships/customXml" Target="../ink/ink120.xml"/><Relationship Id="rId37" Type="http://schemas.openxmlformats.org/officeDocument/2006/relationships/image" Target="../media/image124.png"/><Relationship Id="rId36" Type="http://schemas.openxmlformats.org/officeDocument/2006/relationships/customXml" Target="../ink/ink119.xml"/><Relationship Id="rId35" Type="http://schemas.openxmlformats.org/officeDocument/2006/relationships/image" Target="../media/image123.png"/><Relationship Id="rId34" Type="http://schemas.openxmlformats.org/officeDocument/2006/relationships/customXml" Target="../ink/ink118.xml"/><Relationship Id="rId33" Type="http://schemas.openxmlformats.org/officeDocument/2006/relationships/image" Target="../media/image122.png"/><Relationship Id="rId32" Type="http://schemas.openxmlformats.org/officeDocument/2006/relationships/customXml" Target="../ink/ink117.xml"/><Relationship Id="rId31" Type="http://schemas.openxmlformats.org/officeDocument/2006/relationships/image" Target="../media/image121.png"/><Relationship Id="rId30" Type="http://schemas.openxmlformats.org/officeDocument/2006/relationships/customXml" Target="../ink/ink116.xml"/><Relationship Id="rId3" Type="http://schemas.openxmlformats.org/officeDocument/2006/relationships/image" Target="../media/image97.png"/><Relationship Id="rId29" Type="http://schemas.openxmlformats.org/officeDocument/2006/relationships/image" Target="../media/image120.png"/><Relationship Id="rId28" Type="http://schemas.openxmlformats.org/officeDocument/2006/relationships/customXml" Target="../ink/ink115.xml"/><Relationship Id="rId27" Type="http://schemas.openxmlformats.org/officeDocument/2006/relationships/image" Target="../media/image119.png"/><Relationship Id="rId26" Type="http://schemas.openxmlformats.org/officeDocument/2006/relationships/customXml" Target="../ink/ink114.xml"/><Relationship Id="rId25" Type="http://schemas.openxmlformats.org/officeDocument/2006/relationships/image" Target="../media/image118.png"/><Relationship Id="rId24" Type="http://schemas.openxmlformats.org/officeDocument/2006/relationships/customXml" Target="../ink/ink113.xml"/><Relationship Id="rId23" Type="http://schemas.openxmlformats.org/officeDocument/2006/relationships/image" Target="../media/image117.png"/><Relationship Id="rId22" Type="http://schemas.openxmlformats.org/officeDocument/2006/relationships/customXml" Target="../ink/ink112.xml"/><Relationship Id="rId21" Type="http://schemas.openxmlformats.org/officeDocument/2006/relationships/image" Target="../media/image116.png"/><Relationship Id="rId20" Type="http://schemas.openxmlformats.org/officeDocument/2006/relationships/customXml" Target="../ink/ink111.xml"/><Relationship Id="rId2" Type="http://schemas.openxmlformats.org/officeDocument/2006/relationships/image" Target="../media/image107.png"/><Relationship Id="rId19" Type="http://schemas.openxmlformats.org/officeDocument/2006/relationships/image" Target="../media/image115.png"/><Relationship Id="rId18" Type="http://schemas.openxmlformats.org/officeDocument/2006/relationships/customXml" Target="../ink/ink110.xml"/><Relationship Id="rId17" Type="http://schemas.openxmlformats.org/officeDocument/2006/relationships/image" Target="../media/image114.png"/><Relationship Id="rId16" Type="http://schemas.openxmlformats.org/officeDocument/2006/relationships/customXml" Target="../ink/ink109.xml"/><Relationship Id="rId15" Type="http://schemas.openxmlformats.org/officeDocument/2006/relationships/image" Target="../media/image113.png"/><Relationship Id="rId14" Type="http://schemas.openxmlformats.org/officeDocument/2006/relationships/customXml" Target="../ink/ink108.xml"/><Relationship Id="rId13" Type="http://schemas.openxmlformats.org/officeDocument/2006/relationships/image" Target="../media/image112.png"/><Relationship Id="rId12" Type="http://schemas.openxmlformats.org/officeDocument/2006/relationships/customXml" Target="../ink/ink107.xml"/><Relationship Id="rId11" Type="http://schemas.openxmlformats.org/officeDocument/2006/relationships/image" Target="../media/image111.png"/><Relationship Id="rId10" Type="http://schemas.openxmlformats.org/officeDocument/2006/relationships/customXml" Target="../ink/ink10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99" Type="http://schemas.openxmlformats.org/officeDocument/2006/relationships/customXml" Target="../ink/ink176.xml"/><Relationship Id="rId98" Type="http://schemas.openxmlformats.org/officeDocument/2006/relationships/image" Target="../media/image176.png"/><Relationship Id="rId97" Type="http://schemas.openxmlformats.org/officeDocument/2006/relationships/customXml" Target="../ink/ink175.xml"/><Relationship Id="rId96" Type="http://schemas.openxmlformats.org/officeDocument/2006/relationships/image" Target="../media/image175.png"/><Relationship Id="rId95" Type="http://schemas.openxmlformats.org/officeDocument/2006/relationships/customXml" Target="../ink/ink174.xml"/><Relationship Id="rId94" Type="http://schemas.openxmlformats.org/officeDocument/2006/relationships/image" Target="../media/image174.png"/><Relationship Id="rId93" Type="http://schemas.openxmlformats.org/officeDocument/2006/relationships/customXml" Target="../ink/ink173.xml"/><Relationship Id="rId92" Type="http://schemas.openxmlformats.org/officeDocument/2006/relationships/image" Target="../media/image173.png"/><Relationship Id="rId91" Type="http://schemas.openxmlformats.org/officeDocument/2006/relationships/customXml" Target="../ink/ink172.xml"/><Relationship Id="rId90" Type="http://schemas.openxmlformats.org/officeDocument/2006/relationships/image" Target="../media/image172.png"/><Relationship Id="rId9" Type="http://schemas.openxmlformats.org/officeDocument/2006/relationships/image" Target="../media/image134.png"/><Relationship Id="rId89" Type="http://schemas.openxmlformats.org/officeDocument/2006/relationships/customXml" Target="../ink/ink171.xml"/><Relationship Id="rId88" Type="http://schemas.openxmlformats.org/officeDocument/2006/relationships/image" Target="../media/image171.png"/><Relationship Id="rId87" Type="http://schemas.openxmlformats.org/officeDocument/2006/relationships/customXml" Target="../ink/ink170.xml"/><Relationship Id="rId86" Type="http://schemas.openxmlformats.org/officeDocument/2006/relationships/image" Target="../media/image170.png"/><Relationship Id="rId85" Type="http://schemas.openxmlformats.org/officeDocument/2006/relationships/customXml" Target="../ink/ink169.xml"/><Relationship Id="rId84" Type="http://schemas.openxmlformats.org/officeDocument/2006/relationships/image" Target="../media/image169.png"/><Relationship Id="rId83" Type="http://schemas.openxmlformats.org/officeDocument/2006/relationships/customXml" Target="../ink/ink168.xml"/><Relationship Id="rId82" Type="http://schemas.openxmlformats.org/officeDocument/2006/relationships/image" Target="../media/image168.png"/><Relationship Id="rId81" Type="http://schemas.openxmlformats.org/officeDocument/2006/relationships/customXml" Target="../ink/ink167.xml"/><Relationship Id="rId80" Type="http://schemas.openxmlformats.org/officeDocument/2006/relationships/image" Target="../media/image167.png"/><Relationship Id="rId8" Type="http://schemas.openxmlformats.org/officeDocument/2006/relationships/customXml" Target="../ink/ink129.xml"/><Relationship Id="rId79" Type="http://schemas.openxmlformats.org/officeDocument/2006/relationships/customXml" Target="../ink/ink166.xml"/><Relationship Id="rId78" Type="http://schemas.openxmlformats.org/officeDocument/2006/relationships/image" Target="../media/image166.png"/><Relationship Id="rId77" Type="http://schemas.openxmlformats.org/officeDocument/2006/relationships/customXml" Target="../ink/ink165.xml"/><Relationship Id="rId76" Type="http://schemas.openxmlformats.org/officeDocument/2006/relationships/image" Target="../media/image165.png"/><Relationship Id="rId75" Type="http://schemas.openxmlformats.org/officeDocument/2006/relationships/customXml" Target="../ink/ink164.xml"/><Relationship Id="rId74" Type="http://schemas.openxmlformats.org/officeDocument/2006/relationships/image" Target="../media/image164.png"/><Relationship Id="rId73" Type="http://schemas.openxmlformats.org/officeDocument/2006/relationships/customXml" Target="../ink/ink163.xml"/><Relationship Id="rId72" Type="http://schemas.openxmlformats.org/officeDocument/2006/relationships/image" Target="../media/image163.png"/><Relationship Id="rId71" Type="http://schemas.openxmlformats.org/officeDocument/2006/relationships/customXml" Target="../ink/ink162.xml"/><Relationship Id="rId70" Type="http://schemas.openxmlformats.org/officeDocument/2006/relationships/image" Target="../media/image162.png"/><Relationship Id="rId7" Type="http://schemas.openxmlformats.org/officeDocument/2006/relationships/image" Target="../media/image133.png"/><Relationship Id="rId69" Type="http://schemas.openxmlformats.org/officeDocument/2006/relationships/customXml" Target="../ink/ink161.xml"/><Relationship Id="rId68" Type="http://schemas.openxmlformats.org/officeDocument/2006/relationships/image" Target="../media/image161.png"/><Relationship Id="rId67" Type="http://schemas.openxmlformats.org/officeDocument/2006/relationships/customXml" Target="../ink/ink160.xml"/><Relationship Id="rId66" Type="http://schemas.openxmlformats.org/officeDocument/2006/relationships/image" Target="../media/image160.png"/><Relationship Id="rId65" Type="http://schemas.openxmlformats.org/officeDocument/2006/relationships/customXml" Target="../ink/ink159.xml"/><Relationship Id="rId64" Type="http://schemas.openxmlformats.org/officeDocument/2006/relationships/image" Target="../media/image159.png"/><Relationship Id="rId63" Type="http://schemas.openxmlformats.org/officeDocument/2006/relationships/customXml" Target="../ink/ink158.xml"/><Relationship Id="rId62" Type="http://schemas.openxmlformats.org/officeDocument/2006/relationships/image" Target="../media/image158.png"/><Relationship Id="rId61" Type="http://schemas.openxmlformats.org/officeDocument/2006/relationships/customXml" Target="../ink/ink157.xml"/><Relationship Id="rId60" Type="http://schemas.openxmlformats.org/officeDocument/2006/relationships/image" Target="../media/image157.png"/><Relationship Id="rId6" Type="http://schemas.openxmlformats.org/officeDocument/2006/relationships/customXml" Target="../ink/ink128.xml"/><Relationship Id="rId59" Type="http://schemas.openxmlformats.org/officeDocument/2006/relationships/customXml" Target="../ink/ink156.xml"/><Relationship Id="rId58" Type="http://schemas.openxmlformats.org/officeDocument/2006/relationships/image" Target="../media/image156.png"/><Relationship Id="rId57" Type="http://schemas.openxmlformats.org/officeDocument/2006/relationships/customXml" Target="../ink/ink155.xml"/><Relationship Id="rId56" Type="http://schemas.openxmlformats.org/officeDocument/2006/relationships/customXml" Target="../ink/ink154.xml"/><Relationship Id="rId55" Type="http://schemas.openxmlformats.org/officeDocument/2006/relationships/image" Target="../media/image155.png"/><Relationship Id="rId54" Type="http://schemas.openxmlformats.org/officeDocument/2006/relationships/customXml" Target="../ink/ink153.xml"/><Relationship Id="rId53" Type="http://schemas.openxmlformats.org/officeDocument/2006/relationships/customXml" Target="../ink/ink152.xml"/><Relationship Id="rId52" Type="http://schemas.openxmlformats.org/officeDocument/2006/relationships/image" Target="../media/image154.png"/><Relationship Id="rId51" Type="http://schemas.openxmlformats.org/officeDocument/2006/relationships/customXml" Target="../ink/ink151.xml"/><Relationship Id="rId50" Type="http://schemas.openxmlformats.org/officeDocument/2006/relationships/image" Target="../media/image153.png"/><Relationship Id="rId5" Type="http://schemas.openxmlformats.org/officeDocument/2006/relationships/image" Target="../media/image132.png"/><Relationship Id="rId49" Type="http://schemas.openxmlformats.org/officeDocument/2006/relationships/customXml" Target="../ink/ink150.xml"/><Relationship Id="rId48" Type="http://schemas.openxmlformats.org/officeDocument/2006/relationships/image" Target="../media/image152.png"/><Relationship Id="rId47" Type="http://schemas.openxmlformats.org/officeDocument/2006/relationships/customXml" Target="../ink/ink149.xml"/><Relationship Id="rId46" Type="http://schemas.openxmlformats.org/officeDocument/2006/relationships/image" Target="../media/image151.png"/><Relationship Id="rId45" Type="http://schemas.openxmlformats.org/officeDocument/2006/relationships/customXml" Target="../ink/ink148.xml"/><Relationship Id="rId44" Type="http://schemas.openxmlformats.org/officeDocument/2006/relationships/image" Target="../media/image150.png"/><Relationship Id="rId43" Type="http://schemas.openxmlformats.org/officeDocument/2006/relationships/customXml" Target="../ink/ink147.xml"/><Relationship Id="rId42" Type="http://schemas.openxmlformats.org/officeDocument/2006/relationships/image" Target="../media/image149.png"/><Relationship Id="rId41" Type="http://schemas.openxmlformats.org/officeDocument/2006/relationships/customXml" Target="../ink/ink146.xml"/><Relationship Id="rId40" Type="http://schemas.openxmlformats.org/officeDocument/2006/relationships/image" Target="../media/image148.png"/><Relationship Id="rId4" Type="http://schemas.openxmlformats.org/officeDocument/2006/relationships/customXml" Target="../ink/ink127.xml"/><Relationship Id="rId39" Type="http://schemas.openxmlformats.org/officeDocument/2006/relationships/customXml" Target="../ink/ink145.xml"/><Relationship Id="rId38" Type="http://schemas.openxmlformats.org/officeDocument/2006/relationships/customXml" Target="../ink/ink144.xml"/><Relationship Id="rId37" Type="http://schemas.openxmlformats.org/officeDocument/2006/relationships/image" Target="../media/image147.png"/><Relationship Id="rId36" Type="http://schemas.openxmlformats.org/officeDocument/2006/relationships/customXml" Target="../ink/ink143.xml"/><Relationship Id="rId35" Type="http://schemas.openxmlformats.org/officeDocument/2006/relationships/image" Target="../media/image5.png"/><Relationship Id="rId34" Type="http://schemas.openxmlformats.org/officeDocument/2006/relationships/customXml" Target="../ink/ink142.xml"/><Relationship Id="rId33" Type="http://schemas.openxmlformats.org/officeDocument/2006/relationships/image" Target="../media/image146.png"/><Relationship Id="rId32" Type="http://schemas.openxmlformats.org/officeDocument/2006/relationships/customXml" Target="../ink/ink141.xml"/><Relationship Id="rId31" Type="http://schemas.openxmlformats.org/officeDocument/2006/relationships/image" Target="../media/image145.png"/><Relationship Id="rId30" Type="http://schemas.openxmlformats.org/officeDocument/2006/relationships/customXml" Target="../ink/ink140.xml"/><Relationship Id="rId3" Type="http://schemas.openxmlformats.org/officeDocument/2006/relationships/image" Target="../media/image97.png"/><Relationship Id="rId29" Type="http://schemas.openxmlformats.org/officeDocument/2006/relationships/image" Target="../media/image144.png"/><Relationship Id="rId28" Type="http://schemas.openxmlformats.org/officeDocument/2006/relationships/customXml" Target="../ink/ink139.xml"/><Relationship Id="rId27" Type="http://schemas.openxmlformats.org/officeDocument/2006/relationships/image" Target="../media/image143.png"/><Relationship Id="rId26" Type="http://schemas.openxmlformats.org/officeDocument/2006/relationships/customXml" Target="../ink/ink138.xml"/><Relationship Id="rId25" Type="http://schemas.openxmlformats.org/officeDocument/2006/relationships/image" Target="../media/image142.png"/><Relationship Id="rId24" Type="http://schemas.openxmlformats.org/officeDocument/2006/relationships/customXml" Target="../ink/ink137.xml"/><Relationship Id="rId23" Type="http://schemas.openxmlformats.org/officeDocument/2006/relationships/image" Target="../media/image141.png"/><Relationship Id="rId22" Type="http://schemas.openxmlformats.org/officeDocument/2006/relationships/customXml" Target="../ink/ink136.xml"/><Relationship Id="rId21" Type="http://schemas.openxmlformats.org/officeDocument/2006/relationships/image" Target="../media/image140.png"/><Relationship Id="rId20" Type="http://schemas.openxmlformats.org/officeDocument/2006/relationships/customXml" Target="../ink/ink135.xml"/><Relationship Id="rId2" Type="http://schemas.openxmlformats.org/officeDocument/2006/relationships/image" Target="../media/image131.png"/><Relationship Id="rId19" Type="http://schemas.openxmlformats.org/officeDocument/2006/relationships/image" Target="../media/image139.png"/><Relationship Id="rId18" Type="http://schemas.openxmlformats.org/officeDocument/2006/relationships/customXml" Target="../ink/ink134.xml"/><Relationship Id="rId17" Type="http://schemas.openxmlformats.org/officeDocument/2006/relationships/image" Target="../media/image138.png"/><Relationship Id="rId16" Type="http://schemas.openxmlformats.org/officeDocument/2006/relationships/customXml" Target="../ink/ink133.xml"/><Relationship Id="rId15" Type="http://schemas.openxmlformats.org/officeDocument/2006/relationships/image" Target="../media/image137.png"/><Relationship Id="rId14" Type="http://schemas.openxmlformats.org/officeDocument/2006/relationships/customXml" Target="../ink/ink132.xml"/><Relationship Id="rId13" Type="http://schemas.openxmlformats.org/officeDocument/2006/relationships/image" Target="../media/image136.png"/><Relationship Id="rId120" Type="http://schemas.openxmlformats.org/officeDocument/2006/relationships/slideLayout" Target="../slideLayouts/slideLayout2.xml"/><Relationship Id="rId12" Type="http://schemas.openxmlformats.org/officeDocument/2006/relationships/customXml" Target="../ink/ink131.xml"/><Relationship Id="rId119" Type="http://schemas.openxmlformats.org/officeDocument/2006/relationships/customXml" Target="../ink/ink186.xml"/><Relationship Id="rId118" Type="http://schemas.openxmlformats.org/officeDocument/2006/relationships/image" Target="../media/image186.png"/><Relationship Id="rId117" Type="http://schemas.openxmlformats.org/officeDocument/2006/relationships/customXml" Target="../ink/ink185.xml"/><Relationship Id="rId116" Type="http://schemas.openxmlformats.org/officeDocument/2006/relationships/image" Target="../media/image185.png"/><Relationship Id="rId115" Type="http://schemas.openxmlformats.org/officeDocument/2006/relationships/customXml" Target="../ink/ink184.xml"/><Relationship Id="rId114" Type="http://schemas.openxmlformats.org/officeDocument/2006/relationships/image" Target="../media/image184.png"/><Relationship Id="rId113" Type="http://schemas.openxmlformats.org/officeDocument/2006/relationships/customXml" Target="../ink/ink183.xml"/><Relationship Id="rId112" Type="http://schemas.openxmlformats.org/officeDocument/2006/relationships/image" Target="../media/image183.png"/><Relationship Id="rId111" Type="http://schemas.openxmlformats.org/officeDocument/2006/relationships/customXml" Target="../ink/ink182.xml"/><Relationship Id="rId110" Type="http://schemas.openxmlformats.org/officeDocument/2006/relationships/image" Target="../media/image182.png"/><Relationship Id="rId11" Type="http://schemas.openxmlformats.org/officeDocument/2006/relationships/image" Target="../media/image135.png"/><Relationship Id="rId109" Type="http://schemas.openxmlformats.org/officeDocument/2006/relationships/customXml" Target="../ink/ink181.xml"/><Relationship Id="rId108" Type="http://schemas.openxmlformats.org/officeDocument/2006/relationships/image" Target="../media/image181.png"/><Relationship Id="rId107" Type="http://schemas.openxmlformats.org/officeDocument/2006/relationships/customXml" Target="../ink/ink180.xml"/><Relationship Id="rId106" Type="http://schemas.openxmlformats.org/officeDocument/2006/relationships/image" Target="../media/image180.png"/><Relationship Id="rId105" Type="http://schemas.openxmlformats.org/officeDocument/2006/relationships/customXml" Target="../ink/ink179.xml"/><Relationship Id="rId104" Type="http://schemas.openxmlformats.org/officeDocument/2006/relationships/image" Target="../media/image179.png"/><Relationship Id="rId103" Type="http://schemas.openxmlformats.org/officeDocument/2006/relationships/customXml" Target="../ink/ink178.xml"/><Relationship Id="rId102" Type="http://schemas.openxmlformats.org/officeDocument/2006/relationships/image" Target="../media/image178.png"/><Relationship Id="rId101" Type="http://schemas.openxmlformats.org/officeDocument/2006/relationships/customXml" Target="../ink/ink177.xml"/><Relationship Id="rId100" Type="http://schemas.openxmlformats.org/officeDocument/2006/relationships/image" Target="../media/image177.png"/><Relationship Id="rId10" Type="http://schemas.openxmlformats.org/officeDocument/2006/relationships/customXml" Target="../ink/ink130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读心术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二进制的应用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8291195" y="3509645"/>
              <a:ext cx="9525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8291195" y="3509645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7042" y="613125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读心术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二进制的应用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1600" y="1419387"/>
            <a:ext cx="734187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年年和小风在玩读心术的游戏。年年先从</a:t>
            </a:r>
            <a:r>
              <a:rPr lang="en-US" altLang="zh-CN" dirty="0"/>
              <a:t>1-7</a:t>
            </a:r>
            <a:r>
              <a:rPr lang="zh-CN" altLang="en-US" dirty="0"/>
              <a:t>中选择一个数字记在心里，</a:t>
            </a:r>
            <a:endParaRPr lang="en-US" altLang="zh-CN" dirty="0"/>
          </a:p>
          <a:p>
            <a:r>
              <a:rPr lang="zh-CN" altLang="en-US" dirty="0"/>
              <a:t>小风依次出示三张卡片，年年只要回答卡片上有没有选中的那个数，</a:t>
            </a:r>
            <a:endParaRPr lang="en-US" altLang="zh-CN" dirty="0"/>
          </a:p>
          <a:p>
            <a:r>
              <a:rPr lang="zh-CN" altLang="en-US" dirty="0"/>
              <a:t>小风就能猜出年年选的数。</a:t>
            </a:r>
            <a:endParaRPr lang="en-US" altLang="zh-CN" dirty="0"/>
          </a:p>
        </p:txBody>
      </p:sp>
      <p:sp>
        <p:nvSpPr>
          <p:cNvPr id="9" name="AutoShape 1037"/>
          <p:cNvSpPr>
            <a:spLocks noChangeArrowheads="1"/>
          </p:cNvSpPr>
          <p:nvPr/>
        </p:nvSpPr>
        <p:spPr bwMode="auto">
          <a:xfrm>
            <a:off x="2524125" y="2507753"/>
            <a:ext cx="4095750" cy="112127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试编一个读心术猜数程序。</a:t>
            </a:r>
            <a:endParaRPr lang="zh-CN" sz="2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8" y="3232760"/>
            <a:ext cx="1754013" cy="1607165"/>
          </a:xfrm>
          <a:prstGeom prst="rect">
            <a:avLst/>
          </a:prstGeom>
        </p:spPr>
      </p:pic>
      <p:pic>
        <p:nvPicPr>
          <p:cNvPr id="5" name="图片 4" descr="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" y="2427605"/>
            <a:ext cx="22479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83568" y="1308378"/>
            <a:ext cx="2646879" cy="1137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/>
              <a:t>读心术的秘密：</a:t>
            </a:r>
            <a:endParaRPr lang="en-US" altLang="zh-CN" sz="2400" dirty="0"/>
          </a:p>
          <a:p>
            <a:pPr algn="ctr">
              <a:lnSpc>
                <a:spcPct val="150000"/>
              </a:lnSpc>
            </a:pPr>
            <a:r>
              <a:rPr lang="zh-CN" altLang="en-US" sz="2400" dirty="0"/>
              <a:t>关键是卡片的设计</a:t>
            </a:r>
            <a:endParaRPr lang="en-US" altLang="zh-CN" sz="24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209129" y="2695698"/>
          <a:ext cx="2529007" cy="2032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6660"/>
                <a:gridCol w="1312347"/>
              </a:tblGrid>
              <a:tr h="21333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tx1"/>
                          </a:solidFill>
                          <a:effectLst/>
                        </a:rPr>
                        <a:t>十进制数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>
                          <a:solidFill>
                            <a:schemeClr val="tx1"/>
                          </a:solidFill>
                          <a:effectLst/>
                        </a:rPr>
                        <a:t>二进制数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8629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0  0  1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333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0  1  0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333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0  1  1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333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1  0  0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8629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1  0  1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1333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1  1  0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78997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zh-CN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tx1"/>
                          </a:solidFill>
                          <a:effectLst/>
                        </a:rPr>
                        <a:t>1  1  1</a:t>
                      </a:r>
                      <a:endParaRPr lang="zh-CN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4601111" y="1123712"/>
            <a:ext cx="3037403" cy="1394033"/>
            <a:chOff x="4494032" y="1123712"/>
            <a:chExt cx="3037403" cy="1394033"/>
          </a:xfrm>
        </p:grpSpPr>
        <p:grpSp>
          <p:nvGrpSpPr>
            <p:cNvPr id="5" name="组合 4"/>
            <p:cNvGrpSpPr/>
            <p:nvPr/>
          </p:nvGrpSpPr>
          <p:grpSpPr>
            <a:xfrm>
              <a:off x="4494032" y="1563638"/>
              <a:ext cx="3037403" cy="954107"/>
              <a:chOff x="4270901" y="1347614"/>
              <a:chExt cx="3037403" cy="954107"/>
            </a:xfrm>
          </p:grpSpPr>
          <p:sp>
            <p:nvSpPr>
              <p:cNvPr id="4" name="TextBox 3"/>
              <p:cNvSpPr txBox="1"/>
              <p:nvPr/>
            </p:nvSpPr>
            <p:spPr>
              <a:xfrm>
                <a:off x="4270901" y="1347614"/>
                <a:ext cx="877163" cy="95410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 marL="342900" indent="-342900">
                  <a:buAutoNum type="arabicPlain" startAt="4"/>
                </a:pPr>
                <a:r>
                  <a:rPr lang="en-US" altLang="zh-CN" sz="2800" dirty="0"/>
                  <a:t>  5</a:t>
                </a:r>
                <a:endParaRPr lang="en-US" altLang="zh-CN" sz="2800" dirty="0"/>
              </a:p>
              <a:p>
                <a:r>
                  <a:rPr lang="en-US" altLang="zh-CN" sz="2800" dirty="0"/>
                  <a:t>6    7</a:t>
                </a:r>
                <a:endParaRPr lang="zh-CN" altLang="en-US" sz="2800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5351021" y="1347614"/>
                <a:ext cx="877163" cy="95410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CN" sz="2800" dirty="0"/>
                  <a:t>2    3</a:t>
                </a:r>
                <a:endParaRPr lang="en-US" altLang="zh-CN" sz="2800" dirty="0"/>
              </a:p>
              <a:p>
                <a:r>
                  <a:rPr lang="en-US" altLang="zh-CN" sz="2800" dirty="0"/>
                  <a:t>6    7</a:t>
                </a:r>
                <a:endParaRPr lang="zh-CN" altLang="en-US" sz="2800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431141" y="1347614"/>
                <a:ext cx="877163" cy="954107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altLang="zh-CN" sz="2800" dirty="0"/>
                  <a:t>1    3</a:t>
                </a:r>
                <a:endParaRPr lang="en-US" altLang="zh-CN" sz="2800" dirty="0"/>
              </a:p>
              <a:p>
                <a:r>
                  <a:rPr lang="en-US" altLang="zh-CN" sz="2800" dirty="0"/>
                  <a:t>5    7</a:t>
                </a:r>
                <a:endParaRPr lang="zh-CN" altLang="en-US" sz="2800" dirty="0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4550937" y="1123712"/>
              <a:ext cx="2923591" cy="369332"/>
              <a:chOff x="4550937" y="1123712"/>
              <a:chExt cx="2923591" cy="369332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4550937" y="1123712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第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张</a:t>
                </a:r>
                <a:endParaRPr lang="zh-CN" altLang="en-US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5631057" y="1123712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第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张</a:t>
                </a:r>
                <a:endParaRPr lang="zh-CN" altLang="en-US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6711177" y="1123712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第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张</a:t>
                </a:r>
                <a:endParaRPr lang="zh-CN" altLang="en-US" dirty="0"/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6228184" y="3111533"/>
            <a:ext cx="2379177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“有”用“</a:t>
            </a:r>
            <a:r>
              <a:rPr lang="en-US" altLang="zh-CN" dirty="0"/>
              <a:t>1</a:t>
            </a:r>
            <a:r>
              <a:rPr lang="zh-CN" altLang="en-US" dirty="0"/>
              <a:t>”表示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dirty="0"/>
              <a:t>“没有”用“</a:t>
            </a:r>
            <a:r>
              <a:rPr lang="en-US" altLang="zh-CN" dirty="0"/>
              <a:t>0</a:t>
            </a:r>
            <a:r>
              <a:rPr lang="zh-CN" altLang="en-US" dirty="0"/>
              <a:t>”表示</a:t>
            </a:r>
            <a:endParaRPr lang="zh-CN" altLang="en-US" dirty="0"/>
          </a:p>
        </p:txBody>
      </p:sp>
      <p:pic>
        <p:nvPicPr>
          <p:cNvPr id="9" name="图片 8" descr="图片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2499995"/>
            <a:ext cx="2247900" cy="22574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7" name="墨迹 6"/>
              <p14:cNvContentPartPr/>
              <p14:nvPr/>
            </p14:nvContentPartPr>
            <p14:xfrm>
              <a:off x="5214620" y="2867025"/>
              <a:ext cx="376555" cy="193357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4"/>
            </p:blipFill>
            <p:spPr>
              <a:xfrm>
                <a:off x="5214620" y="2867025"/>
                <a:ext cx="376555" cy="1933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9" name="墨迹 18"/>
              <p14:cNvContentPartPr/>
              <p14:nvPr/>
            </p14:nvContentPartPr>
            <p14:xfrm>
              <a:off x="4972050" y="2943225"/>
              <a:ext cx="90170" cy="187642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6"/>
            </p:blipFill>
            <p:spPr>
              <a:xfrm>
                <a:off x="4972050" y="2943225"/>
                <a:ext cx="90170" cy="18764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0" name="墨迹 19"/>
              <p14:cNvContentPartPr/>
              <p14:nvPr/>
            </p14:nvContentPartPr>
            <p14:xfrm>
              <a:off x="4700270" y="2976245"/>
              <a:ext cx="152400" cy="174307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8"/>
            </p:blipFill>
            <p:spPr>
              <a:xfrm>
                <a:off x="4700270" y="2976245"/>
                <a:ext cx="152400" cy="17430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1" name="墨迹 20"/>
              <p14:cNvContentPartPr/>
              <p14:nvPr/>
            </p14:nvContentPartPr>
            <p14:xfrm>
              <a:off x="3700145" y="4195445"/>
              <a:ext cx="214630" cy="952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10"/>
            </p:blipFill>
            <p:spPr>
              <a:xfrm>
                <a:off x="3700145" y="4195445"/>
                <a:ext cx="21463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2" name="墨迹 21"/>
              <p14:cNvContentPartPr/>
              <p14:nvPr/>
            </p14:nvContentPartPr>
            <p14:xfrm>
              <a:off x="6929120" y="2466975"/>
              <a:ext cx="133350" cy="444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12"/>
            </p:blipFill>
            <p:spPr>
              <a:xfrm>
                <a:off x="6929120" y="2466975"/>
                <a:ext cx="13335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3" name="墨迹 22"/>
              <p14:cNvContentPartPr/>
              <p14:nvPr/>
            </p14:nvContentPartPr>
            <p14:xfrm>
              <a:off x="5233670" y="2004695"/>
              <a:ext cx="128905" cy="508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14"/>
            </p:blipFill>
            <p:spPr>
              <a:xfrm>
                <a:off x="5233670" y="2004695"/>
                <a:ext cx="128905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24" name="墨迹 23"/>
              <p14:cNvContentPartPr/>
              <p14:nvPr/>
            </p14:nvContentPartPr>
            <p14:xfrm>
              <a:off x="7233920" y="2705100"/>
              <a:ext cx="14605" cy="16192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16"/>
            </p:blipFill>
            <p:spPr>
              <a:xfrm>
                <a:off x="7233920" y="2705100"/>
                <a:ext cx="14605" cy="161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25" name="墨迹 24"/>
              <p14:cNvContentPartPr/>
              <p14:nvPr/>
            </p14:nvContentPartPr>
            <p14:xfrm>
              <a:off x="6934200" y="2695575"/>
              <a:ext cx="104775" cy="16192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18"/>
            </p:blipFill>
            <p:spPr>
              <a:xfrm>
                <a:off x="6934200" y="2695575"/>
                <a:ext cx="104775" cy="161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6" name="墨迹 25"/>
              <p14:cNvContentPartPr/>
              <p14:nvPr/>
            </p14:nvContentPartPr>
            <p14:xfrm>
              <a:off x="6753225" y="2676525"/>
              <a:ext cx="33020" cy="56197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20"/>
            </p:blipFill>
            <p:spPr>
              <a:xfrm>
                <a:off x="6753225" y="2676525"/>
                <a:ext cx="33020" cy="561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7" name="墨迹 26"/>
              <p14:cNvContentPartPr/>
              <p14:nvPr/>
            </p14:nvContentPartPr>
            <p14:xfrm>
              <a:off x="6557645" y="3719195"/>
              <a:ext cx="205105" cy="952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22"/>
            </p:blipFill>
            <p:spPr>
              <a:xfrm>
                <a:off x="6557645" y="3719195"/>
                <a:ext cx="20510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8" name="墨迹 27"/>
              <p14:cNvContentPartPr/>
              <p14:nvPr/>
            </p14:nvContentPartPr>
            <p14:xfrm>
              <a:off x="7439025" y="3676650"/>
              <a:ext cx="266700" cy="2349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24"/>
            </p:blipFill>
            <p:spPr>
              <a:xfrm>
                <a:off x="7439025" y="3676650"/>
                <a:ext cx="266700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9" name="墨迹 28"/>
              <p14:cNvContentPartPr/>
              <p14:nvPr/>
            </p14:nvContentPartPr>
            <p14:xfrm>
              <a:off x="6619875" y="4185920"/>
              <a:ext cx="285750" cy="4762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26"/>
            </p:blipFill>
            <p:spPr>
              <a:xfrm>
                <a:off x="6619875" y="4185920"/>
                <a:ext cx="285750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30" name="墨迹 29"/>
              <p14:cNvContentPartPr/>
              <p14:nvPr/>
            </p14:nvContentPartPr>
            <p14:xfrm>
              <a:off x="7614920" y="4171950"/>
              <a:ext cx="424180" cy="2857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28"/>
            </p:blipFill>
            <p:spPr>
              <a:xfrm>
                <a:off x="7614920" y="4171950"/>
                <a:ext cx="42418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31" name="墨迹 30"/>
              <p14:cNvContentPartPr/>
              <p14:nvPr/>
            </p14:nvContentPartPr>
            <p14:xfrm>
              <a:off x="3752850" y="3662045"/>
              <a:ext cx="161925" cy="1460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30"/>
            </p:blipFill>
            <p:spPr>
              <a:xfrm>
                <a:off x="3752850" y="3662045"/>
                <a:ext cx="161925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32" name="墨迹 31"/>
              <p14:cNvContentPartPr/>
              <p14:nvPr/>
            </p14:nvContentPartPr>
            <p14:xfrm>
              <a:off x="3757295" y="3667125"/>
              <a:ext cx="52705" cy="3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32"/>
            </p:blipFill>
            <p:spPr>
              <a:xfrm>
                <a:off x="3757295" y="3667125"/>
                <a:ext cx="5270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33" name="墨迹 32"/>
              <p14:cNvContentPartPr/>
              <p14:nvPr/>
            </p14:nvContentPartPr>
            <p14:xfrm>
              <a:off x="7143750" y="852170"/>
              <a:ext cx="13970" cy="20510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34"/>
            </p:blipFill>
            <p:spPr>
              <a:xfrm>
                <a:off x="7143750" y="852170"/>
                <a:ext cx="13970" cy="205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34" name="墨迹 33"/>
              <p14:cNvContentPartPr/>
              <p14:nvPr/>
            </p14:nvContentPartPr>
            <p14:xfrm>
              <a:off x="6090920" y="842645"/>
              <a:ext cx="14605" cy="19558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6"/>
            </p:blipFill>
            <p:spPr>
              <a:xfrm>
                <a:off x="6090920" y="842645"/>
                <a:ext cx="14605" cy="195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5" name="墨迹 34"/>
              <p14:cNvContentPartPr/>
              <p14:nvPr/>
            </p14:nvContentPartPr>
            <p14:xfrm>
              <a:off x="5052695" y="880745"/>
              <a:ext cx="90805" cy="18097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38"/>
            </p:blipFill>
            <p:spPr>
              <a:xfrm>
                <a:off x="5052695" y="880745"/>
                <a:ext cx="9080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6" name="墨迹 35"/>
              <p14:cNvContentPartPr/>
              <p14:nvPr/>
            </p14:nvContentPartPr>
            <p14:xfrm>
              <a:off x="5915025" y="394970"/>
              <a:ext cx="137795" cy="23812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40"/>
            </p:blipFill>
            <p:spPr>
              <a:xfrm>
                <a:off x="5915025" y="394970"/>
                <a:ext cx="137795" cy="2381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37" name="墨迹 36"/>
              <p14:cNvContentPartPr/>
              <p14:nvPr/>
            </p14:nvContentPartPr>
            <p14:xfrm>
              <a:off x="5805170" y="685800"/>
              <a:ext cx="224155" cy="6159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42"/>
            </p:blipFill>
            <p:spPr>
              <a:xfrm>
                <a:off x="5805170" y="685800"/>
                <a:ext cx="224155" cy="61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38" name="墨迹 37"/>
              <p14:cNvContentPartPr/>
              <p14:nvPr/>
            </p14:nvContentPartPr>
            <p14:xfrm>
              <a:off x="8086725" y="2085975"/>
              <a:ext cx="9525" cy="36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44"/>
            </p:blipFill>
            <p:spPr>
              <a:xfrm>
                <a:off x="8086725" y="2085975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9581"/>
            <a:ext cx="2448272" cy="3762739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827" y="1347613"/>
            <a:ext cx="6017658" cy="333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4O4RE$PZ`5IR`F1@09(C`}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" y="2211705"/>
            <a:ext cx="1880870" cy="1993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墨迹 2"/>
              <p14:cNvContentPartPr/>
              <p14:nvPr/>
            </p14:nvContentPartPr>
            <p14:xfrm>
              <a:off x="718820" y="2157095"/>
              <a:ext cx="338455" cy="26670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718820" y="2157095"/>
                <a:ext cx="338455" cy="266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4210050" y="4662170"/>
              <a:ext cx="499745" cy="33655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4210050" y="4662170"/>
                <a:ext cx="49974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3581400" y="4719320"/>
              <a:ext cx="985520" cy="3810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3581400" y="4719320"/>
                <a:ext cx="98552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3829050" y="1728470"/>
              <a:ext cx="842645" cy="3365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3829050" y="1728470"/>
                <a:ext cx="842645" cy="33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3914775" y="1928495"/>
              <a:ext cx="604520" cy="1460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3914775" y="1928495"/>
                <a:ext cx="604520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1" name="墨迹 10"/>
              <p14:cNvContentPartPr/>
              <p14:nvPr/>
            </p14:nvContentPartPr>
            <p14:xfrm>
              <a:off x="3785870" y="2790825"/>
              <a:ext cx="71755" cy="444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6"/>
            </p:blipFill>
            <p:spPr>
              <a:xfrm>
                <a:off x="3785870" y="2790825"/>
                <a:ext cx="71755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2" name="墨迹 11"/>
              <p14:cNvContentPartPr/>
              <p14:nvPr/>
            </p14:nvContentPartPr>
            <p14:xfrm>
              <a:off x="4019550" y="2790825"/>
              <a:ext cx="309245" cy="4254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8"/>
            </p:blipFill>
            <p:spPr>
              <a:xfrm>
                <a:off x="4019550" y="2790825"/>
                <a:ext cx="309245" cy="425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3" name="墨迹 12"/>
              <p14:cNvContentPartPr/>
              <p14:nvPr/>
            </p14:nvContentPartPr>
            <p14:xfrm>
              <a:off x="6343650" y="2071370"/>
              <a:ext cx="85725" cy="12890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20"/>
            </p:blipFill>
            <p:spPr>
              <a:xfrm>
                <a:off x="6343650" y="2071370"/>
                <a:ext cx="85725" cy="1289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4" name="墨迹 13"/>
              <p14:cNvContentPartPr/>
              <p14:nvPr/>
            </p14:nvContentPartPr>
            <p14:xfrm>
              <a:off x="6119495" y="2085975"/>
              <a:ext cx="147955" cy="10922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2"/>
            </p:blipFill>
            <p:spPr>
              <a:xfrm>
                <a:off x="6119495" y="2085975"/>
                <a:ext cx="147955" cy="1092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15" name="墨迹 14"/>
              <p14:cNvContentPartPr/>
              <p14:nvPr/>
            </p14:nvContentPartPr>
            <p14:xfrm>
              <a:off x="5800725" y="2066925"/>
              <a:ext cx="238125" cy="16637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4"/>
            </p:blipFill>
            <p:spPr>
              <a:xfrm>
                <a:off x="5800725" y="2066925"/>
                <a:ext cx="238125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16" name="墨迹 15"/>
              <p14:cNvContentPartPr/>
              <p14:nvPr/>
            </p14:nvContentPartPr>
            <p14:xfrm>
              <a:off x="6443345" y="2219325"/>
              <a:ext cx="360" cy="20955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6"/>
            </p:blipFill>
            <p:spPr>
              <a:xfrm>
                <a:off x="6443345" y="2219325"/>
                <a:ext cx="360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18" name="墨迹 17"/>
              <p14:cNvContentPartPr/>
              <p14:nvPr/>
            </p14:nvContentPartPr>
            <p14:xfrm>
              <a:off x="6124575" y="2280920"/>
              <a:ext cx="194945" cy="17653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8"/>
            </p:blipFill>
            <p:spPr>
              <a:xfrm>
                <a:off x="6124575" y="2280920"/>
                <a:ext cx="194945" cy="1765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19" name="墨迹 18"/>
              <p14:cNvContentPartPr/>
              <p14:nvPr/>
            </p14:nvContentPartPr>
            <p14:xfrm>
              <a:off x="5748020" y="2295525"/>
              <a:ext cx="200025" cy="24765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30"/>
            </p:blipFill>
            <p:spPr>
              <a:xfrm>
                <a:off x="5748020" y="2295525"/>
                <a:ext cx="200025" cy="247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0" name="墨迹 19"/>
              <p14:cNvContentPartPr/>
              <p14:nvPr/>
            </p14:nvContentPartPr>
            <p14:xfrm>
              <a:off x="4124325" y="3004820"/>
              <a:ext cx="328295" cy="2413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2"/>
            </p:blipFill>
            <p:spPr>
              <a:xfrm>
                <a:off x="4124325" y="3004820"/>
                <a:ext cx="328295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1" name="墨迹 20"/>
              <p14:cNvContentPartPr/>
              <p14:nvPr/>
            </p14:nvContentPartPr>
            <p14:xfrm>
              <a:off x="4452620" y="3028950"/>
              <a:ext cx="9525" cy="36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4"/>
            </p:blipFill>
            <p:spPr>
              <a:xfrm>
                <a:off x="4452620" y="302895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2" name="墨迹 21"/>
              <p14:cNvContentPartPr/>
              <p14:nvPr/>
            </p14:nvContentPartPr>
            <p14:xfrm>
              <a:off x="3390900" y="3157220"/>
              <a:ext cx="2071370" cy="7175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6"/>
            </p:blipFill>
            <p:spPr>
              <a:xfrm>
                <a:off x="3390900" y="3157220"/>
                <a:ext cx="2071370" cy="717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23" name="墨迹 22"/>
              <p14:cNvContentPartPr/>
              <p14:nvPr/>
            </p14:nvContentPartPr>
            <p14:xfrm>
              <a:off x="3357245" y="3438525"/>
              <a:ext cx="485775" cy="952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8"/>
            </p:blipFill>
            <p:spPr>
              <a:xfrm>
                <a:off x="3357245" y="3438525"/>
                <a:ext cx="48577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4" name="墨迹 23"/>
              <p14:cNvContentPartPr/>
              <p14:nvPr/>
            </p14:nvContentPartPr>
            <p14:xfrm>
              <a:off x="3423920" y="3648075"/>
              <a:ext cx="333375" cy="3810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40"/>
            </p:blipFill>
            <p:spPr>
              <a:xfrm>
                <a:off x="3423920" y="3648075"/>
                <a:ext cx="333375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5" name="墨迹 24"/>
              <p14:cNvContentPartPr/>
              <p14:nvPr/>
            </p14:nvContentPartPr>
            <p14:xfrm>
              <a:off x="3376295" y="3862070"/>
              <a:ext cx="319405" cy="2413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2"/>
            </p:blipFill>
            <p:spPr>
              <a:xfrm>
                <a:off x="3376295" y="3862070"/>
                <a:ext cx="319405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6" name="墨迹 25"/>
              <p14:cNvContentPartPr/>
              <p14:nvPr/>
            </p14:nvContentPartPr>
            <p14:xfrm>
              <a:off x="3981450" y="3976370"/>
              <a:ext cx="1156970" cy="9525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4"/>
            </p:blipFill>
            <p:spPr>
              <a:xfrm>
                <a:off x="3981450" y="3976370"/>
                <a:ext cx="1156970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7" name="墨迹 26"/>
              <p14:cNvContentPartPr/>
              <p14:nvPr/>
            </p14:nvContentPartPr>
            <p14:xfrm>
              <a:off x="4309745" y="4252595"/>
              <a:ext cx="1224280" cy="6223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6"/>
            </p:blipFill>
            <p:spPr>
              <a:xfrm>
                <a:off x="4309745" y="4252595"/>
                <a:ext cx="1224280" cy="622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8" name="墨迹 27"/>
              <p14:cNvContentPartPr/>
              <p14:nvPr/>
            </p14:nvContentPartPr>
            <p14:xfrm>
              <a:off x="6248400" y="4219575"/>
              <a:ext cx="1485900" cy="4762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8"/>
            </p:blipFill>
            <p:spPr>
              <a:xfrm>
                <a:off x="6248400" y="4219575"/>
                <a:ext cx="1485900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29" name="墨迹 28"/>
              <p14:cNvContentPartPr/>
              <p14:nvPr/>
            </p14:nvContentPartPr>
            <p14:xfrm>
              <a:off x="3305175" y="3023870"/>
              <a:ext cx="356870" cy="20002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50"/>
            </p:blipFill>
            <p:spPr>
              <a:xfrm>
                <a:off x="3305175" y="3023870"/>
                <a:ext cx="356870" cy="200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30" name="墨迹 29"/>
              <p14:cNvContentPartPr/>
              <p14:nvPr/>
            </p14:nvContentPartPr>
            <p14:xfrm>
              <a:off x="3909695" y="4414520"/>
              <a:ext cx="523875" cy="4318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2"/>
            </p:blipFill>
            <p:spPr>
              <a:xfrm>
                <a:off x="3909695" y="4414520"/>
                <a:ext cx="523875" cy="43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31" name="墨迹 30"/>
              <p14:cNvContentPartPr/>
              <p14:nvPr/>
            </p14:nvContentPartPr>
            <p14:xfrm>
              <a:off x="7305675" y="3490595"/>
              <a:ext cx="9525" cy="36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34"/>
            </p:blipFill>
            <p:spPr>
              <a:xfrm>
                <a:off x="7305675" y="3490595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9581"/>
            <a:ext cx="2448272" cy="3762739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149" y="1312271"/>
            <a:ext cx="5936307" cy="3270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4O4RE$PZ`5IR`F1@09(C`}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" y="2211705"/>
            <a:ext cx="1880870" cy="1993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3" name="墨迹 2"/>
              <p14:cNvContentPartPr/>
              <p14:nvPr/>
            </p14:nvContentPartPr>
            <p14:xfrm>
              <a:off x="3214370" y="1204595"/>
              <a:ext cx="1214755" cy="218122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6"/>
            </p:blipFill>
            <p:spPr>
              <a:xfrm>
                <a:off x="3214370" y="1204595"/>
                <a:ext cx="1214755" cy="2181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7" name="墨迹 6"/>
              <p14:cNvContentPartPr/>
              <p14:nvPr/>
            </p14:nvContentPartPr>
            <p14:xfrm>
              <a:off x="3876675" y="1433195"/>
              <a:ext cx="152400" cy="36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8"/>
            </p:blipFill>
            <p:spPr>
              <a:xfrm>
                <a:off x="3876675" y="1433195"/>
                <a:ext cx="15240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8" name="墨迹 7"/>
              <p14:cNvContentPartPr/>
              <p14:nvPr/>
            </p14:nvContentPartPr>
            <p14:xfrm>
              <a:off x="4429125" y="1447800"/>
              <a:ext cx="128270" cy="2349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10"/>
            </p:blipFill>
            <p:spPr>
              <a:xfrm>
                <a:off x="4429125" y="1447800"/>
                <a:ext cx="128270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9" name="墨迹 8"/>
              <p14:cNvContentPartPr/>
              <p14:nvPr/>
            </p14:nvContentPartPr>
            <p14:xfrm>
              <a:off x="4090670" y="1905000"/>
              <a:ext cx="1148080" cy="3302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12"/>
            </p:blipFill>
            <p:spPr>
              <a:xfrm>
                <a:off x="4090670" y="1905000"/>
                <a:ext cx="114808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0" name="墨迹 9"/>
              <p14:cNvContentPartPr/>
              <p14:nvPr/>
            </p14:nvContentPartPr>
            <p14:xfrm>
              <a:off x="4385945" y="2085975"/>
              <a:ext cx="138430" cy="9525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4"/>
            </p:blipFill>
            <p:spPr>
              <a:xfrm>
                <a:off x="4385945" y="2085975"/>
                <a:ext cx="13843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1" name="墨迹 10"/>
              <p14:cNvContentPartPr/>
              <p14:nvPr/>
            </p14:nvContentPartPr>
            <p14:xfrm>
              <a:off x="4414520" y="2271395"/>
              <a:ext cx="319405" cy="5270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6"/>
            </p:blipFill>
            <p:spPr>
              <a:xfrm>
                <a:off x="4414520" y="2271395"/>
                <a:ext cx="319405" cy="527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2" name="墨迹 11"/>
              <p14:cNvContentPartPr/>
              <p14:nvPr/>
            </p14:nvContentPartPr>
            <p14:xfrm>
              <a:off x="6871970" y="2166620"/>
              <a:ext cx="9525" cy="36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8"/>
            </p:blipFill>
            <p:spPr>
              <a:xfrm>
                <a:off x="6871970" y="216662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3" name="墨迹 12"/>
              <p14:cNvContentPartPr/>
              <p14:nvPr/>
            </p14:nvContentPartPr>
            <p14:xfrm>
              <a:off x="7743825" y="2128520"/>
              <a:ext cx="9525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8"/>
            </p:blipFill>
            <p:spPr>
              <a:xfrm>
                <a:off x="7743825" y="212852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4" name="墨迹 13"/>
              <p14:cNvContentPartPr/>
              <p14:nvPr/>
            </p14:nvContentPartPr>
            <p14:xfrm>
              <a:off x="7915275" y="2105025"/>
              <a:ext cx="219075" cy="3810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1"/>
            </p:blipFill>
            <p:spPr>
              <a:xfrm>
                <a:off x="7915275" y="2105025"/>
                <a:ext cx="219075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5" name="墨迹 14"/>
              <p14:cNvContentPartPr/>
              <p14:nvPr/>
            </p14:nvContentPartPr>
            <p14:xfrm>
              <a:off x="3705225" y="2400300"/>
              <a:ext cx="233045" cy="79057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3"/>
            </p:blipFill>
            <p:spPr>
              <a:xfrm>
                <a:off x="3705225" y="2400300"/>
                <a:ext cx="233045" cy="790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6" name="墨迹 15"/>
              <p14:cNvContentPartPr/>
              <p14:nvPr/>
            </p14:nvContentPartPr>
            <p14:xfrm>
              <a:off x="4743450" y="2886075"/>
              <a:ext cx="347345" cy="3302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5"/>
            </p:blipFill>
            <p:spPr>
              <a:xfrm>
                <a:off x="4743450" y="2886075"/>
                <a:ext cx="347345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8" name="墨迹 17"/>
              <p14:cNvContentPartPr/>
              <p14:nvPr/>
            </p14:nvContentPartPr>
            <p14:xfrm>
              <a:off x="4595495" y="3105150"/>
              <a:ext cx="1200150" cy="7112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7"/>
            </p:blipFill>
            <p:spPr>
              <a:xfrm>
                <a:off x="4595495" y="3105150"/>
                <a:ext cx="1200150" cy="711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9" name="墨迹 18"/>
              <p14:cNvContentPartPr/>
              <p14:nvPr/>
            </p14:nvContentPartPr>
            <p14:xfrm>
              <a:off x="6814820" y="3124200"/>
              <a:ext cx="104775" cy="18097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9"/>
            </p:blipFill>
            <p:spPr>
              <a:xfrm>
                <a:off x="6814820" y="3124200"/>
                <a:ext cx="10477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0" name="墨迹 19"/>
              <p14:cNvContentPartPr/>
              <p14:nvPr/>
            </p14:nvContentPartPr>
            <p14:xfrm>
              <a:off x="7077075" y="3162300"/>
              <a:ext cx="104775" cy="17145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1"/>
            </p:blipFill>
            <p:spPr>
              <a:xfrm>
                <a:off x="7077075" y="3162300"/>
                <a:ext cx="10477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1" name="墨迹 20"/>
              <p14:cNvContentPartPr/>
              <p14:nvPr/>
            </p14:nvContentPartPr>
            <p14:xfrm>
              <a:off x="7553325" y="2952750"/>
              <a:ext cx="200025" cy="23304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3"/>
            </p:blipFill>
            <p:spPr>
              <a:xfrm>
                <a:off x="7553325" y="2952750"/>
                <a:ext cx="200025" cy="2330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2" name="墨迹 21"/>
              <p14:cNvContentPartPr/>
              <p14:nvPr/>
            </p14:nvContentPartPr>
            <p14:xfrm>
              <a:off x="7572375" y="3457575"/>
              <a:ext cx="175895" cy="18097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5"/>
            </p:blipFill>
            <p:spPr>
              <a:xfrm>
                <a:off x="7572375" y="3457575"/>
                <a:ext cx="17589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3" name="墨迹 22"/>
              <p14:cNvContentPartPr/>
              <p14:nvPr/>
            </p14:nvContentPartPr>
            <p14:xfrm>
              <a:off x="7800975" y="3500120"/>
              <a:ext cx="360" cy="152400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7"/>
            </p:blipFill>
            <p:spPr>
              <a:xfrm>
                <a:off x="7800975" y="3500120"/>
                <a:ext cx="36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4" name="墨迹 23"/>
              <p14:cNvContentPartPr/>
              <p14:nvPr/>
            </p14:nvContentPartPr>
            <p14:xfrm>
              <a:off x="7924800" y="3481070"/>
              <a:ext cx="76200" cy="11938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9"/>
            </p:blipFill>
            <p:spPr>
              <a:xfrm>
                <a:off x="7924800" y="3481070"/>
                <a:ext cx="76200" cy="119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5" name="墨迹 24"/>
              <p14:cNvContentPartPr/>
              <p14:nvPr/>
            </p14:nvContentPartPr>
            <p14:xfrm>
              <a:off x="7814945" y="3500120"/>
              <a:ext cx="138430" cy="23368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1"/>
            </p:blipFill>
            <p:spPr>
              <a:xfrm>
                <a:off x="7814945" y="3500120"/>
                <a:ext cx="138430" cy="233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6" name="墨迹 25"/>
              <p14:cNvContentPartPr/>
              <p14:nvPr/>
            </p14:nvContentPartPr>
            <p14:xfrm>
              <a:off x="7953375" y="3448050"/>
              <a:ext cx="28575" cy="104775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3"/>
            </p:blipFill>
            <p:spPr>
              <a:xfrm>
                <a:off x="7953375" y="3448050"/>
                <a:ext cx="28575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7" name="墨迹 26"/>
              <p14:cNvContentPartPr/>
              <p14:nvPr/>
            </p14:nvContentPartPr>
            <p14:xfrm>
              <a:off x="8072120" y="3467100"/>
              <a:ext cx="209550" cy="209550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5"/>
            </p:blipFill>
            <p:spPr>
              <a:xfrm>
                <a:off x="8072120" y="3467100"/>
                <a:ext cx="209550" cy="209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28" name="墨迹 27"/>
              <p14:cNvContentPartPr/>
              <p14:nvPr/>
            </p14:nvContentPartPr>
            <p14:xfrm>
              <a:off x="8201025" y="3352800"/>
              <a:ext cx="118745" cy="10477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7"/>
            </p:blipFill>
            <p:spPr>
              <a:xfrm>
                <a:off x="8201025" y="3352800"/>
                <a:ext cx="118745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29" name="墨迹 28"/>
              <p14:cNvContentPartPr/>
              <p14:nvPr/>
            </p14:nvContentPartPr>
            <p14:xfrm>
              <a:off x="7077075" y="3781425"/>
              <a:ext cx="219075" cy="26670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9"/>
            </p:blipFill>
            <p:spPr>
              <a:xfrm>
                <a:off x="7077075" y="3781425"/>
                <a:ext cx="219075" cy="266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30" name="墨迹 29"/>
              <p14:cNvContentPartPr/>
              <p14:nvPr/>
            </p14:nvContentPartPr>
            <p14:xfrm>
              <a:off x="7305675" y="3947795"/>
              <a:ext cx="185420" cy="18097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1"/>
            </p:blipFill>
            <p:spPr>
              <a:xfrm>
                <a:off x="7305675" y="3947795"/>
                <a:ext cx="185420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1" name="墨迹 30"/>
              <p14:cNvContentPartPr/>
              <p14:nvPr/>
            </p14:nvContentPartPr>
            <p14:xfrm>
              <a:off x="7462520" y="3900170"/>
              <a:ext cx="123825" cy="16700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3"/>
            </p:blipFill>
            <p:spPr>
              <a:xfrm>
                <a:off x="7462520" y="3900170"/>
                <a:ext cx="123825" cy="1670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2" name="墨迹 31"/>
              <p14:cNvContentPartPr/>
              <p14:nvPr/>
            </p14:nvContentPartPr>
            <p14:xfrm>
              <a:off x="7467600" y="3924300"/>
              <a:ext cx="42545" cy="156845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5"/>
            </p:blipFill>
            <p:spPr>
              <a:xfrm>
                <a:off x="7467600" y="3924300"/>
                <a:ext cx="42545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3" name="墨迹 32"/>
              <p14:cNvContentPartPr/>
              <p14:nvPr/>
            </p14:nvContentPartPr>
            <p14:xfrm>
              <a:off x="7586345" y="3814445"/>
              <a:ext cx="224155" cy="281305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7"/>
            </p:blipFill>
            <p:spPr>
              <a:xfrm>
                <a:off x="7586345" y="3814445"/>
                <a:ext cx="224155" cy="2813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34" name="墨迹 33"/>
              <p14:cNvContentPartPr/>
              <p14:nvPr/>
            </p14:nvContentPartPr>
            <p14:xfrm>
              <a:off x="7814945" y="3785870"/>
              <a:ext cx="5080" cy="10033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59"/>
            </p:blipFill>
            <p:spPr>
              <a:xfrm>
                <a:off x="7814945" y="3785870"/>
                <a:ext cx="5080" cy="1003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35" name="墨迹 34"/>
              <p14:cNvContentPartPr/>
              <p14:nvPr/>
            </p14:nvContentPartPr>
            <p14:xfrm>
              <a:off x="6362700" y="3462020"/>
              <a:ext cx="204470" cy="243205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61"/>
            </p:blipFill>
            <p:spPr>
              <a:xfrm>
                <a:off x="6362700" y="3462020"/>
                <a:ext cx="204470" cy="2432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2" p14:bwMode="auto">
            <p14:nvContentPartPr>
              <p14:cNvPr id="36" name="墨迹 35"/>
              <p14:cNvContentPartPr/>
              <p14:nvPr/>
            </p14:nvContentPartPr>
            <p14:xfrm>
              <a:off x="6562725" y="3585845"/>
              <a:ext cx="90170" cy="123825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3"/>
            </p:blipFill>
            <p:spPr>
              <a:xfrm>
                <a:off x="6562725" y="3585845"/>
                <a:ext cx="90170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4" p14:bwMode="auto">
            <p14:nvContentPartPr>
              <p14:cNvPr id="37" name="墨迹 36"/>
              <p14:cNvContentPartPr/>
              <p14:nvPr/>
            </p14:nvContentPartPr>
            <p14:xfrm>
              <a:off x="6719570" y="3509645"/>
              <a:ext cx="76200" cy="18097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5"/>
            </p:blipFill>
            <p:spPr>
              <a:xfrm>
                <a:off x="6719570" y="3509645"/>
                <a:ext cx="76200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6" p14:bwMode="auto">
            <p14:nvContentPartPr>
              <p14:cNvPr id="38" name="墨迹 37"/>
              <p14:cNvContentPartPr/>
              <p14:nvPr/>
            </p14:nvContentPartPr>
            <p14:xfrm>
              <a:off x="6662420" y="3500120"/>
              <a:ext cx="104775" cy="17145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7"/>
            </p:blipFill>
            <p:spPr>
              <a:xfrm>
                <a:off x="6662420" y="3500120"/>
                <a:ext cx="10477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8" p14:bwMode="auto">
            <p14:nvContentPartPr>
              <p14:cNvPr id="39" name="墨迹 38"/>
              <p14:cNvContentPartPr/>
              <p14:nvPr/>
            </p14:nvContentPartPr>
            <p14:xfrm>
              <a:off x="6805295" y="3462020"/>
              <a:ext cx="276225" cy="20002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69"/>
            </p:blipFill>
            <p:spPr>
              <a:xfrm>
                <a:off x="6805295" y="3462020"/>
                <a:ext cx="276225" cy="200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0" p14:bwMode="auto">
            <p14:nvContentPartPr>
              <p14:cNvPr id="40" name="墨迹 39"/>
              <p14:cNvContentPartPr/>
              <p14:nvPr/>
            </p14:nvContentPartPr>
            <p14:xfrm>
              <a:off x="6986270" y="3423920"/>
              <a:ext cx="62230" cy="66675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71"/>
            </p:blipFill>
            <p:spPr>
              <a:xfrm>
                <a:off x="6986270" y="3423920"/>
                <a:ext cx="62230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2" p14:bwMode="auto">
            <p14:nvContentPartPr>
              <p14:cNvPr id="41" name="墨迹 40"/>
              <p14:cNvContentPartPr/>
              <p14:nvPr/>
            </p14:nvContentPartPr>
            <p14:xfrm>
              <a:off x="3385820" y="3519170"/>
              <a:ext cx="309880" cy="508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73"/>
            </p:blipFill>
            <p:spPr>
              <a:xfrm>
                <a:off x="3385820" y="3519170"/>
                <a:ext cx="30988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4" p14:bwMode="auto">
            <p14:nvContentPartPr>
              <p14:cNvPr id="42" name="墨迹 41"/>
              <p14:cNvContentPartPr/>
              <p14:nvPr/>
            </p14:nvContentPartPr>
            <p14:xfrm>
              <a:off x="3667125" y="3690620"/>
              <a:ext cx="1066800" cy="5715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5"/>
            </p:blipFill>
            <p:spPr>
              <a:xfrm>
                <a:off x="3667125" y="3690620"/>
                <a:ext cx="1066800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6" p14:bwMode="auto">
            <p14:nvContentPartPr>
              <p14:cNvPr id="43" name="墨迹 42"/>
              <p14:cNvContentPartPr/>
              <p14:nvPr/>
            </p14:nvContentPartPr>
            <p14:xfrm>
              <a:off x="4210050" y="3890645"/>
              <a:ext cx="1228725" cy="57150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7"/>
            </p:blipFill>
            <p:spPr>
              <a:xfrm>
                <a:off x="4210050" y="3890645"/>
                <a:ext cx="1228725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8" p14:bwMode="auto">
            <p14:nvContentPartPr>
              <p14:cNvPr id="44" name="墨迹 43"/>
              <p14:cNvContentPartPr/>
              <p14:nvPr/>
            </p14:nvContentPartPr>
            <p14:xfrm>
              <a:off x="3928745" y="4157345"/>
              <a:ext cx="576580" cy="47625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79"/>
            </p:blipFill>
            <p:spPr>
              <a:xfrm>
                <a:off x="3928745" y="4157345"/>
                <a:ext cx="576580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0" p14:bwMode="auto">
            <p14:nvContentPartPr>
              <p14:cNvPr id="45" name="墨迹 44"/>
              <p14:cNvContentPartPr/>
              <p14:nvPr/>
            </p14:nvContentPartPr>
            <p14:xfrm>
              <a:off x="6143625" y="3823970"/>
              <a:ext cx="9525" cy="360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18"/>
            </p:blipFill>
            <p:spPr>
              <a:xfrm>
                <a:off x="6143625" y="3823970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771550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9665" y="1694587"/>
            <a:ext cx="3600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system  	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系统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pause  	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暂停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 err="1">
                <a:latin typeface="仿宋" panose="02010609060101010101" pitchFamily="49" charset="-122"/>
                <a:ea typeface="仿宋" panose="02010609060101010101" pitchFamily="49" charset="-122"/>
              </a:rPr>
              <a:t>cls</a:t>
            </a: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   	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清屏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544755"/>
            <a:ext cx="2062081" cy="21439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4876800" y="2280920"/>
              <a:ext cx="537845" cy="36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4876800" y="2280920"/>
                <a:ext cx="53784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3543300" y="2785745"/>
              <a:ext cx="447675" cy="1460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3543300" y="2785745"/>
                <a:ext cx="447675" cy="146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" name="墨迹 8"/>
              <p14:cNvContentPartPr/>
              <p14:nvPr/>
            </p14:nvContentPartPr>
            <p14:xfrm>
              <a:off x="4838700" y="2809875"/>
              <a:ext cx="762000" cy="4445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8"/>
            </p:blipFill>
            <p:spPr>
              <a:xfrm>
                <a:off x="4838700" y="2809875"/>
                <a:ext cx="76200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0" name="墨迹 9"/>
              <p14:cNvContentPartPr/>
              <p14:nvPr/>
            </p14:nvContentPartPr>
            <p14:xfrm>
              <a:off x="3409950" y="3381375"/>
              <a:ext cx="328295" cy="36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0"/>
            </p:blipFill>
            <p:spPr>
              <a:xfrm>
                <a:off x="3409950" y="3381375"/>
                <a:ext cx="3282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1" name="墨迹 10"/>
              <p14:cNvContentPartPr/>
              <p14:nvPr/>
            </p14:nvContentPartPr>
            <p14:xfrm>
              <a:off x="4881245" y="3352800"/>
              <a:ext cx="590550" cy="3302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2"/>
            </p:blipFill>
            <p:spPr>
              <a:xfrm>
                <a:off x="4881245" y="3352800"/>
                <a:ext cx="59055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2" name="墨迹 11"/>
              <p14:cNvContentPartPr/>
              <p14:nvPr/>
            </p14:nvContentPartPr>
            <p14:xfrm>
              <a:off x="5781675" y="3442970"/>
              <a:ext cx="9525" cy="36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4"/>
            </p:blipFill>
            <p:spPr>
              <a:xfrm>
                <a:off x="5781675" y="3442970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771550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31640" y="1222725"/>
            <a:ext cx="66967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若用“嘀”表示</a:t>
            </a:r>
            <a:r>
              <a:rPr lang="en-US" altLang="zh-CN" sz="2000" dirty="0">
                <a:latin typeface="+mn-ea"/>
              </a:rPr>
              <a:t>0</a:t>
            </a:r>
            <a:r>
              <a:rPr lang="zh-CN" altLang="en-US" sz="2000" dirty="0">
                <a:latin typeface="+mn-ea"/>
              </a:rPr>
              <a:t>，用“嗒”表示</a:t>
            </a:r>
            <a:r>
              <a:rPr lang="en-US" altLang="zh-CN" sz="2000" dirty="0">
                <a:latin typeface="+mn-ea"/>
              </a:rPr>
              <a:t>1</a:t>
            </a:r>
            <a:r>
              <a:rPr lang="zh-CN" altLang="en-US" sz="2000" dirty="0">
                <a:latin typeface="+mn-ea"/>
              </a:rPr>
              <a:t>，则“嘀嘀嗒嗒嗒”表示为（  ）。</a:t>
            </a:r>
            <a:endParaRPr lang="zh-CN" altLang="en-US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10101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01010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10100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+mn-ea"/>
              </a:rPr>
              <a:t>00111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296" y="3063649"/>
            <a:ext cx="1486107" cy="1714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3" name="墨迹 2"/>
              <p14:cNvContentPartPr/>
              <p14:nvPr/>
            </p14:nvContentPartPr>
            <p14:xfrm>
              <a:off x="3562350" y="2242820"/>
              <a:ext cx="104775" cy="24130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4"/>
            </p:blipFill>
            <p:spPr>
              <a:xfrm>
                <a:off x="3562350" y="2242820"/>
                <a:ext cx="104775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8" name="墨迹 7"/>
              <p14:cNvContentPartPr/>
              <p14:nvPr/>
            </p14:nvContentPartPr>
            <p14:xfrm>
              <a:off x="5467350" y="2276475"/>
              <a:ext cx="38100" cy="4445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6"/>
            </p:blipFill>
            <p:spPr>
              <a:xfrm>
                <a:off x="5467350" y="2276475"/>
                <a:ext cx="3810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9" name="墨迹 8"/>
              <p14:cNvContentPartPr/>
              <p14:nvPr/>
            </p14:nvContentPartPr>
            <p14:xfrm>
              <a:off x="5538470" y="2261870"/>
              <a:ext cx="9525" cy="36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8"/>
            </p:blipFill>
            <p:spPr>
              <a:xfrm>
                <a:off x="5538470" y="226187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0" name="墨迹 9"/>
              <p14:cNvContentPartPr/>
              <p14:nvPr/>
            </p14:nvContentPartPr>
            <p14:xfrm>
              <a:off x="6429375" y="2305050"/>
              <a:ext cx="61595" cy="762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0"/>
            </p:blipFill>
            <p:spPr>
              <a:xfrm>
                <a:off x="6429375" y="2305050"/>
                <a:ext cx="6159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1" name="墨迹 10"/>
              <p14:cNvContentPartPr/>
              <p14:nvPr/>
            </p14:nvContentPartPr>
            <p14:xfrm>
              <a:off x="6734175" y="2314575"/>
              <a:ext cx="142875" cy="13335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2"/>
            </p:blipFill>
            <p:spPr>
              <a:xfrm>
                <a:off x="6734175" y="2314575"/>
                <a:ext cx="142875" cy="133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2" name="墨迹 11"/>
              <p14:cNvContentPartPr/>
              <p14:nvPr/>
            </p14:nvContentPartPr>
            <p14:xfrm>
              <a:off x="7077075" y="2276475"/>
              <a:ext cx="13970" cy="20447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4"/>
            </p:blipFill>
            <p:spPr>
              <a:xfrm>
                <a:off x="7077075" y="2276475"/>
                <a:ext cx="13970" cy="204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3" name="墨迹 12"/>
              <p14:cNvContentPartPr/>
              <p14:nvPr/>
            </p14:nvContentPartPr>
            <p14:xfrm>
              <a:off x="7324725" y="2209800"/>
              <a:ext cx="57150" cy="15240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6"/>
            </p:blipFill>
            <p:spPr>
              <a:xfrm>
                <a:off x="7324725" y="2209800"/>
                <a:ext cx="5715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4" name="墨迹 13"/>
              <p14:cNvContentPartPr/>
              <p14:nvPr/>
            </p14:nvContentPartPr>
            <p14:xfrm>
              <a:off x="7486650" y="2247900"/>
              <a:ext cx="28575" cy="16637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8"/>
            </p:blipFill>
            <p:spPr>
              <a:xfrm>
                <a:off x="7486650" y="2247900"/>
                <a:ext cx="28575" cy="1663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5" name="墨迹 14"/>
              <p14:cNvContentPartPr/>
              <p14:nvPr/>
            </p14:nvContentPartPr>
            <p14:xfrm>
              <a:off x="1461770" y="4257675"/>
              <a:ext cx="395605" cy="30480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0"/>
            </p:blipFill>
            <p:spPr>
              <a:xfrm>
                <a:off x="1461770" y="4257675"/>
                <a:ext cx="395605" cy="304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6" name="墨迹 15"/>
              <p14:cNvContentPartPr/>
              <p14:nvPr/>
            </p14:nvContentPartPr>
            <p14:xfrm>
              <a:off x="5652770" y="3471545"/>
              <a:ext cx="360" cy="3365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2"/>
            </p:blipFill>
            <p:spPr>
              <a:xfrm>
                <a:off x="5652770" y="3471545"/>
                <a:ext cx="360" cy="33655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2823" y="504839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795263" y="2272969"/>
            <a:ext cx="2330979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a[i]         i         </a:t>
            </a:r>
            <a:r>
              <a:rPr lang="en-US" altLang="zh-CN" dirty="0" err="1"/>
              <a:t>ans</a:t>
            </a:r>
            <a:r>
              <a:rPr lang="en-US" altLang="zh-CN" dirty="0"/>
              <a:t> </a:t>
            </a:r>
            <a:endParaRPr lang="en-US" altLang="zh-CN" dirty="0"/>
          </a:p>
          <a:p>
            <a:r>
              <a:rPr lang="en-US" altLang="zh-CN" dirty="0"/>
              <a:t>------------------------------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27584" y="4083917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973" y="842113"/>
            <a:ext cx="51816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296" y="3063649"/>
            <a:ext cx="1486107" cy="1714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" name="墨迹 3"/>
              <p14:cNvContentPartPr/>
              <p14:nvPr/>
            </p14:nvContentPartPr>
            <p14:xfrm>
              <a:off x="4566920" y="2181225"/>
              <a:ext cx="180975" cy="1397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4566920" y="2181225"/>
                <a:ext cx="18097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5" name="墨迹 4"/>
              <p14:cNvContentPartPr/>
              <p14:nvPr/>
            </p14:nvContentPartPr>
            <p14:xfrm>
              <a:off x="5071745" y="2438400"/>
              <a:ext cx="266700" cy="4445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5071745" y="2438400"/>
                <a:ext cx="26670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6" name="墨迹 5"/>
              <p14:cNvContentPartPr/>
              <p14:nvPr/>
            </p14:nvContentPartPr>
            <p14:xfrm>
              <a:off x="5005070" y="2623820"/>
              <a:ext cx="814705" cy="43180"/>
            </p14:xfrm>
          </p:contentPart>
        </mc:Choice>
        <mc:Fallback xmlns="">
          <p:pic>
            <p:nvPicPr>
              <p:cNvPr id="6" name="墨迹 5"/>
            </p:nvPicPr>
            <p:blipFill>
              <a:blip r:embed="rId9"/>
            </p:blipFill>
            <p:spPr>
              <a:xfrm>
                <a:off x="5005070" y="2623820"/>
                <a:ext cx="814705" cy="431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2" name="墨迹 11"/>
              <p14:cNvContentPartPr/>
              <p14:nvPr/>
            </p14:nvContentPartPr>
            <p14:xfrm>
              <a:off x="4752975" y="2857500"/>
              <a:ext cx="123825" cy="2349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1"/>
            </p:blipFill>
            <p:spPr>
              <a:xfrm>
                <a:off x="4752975" y="2857500"/>
                <a:ext cx="123825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3" name="墨迹 12"/>
              <p14:cNvContentPartPr/>
              <p14:nvPr/>
            </p14:nvContentPartPr>
            <p14:xfrm>
              <a:off x="5138420" y="2895600"/>
              <a:ext cx="5080" cy="1397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3"/>
            </p:blipFill>
            <p:spPr>
              <a:xfrm>
                <a:off x="5138420" y="2895600"/>
                <a:ext cx="5080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4" name="墨迹 13"/>
              <p14:cNvContentPartPr/>
              <p14:nvPr/>
            </p14:nvContentPartPr>
            <p14:xfrm>
              <a:off x="5372100" y="2880995"/>
              <a:ext cx="147320" cy="8128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5"/>
            </p:blipFill>
            <p:spPr>
              <a:xfrm>
                <a:off x="5372100" y="2880995"/>
                <a:ext cx="147320" cy="812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5" name="墨迹 14"/>
              <p14:cNvContentPartPr/>
              <p14:nvPr/>
            </p14:nvContentPartPr>
            <p14:xfrm>
              <a:off x="5419725" y="3138170"/>
              <a:ext cx="147320" cy="19558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7"/>
            </p:blipFill>
            <p:spPr>
              <a:xfrm>
                <a:off x="5419725" y="3138170"/>
                <a:ext cx="147320" cy="1955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6" name="墨迹 15"/>
              <p14:cNvContentPartPr/>
              <p14:nvPr/>
            </p14:nvContentPartPr>
            <p14:xfrm>
              <a:off x="1880870" y="1828800"/>
              <a:ext cx="728980" cy="952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9"/>
            </p:blipFill>
            <p:spPr>
              <a:xfrm>
                <a:off x="1880870" y="1828800"/>
                <a:ext cx="72898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7" name="墨迹 16"/>
              <p14:cNvContentPartPr/>
              <p14:nvPr/>
            </p14:nvContentPartPr>
            <p14:xfrm>
              <a:off x="2038350" y="1714500"/>
              <a:ext cx="213995" cy="46672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1"/>
            </p:blipFill>
            <p:spPr>
              <a:xfrm>
                <a:off x="2038350" y="1714500"/>
                <a:ext cx="213995" cy="466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8" name="墨迹 17"/>
              <p14:cNvContentPartPr/>
              <p14:nvPr/>
            </p14:nvContentPartPr>
            <p14:xfrm>
              <a:off x="899795" y="1733550"/>
              <a:ext cx="5080" cy="2857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3"/>
            </p:blipFill>
            <p:spPr>
              <a:xfrm>
                <a:off x="899795" y="1733550"/>
                <a:ext cx="508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9" name="墨迹 18"/>
              <p14:cNvContentPartPr/>
              <p14:nvPr/>
            </p14:nvContentPartPr>
            <p14:xfrm>
              <a:off x="1014095" y="1718945"/>
              <a:ext cx="9525" cy="6667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5"/>
            </p:blipFill>
            <p:spPr>
              <a:xfrm>
                <a:off x="1014095" y="1718945"/>
                <a:ext cx="9525" cy="666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0" name="墨迹 19"/>
              <p14:cNvContentPartPr/>
              <p14:nvPr/>
            </p14:nvContentPartPr>
            <p14:xfrm>
              <a:off x="1709420" y="1728470"/>
              <a:ext cx="14605" cy="11938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7"/>
            </p:blipFill>
            <p:spPr>
              <a:xfrm>
                <a:off x="1709420" y="1728470"/>
                <a:ext cx="14605" cy="119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21" name="墨迹 20"/>
              <p14:cNvContentPartPr/>
              <p14:nvPr/>
            </p14:nvContentPartPr>
            <p14:xfrm>
              <a:off x="1781175" y="1718945"/>
              <a:ext cx="9525" cy="95250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9"/>
            </p:blipFill>
            <p:spPr>
              <a:xfrm>
                <a:off x="1781175" y="1718945"/>
                <a:ext cx="9525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2" name="墨迹 21"/>
              <p14:cNvContentPartPr/>
              <p14:nvPr/>
            </p14:nvContentPartPr>
            <p14:xfrm>
              <a:off x="2766695" y="1747520"/>
              <a:ext cx="360" cy="28575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1"/>
            </p:blipFill>
            <p:spPr>
              <a:xfrm>
                <a:off x="2766695" y="1747520"/>
                <a:ext cx="36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3" name="墨迹 22"/>
              <p14:cNvContentPartPr/>
              <p14:nvPr/>
            </p14:nvContentPartPr>
            <p14:xfrm>
              <a:off x="2886075" y="1733550"/>
              <a:ext cx="360" cy="6159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3"/>
            </p:blipFill>
            <p:spPr>
              <a:xfrm>
                <a:off x="2886075" y="1733550"/>
                <a:ext cx="360" cy="61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4" name="墨迹 23"/>
              <p14:cNvContentPartPr/>
              <p14:nvPr/>
            </p14:nvContentPartPr>
            <p14:xfrm>
              <a:off x="3633470" y="1733550"/>
              <a:ext cx="5080" cy="80645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5"/>
            </p:blipFill>
            <p:spPr>
              <a:xfrm>
                <a:off x="3633470" y="1733550"/>
                <a:ext cx="5080" cy="80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5" name="墨迹 24"/>
              <p14:cNvContentPartPr/>
              <p14:nvPr/>
            </p14:nvContentPartPr>
            <p14:xfrm>
              <a:off x="3623945" y="1733550"/>
              <a:ext cx="109855" cy="95250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37"/>
            </p:blipFill>
            <p:spPr>
              <a:xfrm>
                <a:off x="3623945" y="1733550"/>
                <a:ext cx="109855" cy="952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6" name="墨迹 25"/>
              <p14:cNvContentPartPr/>
              <p14:nvPr/>
            </p14:nvContentPartPr>
            <p14:xfrm>
              <a:off x="5776595" y="2447925"/>
              <a:ext cx="400050" cy="3302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39"/>
            </p:blipFill>
            <p:spPr>
              <a:xfrm>
                <a:off x="5776595" y="2447925"/>
                <a:ext cx="400050" cy="33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27" name="墨迹 26"/>
              <p14:cNvContentPartPr/>
              <p14:nvPr/>
            </p14:nvContentPartPr>
            <p14:xfrm>
              <a:off x="5086350" y="2914650"/>
              <a:ext cx="360" cy="4762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1"/>
            </p:blipFill>
            <p:spPr>
              <a:xfrm>
                <a:off x="5086350" y="2914650"/>
                <a:ext cx="360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28" name="墨迹 27"/>
              <p14:cNvContentPartPr/>
              <p14:nvPr/>
            </p14:nvContentPartPr>
            <p14:xfrm>
              <a:off x="5629275" y="3343275"/>
              <a:ext cx="295275" cy="13970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3"/>
            </p:blipFill>
            <p:spPr>
              <a:xfrm>
                <a:off x="5629275" y="3343275"/>
                <a:ext cx="29527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29" name="墨迹 28"/>
              <p14:cNvContentPartPr/>
              <p14:nvPr/>
            </p14:nvContentPartPr>
            <p14:xfrm>
              <a:off x="6605270" y="2419350"/>
              <a:ext cx="914400" cy="23495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5"/>
            </p:blipFill>
            <p:spPr>
              <a:xfrm>
                <a:off x="6605270" y="2419350"/>
                <a:ext cx="914400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6" p14:bwMode="auto">
            <p14:nvContentPartPr>
              <p14:cNvPr id="30" name="墨迹 29"/>
              <p14:cNvContentPartPr/>
              <p14:nvPr/>
            </p14:nvContentPartPr>
            <p14:xfrm>
              <a:off x="4700270" y="3309620"/>
              <a:ext cx="238125" cy="9525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47"/>
            </p:blipFill>
            <p:spPr>
              <a:xfrm>
                <a:off x="4700270" y="3309620"/>
                <a:ext cx="23812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8" p14:bwMode="auto">
            <p14:nvContentPartPr>
              <p14:cNvPr id="31" name="墨迹 30"/>
              <p14:cNvContentPartPr/>
              <p14:nvPr/>
            </p14:nvContentPartPr>
            <p14:xfrm>
              <a:off x="5953125" y="2404745"/>
              <a:ext cx="2633345" cy="123825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49"/>
            </p:blipFill>
            <p:spPr>
              <a:xfrm>
                <a:off x="5953125" y="2404745"/>
                <a:ext cx="2633345" cy="1238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0" p14:bwMode="auto">
            <p14:nvContentPartPr>
              <p14:cNvPr id="32" name="墨迹 31"/>
              <p14:cNvContentPartPr/>
              <p14:nvPr/>
            </p14:nvContentPartPr>
            <p14:xfrm>
              <a:off x="7077075" y="3423920"/>
              <a:ext cx="9525" cy="3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51"/>
            </p:blipFill>
            <p:spPr>
              <a:xfrm>
                <a:off x="7077075" y="3423920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4903" y="663937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453758" y="1663392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莫尔斯电码：短促的点信号</a:t>
            </a: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"."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，读作“嘀</a:t>
            </a: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(Di)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”，保持一定时间的长信号</a:t>
            </a: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"-"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，读作“嗒</a:t>
            </a: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(Da)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”。数字</a:t>
            </a: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0-9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的莫尔斯电码对照表。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输入</a:t>
            </a: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0-9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中的某个数，输出它的摩尔斯电码。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364" y="707796"/>
            <a:ext cx="2979606" cy="4227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5296" y="3063649"/>
            <a:ext cx="1486107" cy="1714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3" name="墨迹 2"/>
              <p14:cNvContentPartPr/>
              <p14:nvPr/>
            </p14:nvContentPartPr>
            <p14:xfrm>
              <a:off x="2566670" y="2352675"/>
              <a:ext cx="224155" cy="47625"/>
            </p14:xfrm>
          </p:contentPart>
        </mc:Choice>
        <mc:Fallback xmlns="">
          <p:pic>
            <p:nvPicPr>
              <p:cNvPr id="3" name="墨迹 2"/>
            </p:nvPicPr>
            <p:blipFill>
              <a:blip r:embed="rId5"/>
            </p:blipFill>
            <p:spPr>
              <a:xfrm>
                <a:off x="2566670" y="2352675"/>
                <a:ext cx="224155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" name="墨迹 3"/>
              <p14:cNvContentPartPr/>
              <p14:nvPr/>
            </p14:nvContentPartPr>
            <p14:xfrm>
              <a:off x="2857500" y="1685925"/>
              <a:ext cx="133350" cy="15240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7"/>
            </p:blipFill>
            <p:spPr>
              <a:xfrm>
                <a:off x="2857500" y="1685925"/>
                <a:ext cx="13335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5" name="墨迹 4"/>
              <p14:cNvContentPartPr/>
              <p14:nvPr/>
            </p14:nvContentPartPr>
            <p14:xfrm>
              <a:off x="3190875" y="1585595"/>
              <a:ext cx="38100" cy="38608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3190875" y="1585595"/>
                <a:ext cx="38100" cy="386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0" name="墨迹 9"/>
              <p14:cNvContentPartPr/>
              <p14:nvPr/>
            </p14:nvContentPartPr>
            <p14:xfrm>
              <a:off x="871220" y="3090545"/>
              <a:ext cx="704850" cy="381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11"/>
            </p:blipFill>
            <p:spPr>
              <a:xfrm>
                <a:off x="871220" y="3090545"/>
                <a:ext cx="70485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1" name="墨迹 10"/>
              <p14:cNvContentPartPr/>
              <p14:nvPr/>
            </p14:nvContentPartPr>
            <p14:xfrm>
              <a:off x="2661920" y="3076575"/>
              <a:ext cx="466725" cy="4445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13"/>
            </p:blipFill>
            <p:spPr>
              <a:xfrm>
                <a:off x="2661920" y="3076575"/>
                <a:ext cx="466725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2" name="墨迹 11"/>
              <p14:cNvContentPartPr/>
              <p14:nvPr/>
            </p14:nvContentPartPr>
            <p14:xfrm>
              <a:off x="2428875" y="3571875"/>
              <a:ext cx="85725" cy="99695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15"/>
            </p:blipFill>
            <p:spPr>
              <a:xfrm>
                <a:off x="2428875" y="3571875"/>
                <a:ext cx="85725" cy="996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3" name="墨迹 12"/>
              <p14:cNvContentPartPr/>
              <p14:nvPr/>
            </p14:nvContentPartPr>
            <p14:xfrm>
              <a:off x="2661920" y="3557270"/>
              <a:ext cx="360" cy="104775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7"/>
            </p:blipFill>
            <p:spPr>
              <a:xfrm>
                <a:off x="2661920" y="3557270"/>
                <a:ext cx="360" cy="104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4" name="墨迹 13"/>
              <p14:cNvContentPartPr/>
              <p14:nvPr/>
            </p14:nvContentPartPr>
            <p14:xfrm>
              <a:off x="2924175" y="3524250"/>
              <a:ext cx="9525" cy="8572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9"/>
            </p:blipFill>
            <p:spPr>
              <a:xfrm>
                <a:off x="2924175" y="3524250"/>
                <a:ext cx="9525" cy="85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15" name="墨迹 14"/>
              <p14:cNvContentPartPr/>
              <p14:nvPr/>
            </p14:nvContentPartPr>
            <p14:xfrm>
              <a:off x="3152775" y="3514725"/>
              <a:ext cx="19050" cy="11430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1"/>
            </p:blipFill>
            <p:spPr>
              <a:xfrm>
                <a:off x="3152775" y="3514725"/>
                <a:ext cx="19050" cy="1143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16" name="墨迹 15"/>
              <p14:cNvContentPartPr/>
              <p14:nvPr/>
            </p14:nvContentPartPr>
            <p14:xfrm>
              <a:off x="3276600" y="3438525"/>
              <a:ext cx="28575" cy="318770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23"/>
            </p:blipFill>
            <p:spPr>
              <a:xfrm>
                <a:off x="3276600" y="3438525"/>
                <a:ext cx="28575" cy="3187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17" name="墨迹 16"/>
              <p14:cNvContentPartPr/>
              <p14:nvPr/>
            </p14:nvContentPartPr>
            <p14:xfrm>
              <a:off x="4719320" y="2228850"/>
              <a:ext cx="552450" cy="4445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25"/>
            </p:blipFill>
            <p:spPr>
              <a:xfrm>
                <a:off x="4719320" y="2228850"/>
                <a:ext cx="55245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18" name="墨迹 17"/>
              <p14:cNvContentPartPr/>
              <p14:nvPr/>
            </p14:nvContentPartPr>
            <p14:xfrm>
              <a:off x="4224020" y="1957070"/>
              <a:ext cx="28575" cy="781050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7"/>
            </p:blipFill>
            <p:spPr>
              <a:xfrm>
                <a:off x="4224020" y="1957070"/>
                <a:ext cx="28575" cy="781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19" name="墨迹 18"/>
              <p14:cNvContentPartPr/>
              <p14:nvPr/>
            </p14:nvContentPartPr>
            <p14:xfrm>
              <a:off x="4838700" y="2705100"/>
              <a:ext cx="476250" cy="28575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9"/>
            </p:blipFill>
            <p:spPr>
              <a:xfrm>
                <a:off x="4838700" y="2705100"/>
                <a:ext cx="47625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20" name="墨迹 19"/>
              <p14:cNvContentPartPr/>
              <p14:nvPr/>
            </p14:nvContentPartPr>
            <p14:xfrm>
              <a:off x="3105150" y="2357120"/>
              <a:ext cx="33020" cy="9525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31"/>
            </p:blipFill>
            <p:spPr>
              <a:xfrm>
                <a:off x="3105150" y="2357120"/>
                <a:ext cx="3302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21" name="墨迹 20"/>
              <p14:cNvContentPartPr/>
              <p14:nvPr/>
            </p14:nvContentPartPr>
            <p14:xfrm>
              <a:off x="1524000" y="2828925"/>
              <a:ext cx="71120" cy="444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33"/>
            </p:blipFill>
            <p:spPr>
              <a:xfrm>
                <a:off x="1524000" y="2828925"/>
                <a:ext cx="7112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22" name="墨迹 21"/>
              <p14:cNvContentPartPr/>
              <p14:nvPr/>
            </p14:nvContentPartPr>
            <p14:xfrm>
              <a:off x="6038850" y="2381250"/>
              <a:ext cx="9525" cy="360"/>
            </p14:xfrm>
          </p:contentPart>
        </mc:Choice>
        <mc:Fallback xmlns="">
          <p:pic>
            <p:nvPicPr>
              <p:cNvPr id="22" name="墨迹 21"/>
            </p:nvPicPr>
            <p:blipFill>
              <a:blip r:embed="rId35"/>
            </p:blipFill>
            <p:spPr>
              <a:xfrm>
                <a:off x="6038850" y="238125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23" name="墨迹 22"/>
              <p14:cNvContentPartPr/>
              <p14:nvPr/>
            </p14:nvContentPartPr>
            <p14:xfrm>
              <a:off x="4652645" y="3086100"/>
              <a:ext cx="76200" cy="85725"/>
            </p14:xfrm>
          </p:contentPart>
        </mc:Choice>
        <mc:Fallback xmlns="">
          <p:pic>
            <p:nvPicPr>
              <p:cNvPr id="23" name="墨迹 22"/>
            </p:nvPicPr>
            <p:blipFill>
              <a:blip r:embed="rId37"/>
            </p:blipFill>
            <p:spPr>
              <a:xfrm>
                <a:off x="4652645" y="3086100"/>
                <a:ext cx="76200" cy="857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24" name="墨迹 23"/>
              <p14:cNvContentPartPr/>
              <p14:nvPr/>
            </p14:nvContentPartPr>
            <p14:xfrm>
              <a:off x="4805045" y="3090545"/>
              <a:ext cx="9525" cy="360"/>
            </p14:xfrm>
          </p:contentPart>
        </mc:Choice>
        <mc:Fallback xmlns="">
          <p:pic>
            <p:nvPicPr>
              <p:cNvPr id="24" name="墨迹 23"/>
            </p:nvPicPr>
            <p:blipFill>
              <a:blip r:embed="rId35"/>
            </p:blipFill>
            <p:spPr>
              <a:xfrm>
                <a:off x="4805045" y="309054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25" name="墨迹 24"/>
              <p14:cNvContentPartPr/>
              <p14:nvPr/>
            </p14:nvContentPartPr>
            <p14:xfrm>
              <a:off x="4766945" y="3048000"/>
              <a:ext cx="43180" cy="180975"/>
            </p14:xfrm>
          </p:contentPart>
        </mc:Choice>
        <mc:Fallback xmlns="">
          <p:pic>
            <p:nvPicPr>
              <p:cNvPr id="25" name="墨迹 24"/>
            </p:nvPicPr>
            <p:blipFill>
              <a:blip r:embed="rId40"/>
            </p:blipFill>
            <p:spPr>
              <a:xfrm>
                <a:off x="4766945" y="3048000"/>
                <a:ext cx="43180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26" name="墨迹 25"/>
              <p14:cNvContentPartPr/>
              <p14:nvPr/>
            </p14:nvContentPartPr>
            <p14:xfrm>
              <a:off x="4762500" y="2985770"/>
              <a:ext cx="13970" cy="38100"/>
            </p14:xfrm>
          </p:contentPart>
        </mc:Choice>
        <mc:Fallback xmlns="">
          <p:pic>
            <p:nvPicPr>
              <p:cNvPr id="26" name="墨迹 25"/>
            </p:nvPicPr>
            <p:blipFill>
              <a:blip r:embed="rId42"/>
            </p:blipFill>
            <p:spPr>
              <a:xfrm>
                <a:off x="4762500" y="2985770"/>
                <a:ext cx="1397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3" p14:bwMode="auto">
            <p14:nvContentPartPr>
              <p14:cNvPr id="27" name="墨迹 26"/>
              <p14:cNvContentPartPr/>
              <p14:nvPr/>
            </p14:nvContentPartPr>
            <p14:xfrm>
              <a:off x="4838700" y="3038475"/>
              <a:ext cx="161925" cy="156845"/>
            </p14:xfrm>
          </p:contentPart>
        </mc:Choice>
        <mc:Fallback xmlns="">
          <p:pic>
            <p:nvPicPr>
              <p:cNvPr id="27" name="墨迹 26"/>
            </p:nvPicPr>
            <p:blipFill>
              <a:blip r:embed="rId44"/>
            </p:blipFill>
            <p:spPr>
              <a:xfrm>
                <a:off x="4838700" y="3038475"/>
                <a:ext cx="161925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28" name="墨迹 27"/>
              <p14:cNvContentPartPr/>
              <p14:nvPr/>
            </p14:nvContentPartPr>
            <p14:xfrm>
              <a:off x="5105400" y="3114675"/>
              <a:ext cx="80645" cy="61595"/>
            </p14:xfrm>
          </p:contentPart>
        </mc:Choice>
        <mc:Fallback xmlns="">
          <p:pic>
            <p:nvPicPr>
              <p:cNvPr id="28" name="墨迹 27"/>
            </p:nvPicPr>
            <p:blipFill>
              <a:blip r:embed="rId46"/>
            </p:blipFill>
            <p:spPr>
              <a:xfrm>
                <a:off x="5105400" y="3114675"/>
                <a:ext cx="80645" cy="61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29" name="墨迹 28"/>
              <p14:cNvContentPartPr/>
              <p14:nvPr/>
            </p14:nvContentPartPr>
            <p14:xfrm>
              <a:off x="5181600" y="3052445"/>
              <a:ext cx="76200" cy="138430"/>
            </p14:xfrm>
          </p:contentPart>
        </mc:Choice>
        <mc:Fallback xmlns="">
          <p:pic>
            <p:nvPicPr>
              <p:cNvPr id="29" name="墨迹 28"/>
            </p:nvPicPr>
            <p:blipFill>
              <a:blip r:embed="rId48"/>
            </p:blipFill>
            <p:spPr>
              <a:xfrm>
                <a:off x="5181600" y="3052445"/>
                <a:ext cx="76200" cy="1384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30" name="墨迹 29"/>
              <p14:cNvContentPartPr/>
              <p14:nvPr/>
            </p14:nvContentPartPr>
            <p14:xfrm>
              <a:off x="5328920" y="3067050"/>
              <a:ext cx="224155" cy="171450"/>
            </p14:xfrm>
          </p:contentPart>
        </mc:Choice>
        <mc:Fallback xmlns="">
          <p:pic>
            <p:nvPicPr>
              <p:cNvPr id="30" name="墨迹 29"/>
            </p:nvPicPr>
            <p:blipFill>
              <a:blip r:embed="rId50"/>
            </p:blipFill>
            <p:spPr>
              <a:xfrm>
                <a:off x="5328920" y="3067050"/>
                <a:ext cx="22415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31" name="墨迹 30"/>
              <p14:cNvContentPartPr/>
              <p14:nvPr/>
            </p14:nvContentPartPr>
            <p14:xfrm>
              <a:off x="4705350" y="3566795"/>
              <a:ext cx="147320" cy="38100"/>
            </p14:xfrm>
          </p:contentPart>
        </mc:Choice>
        <mc:Fallback xmlns="">
          <p:pic>
            <p:nvPicPr>
              <p:cNvPr id="31" name="墨迹 30"/>
            </p:nvPicPr>
            <p:blipFill>
              <a:blip r:embed="rId52"/>
            </p:blipFill>
            <p:spPr>
              <a:xfrm>
                <a:off x="4705350" y="3566795"/>
                <a:ext cx="147320" cy="381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3" p14:bwMode="auto">
            <p14:nvContentPartPr>
              <p14:cNvPr id="32" name="墨迹 31"/>
              <p14:cNvContentPartPr/>
              <p14:nvPr/>
            </p14:nvContentPartPr>
            <p14:xfrm>
              <a:off x="5452745" y="3557270"/>
              <a:ext cx="9525" cy="360"/>
            </p14:xfrm>
          </p:contentPart>
        </mc:Choice>
        <mc:Fallback xmlns="">
          <p:pic>
            <p:nvPicPr>
              <p:cNvPr id="32" name="墨迹 31"/>
            </p:nvPicPr>
            <p:blipFill>
              <a:blip r:embed="rId35"/>
            </p:blipFill>
            <p:spPr>
              <a:xfrm>
                <a:off x="5452745" y="3557270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33" name="墨迹 32"/>
              <p14:cNvContentPartPr/>
              <p14:nvPr/>
            </p14:nvContentPartPr>
            <p14:xfrm>
              <a:off x="4629150" y="3795395"/>
              <a:ext cx="9525" cy="367030"/>
            </p14:xfrm>
          </p:contentPart>
        </mc:Choice>
        <mc:Fallback xmlns="">
          <p:pic>
            <p:nvPicPr>
              <p:cNvPr id="33" name="墨迹 32"/>
            </p:nvPicPr>
            <p:blipFill>
              <a:blip r:embed="rId55"/>
            </p:blipFill>
            <p:spPr>
              <a:xfrm>
                <a:off x="4629150" y="3795395"/>
                <a:ext cx="9525" cy="3670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34" name="墨迹 33"/>
              <p14:cNvContentPartPr/>
              <p14:nvPr/>
            </p14:nvContentPartPr>
            <p14:xfrm>
              <a:off x="5600700" y="4105275"/>
              <a:ext cx="9525" cy="360"/>
            </p14:xfrm>
          </p:contentPart>
        </mc:Choice>
        <mc:Fallback xmlns="">
          <p:pic>
            <p:nvPicPr>
              <p:cNvPr id="34" name="墨迹 33"/>
            </p:nvPicPr>
            <p:blipFill>
              <a:blip r:embed="rId35"/>
            </p:blipFill>
            <p:spPr>
              <a:xfrm>
                <a:off x="5600700" y="410527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7" p14:bwMode="auto">
            <p14:nvContentPartPr>
              <p14:cNvPr id="35" name="墨迹 34"/>
              <p14:cNvContentPartPr/>
              <p14:nvPr/>
            </p14:nvContentPartPr>
            <p14:xfrm>
              <a:off x="5610225" y="4119245"/>
              <a:ext cx="42545" cy="360"/>
            </p14:xfrm>
          </p:contentPart>
        </mc:Choice>
        <mc:Fallback xmlns="">
          <p:pic>
            <p:nvPicPr>
              <p:cNvPr id="35" name="墨迹 34"/>
            </p:nvPicPr>
            <p:blipFill>
              <a:blip r:embed="rId58"/>
            </p:blipFill>
            <p:spPr>
              <a:xfrm>
                <a:off x="5610225" y="4119245"/>
                <a:ext cx="4254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9" p14:bwMode="auto">
            <p14:nvContentPartPr>
              <p14:cNvPr id="36" name="墨迹 35"/>
              <p14:cNvContentPartPr/>
              <p14:nvPr/>
            </p14:nvContentPartPr>
            <p14:xfrm>
              <a:off x="5509895" y="3781425"/>
              <a:ext cx="81280" cy="19050"/>
            </p14:xfrm>
          </p:contentPart>
        </mc:Choice>
        <mc:Fallback xmlns="">
          <p:pic>
            <p:nvPicPr>
              <p:cNvPr id="36" name="墨迹 35"/>
            </p:nvPicPr>
            <p:blipFill>
              <a:blip r:embed="rId60"/>
            </p:blipFill>
            <p:spPr>
              <a:xfrm>
                <a:off x="5509895" y="3781425"/>
                <a:ext cx="8128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1" p14:bwMode="auto">
            <p14:nvContentPartPr>
              <p14:cNvPr id="37" name="墨迹 36"/>
              <p14:cNvContentPartPr/>
              <p14:nvPr/>
            </p14:nvContentPartPr>
            <p14:xfrm>
              <a:off x="5509895" y="3857625"/>
              <a:ext cx="57150" cy="9525"/>
            </p14:xfrm>
          </p:contentPart>
        </mc:Choice>
        <mc:Fallback xmlns="">
          <p:pic>
            <p:nvPicPr>
              <p:cNvPr id="37" name="墨迹 36"/>
            </p:nvPicPr>
            <p:blipFill>
              <a:blip r:embed="rId62"/>
            </p:blipFill>
            <p:spPr>
              <a:xfrm>
                <a:off x="5509895" y="3857625"/>
                <a:ext cx="5715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3" p14:bwMode="auto">
            <p14:nvContentPartPr>
              <p14:cNvPr id="38" name="墨迹 37"/>
              <p14:cNvContentPartPr/>
              <p14:nvPr/>
            </p14:nvContentPartPr>
            <p14:xfrm>
              <a:off x="5629275" y="3814445"/>
              <a:ext cx="47625" cy="5080"/>
            </p14:xfrm>
          </p:contentPart>
        </mc:Choice>
        <mc:Fallback xmlns="">
          <p:pic>
            <p:nvPicPr>
              <p:cNvPr id="38" name="墨迹 37"/>
            </p:nvPicPr>
            <p:blipFill>
              <a:blip r:embed="rId64"/>
            </p:blipFill>
            <p:spPr>
              <a:xfrm>
                <a:off x="5629275" y="3814445"/>
                <a:ext cx="47625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5" p14:bwMode="auto">
            <p14:nvContentPartPr>
              <p14:cNvPr id="39" name="墨迹 38"/>
              <p14:cNvContentPartPr/>
              <p14:nvPr/>
            </p14:nvContentPartPr>
            <p14:xfrm>
              <a:off x="5671820" y="3867150"/>
              <a:ext cx="57150" cy="4445"/>
            </p14:xfrm>
          </p:contentPart>
        </mc:Choice>
        <mc:Fallback xmlns="">
          <p:pic>
            <p:nvPicPr>
              <p:cNvPr id="39" name="墨迹 38"/>
            </p:nvPicPr>
            <p:blipFill>
              <a:blip r:embed="rId66"/>
            </p:blipFill>
            <p:spPr>
              <a:xfrm>
                <a:off x="5671820" y="3867150"/>
                <a:ext cx="57150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7" p14:bwMode="auto">
            <p14:nvContentPartPr>
              <p14:cNvPr id="40" name="墨迹 39"/>
              <p14:cNvContentPartPr/>
              <p14:nvPr/>
            </p14:nvContentPartPr>
            <p14:xfrm>
              <a:off x="5867400" y="3705225"/>
              <a:ext cx="104775" cy="190500"/>
            </p14:xfrm>
          </p:contentPart>
        </mc:Choice>
        <mc:Fallback xmlns="">
          <p:pic>
            <p:nvPicPr>
              <p:cNvPr id="40" name="墨迹 39"/>
            </p:nvPicPr>
            <p:blipFill>
              <a:blip r:embed="rId68"/>
            </p:blipFill>
            <p:spPr>
              <a:xfrm>
                <a:off x="5867400" y="3705225"/>
                <a:ext cx="104775" cy="1905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9" p14:bwMode="auto">
            <p14:nvContentPartPr>
              <p14:cNvPr id="41" name="墨迹 40"/>
              <p14:cNvContentPartPr/>
              <p14:nvPr/>
            </p14:nvContentPartPr>
            <p14:xfrm>
              <a:off x="5553075" y="4433570"/>
              <a:ext cx="180975" cy="24130"/>
            </p14:xfrm>
          </p:contentPart>
        </mc:Choice>
        <mc:Fallback xmlns="">
          <p:pic>
            <p:nvPicPr>
              <p:cNvPr id="41" name="墨迹 40"/>
            </p:nvPicPr>
            <p:blipFill>
              <a:blip r:embed="rId70"/>
            </p:blipFill>
            <p:spPr>
              <a:xfrm>
                <a:off x="5553075" y="4433570"/>
                <a:ext cx="180975" cy="241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1" p14:bwMode="auto">
            <p14:nvContentPartPr>
              <p14:cNvPr id="42" name="墨迹 41"/>
              <p14:cNvContentPartPr/>
              <p14:nvPr/>
            </p14:nvContentPartPr>
            <p14:xfrm>
              <a:off x="7410450" y="1090295"/>
              <a:ext cx="4445" cy="233680"/>
            </p14:xfrm>
          </p:contentPart>
        </mc:Choice>
        <mc:Fallback xmlns="">
          <p:pic>
            <p:nvPicPr>
              <p:cNvPr id="42" name="墨迹 41"/>
            </p:nvPicPr>
            <p:blipFill>
              <a:blip r:embed="rId72"/>
            </p:blipFill>
            <p:spPr>
              <a:xfrm>
                <a:off x="7410450" y="1090295"/>
                <a:ext cx="4445" cy="2336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3" p14:bwMode="auto">
            <p14:nvContentPartPr>
              <p14:cNvPr id="43" name="墨迹 42"/>
              <p14:cNvContentPartPr/>
              <p14:nvPr/>
            </p14:nvContentPartPr>
            <p14:xfrm>
              <a:off x="7433945" y="1185545"/>
              <a:ext cx="304800" cy="128905"/>
            </p14:xfrm>
          </p:contentPart>
        </mc:Choice>
        <mc:Fallback xmlns="">
          <p:pic>
            <p:nvPicPr>
              <p:cNvPr id="43" name="墨迹 42"/>
            </p:nvPicPr>
            <p:blipFill>
              <a:blip r:embed="rId74"/>
            </p:blipFill>
            <p:spPr>
              <a:xfrm>
                <a:off x="7433945" y="1185545"/>
                <a:ext cx="304800" cy="1289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5" p14:bwMode="auto">
            <p14:nvContentPartPr>
              <p14:cNvPr id="44" name="墨迹 43"/>
              <p14:cNvContentPartPr/>
              <p14:nvPr/>
            </p14:nvContentPartPr>
            <p14:xfrm>
              <a:off x="7738745" y="1095375"/>
              <a:ext cx="186055" cy="314325"/>
            </p14:xfrm>
          </p:contentPart>
        </mc:Choice>
        <mc:Fallback xmlns="">
          <p:pic>
            <p:nvPicPr>
              <p:cNvPr id="44" name="墨迹 43"/>
            </p:nvPicPr>
            <p:blipFill>
              <a:blip r:embed="rId76"/>
            </p:blipFill>
            <p:spPr>
              <a:xfrm>
                <a:off x="7738745" y="1095375"/>
                <a:ext cx="186055" cy="3143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7" p14:bwMode="auto">
            <p14:nvContentPartPr>
              <p14:cNvPr id="45" name="墨迹 44"/>
              <p14:cNvContentPartPr/>
              <p14:nvPr/>
            </p14:nvContentPartPr>
            <p14:xfrm>
              <a:off x="8029575" y="1080770"/>
              <a:ext cx="142875" cy="428625"/>
            </p14:xfrm>
          </p:contentPart>
        </mc:Choice>
        <mc:Fallback xmlns="">
          <p:pic>
            <p:nvPicPr>
              <p:cNvPr id="45" name="墨迹 44"/>
            </p:nvPicPr>
            <p:blipFill>
              <a:blip r:embed="rId78"/>
            </p:blipFill>
            <p:spPr>
              <a:xfrm>
                <a:off x="8029575" y="1080770"/>
                <a:ext cx="142875" cy="428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9" p14:bwMode="auto">
            <p14:nvContentPartPr>
              <p14:cNvPr id="46" name="墨迹 45"/>
              <p14:cNvContentPartPr/>
              <p14:nvPr/>
            </p14:nvContentPartPr>
            <p14:xfrm>
              <a:off x="7477125" y="1257300"/>
              <a:ext cx="152400" cy="23495"/>
            </p14:xfrm>
          </p:contentPart>
        </mc:Choice>
        <mc:Fallback xmlns="">
          <p:pic>
            <p:nvPicPr>
              <p:cNvPr id="46" name="墨迹 45"/>
            </p:nvPicPr>
            <p:blipFill>
              <a:blip r:embed="rId80"/>
            </p:blipFill>
            <p:spPr>
              <a:xfrm>
                <a:off x="7477125" y="1257300"/>
                <a:ext cx="152400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1" p14:bwMode="auto">
            <p14:nvContentPartPr>
              <p14:cNvPr id="47" name="墨迹 46"/>
              <p14:cNvContentPartPr/>
              <p14:nvPr/>
            </p14:nvContentPartPr>
            <p14:xfrm>
              <a:off x="7272020" y="1585595"/>
              <a:ext cx="1181100" cy="57150"/>
            </p14:xfrm>
          </p:contentPart>
        </mc:Choice>
        <mc:Fallback xmlns="">
          <p:pic>
            <p:nvPicPr>
              <p:cNvPr id="47" name="墨迹 46"/>
            </p:nvPicPr>
            <p:blipFill>
              <a:blip r:embed="rId82"/>
            </p:blipFill>
            <p:spPr>
              <a:xfrm>
                <a:off x="7272020" y="1585595"/>
                <a:ext cx="1181100" cy="57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3" p14:bwMode="auto">
            <p14:nvContentPartPr>
              <p14:cNvPr id="48" name="墨迹 47"/>
              <p14:cNvContentPartPr/>
              <p14:nvPr/>
            </p14:nvContentPartPr>
            <p14:xfrm>
              <a:off x="7405370" y="1524000"/>
              <a:ext cx="128905" cy="4445"/>
            </p14:xfrm>
          </p:contentPart>
        </mc:Choice>
        <mc:Fallback xmlns="">
          <p:pic>
            <p:nvPicPr>
              <p:cNvPr id="48" name="墨迹 47"/>
            </p:nvPicPr>
            <p:blipFill>
              <a:blip r:embed="rId84"/>
            </p:blipFill>
            <p:spPr>
              <a:xfrm>
                <a:off x="7405370" y="1524000"/>
                <a:ext cx="128905" cy="44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5" p14:bwMode="auto">
            <p14:nvContentPartPr>
              <p14:cNvPr id="49" name="墨迹 48"/>
              <p14:cNvContentPartPr/>
              <p14:nvPr/>
            </p14:nvContentPartPr>
            <p14:xfrm>
              <a:off x="7872095" y="1576070"/>
              <a:ext cx="14605" cy="9525"/>
            </p14:xfrm>
          </p:contentPart>
        </mc:Choice>
        <mc:Fallback xmlns="">
          <p:pic>
            <p:nvPicPr>
              <p:cNvPr id="49" name="墨迹 48"/>
            </p:nvPicPr>
            <p:blipFill>
              <a:blip r:embed="rId86"/>
            </p:blipFill>
            <p:spPr>
              <a:xfrm>
                <a:off x="7872095" y="1576070"/>
                <a:ext cx="14605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7" p14:bwMode="auto">
            <p14:nvContentPartPr>
              <p14:cNvPr id="50" name="墨迹 49"/>
              <p14:cNvContentPartPr/>
              <p14:nvPr/>
            </p14:nvContentPartPr>
            <p14:xfrm>
              <a:off x="8105775" y="1571625"/>
              <a:ext cx="52070" cy="9525"/>
            </p14:xfrm>
          </p:contentPart>
        </mc:Choice>
        <mc:Fallback xmlns="">
          <p:pic>
            <p:nvPicPr>
              <p:cNvPr id="50" name="墨迹 49"/>
            </p:nvPicPr>
            <p:blipFill>
              <a:blip r:embed="rId88"/>
            </p:blipFill>
            <p:spPr>
              <a:xfrm>
                <a:off x="8105775" y="1571625"/>
                <a:ext cx="52070" cy="95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9" p14:bwMode="auto">
            <p14:nvContentPartPr>
              <p14:cNvPr id="51" name="墨迹 50"/>
              <p14:cNvContentPartPr/>
              <p14:nvPr/>
            </p14:nvContentPartPr>
            <p14:xfrm>
              <a:off x="7519670" y="1781175"/>
              <a:ext cx="161925" cy="185420"/>
            </p14:xfrm>
          </p:contentPart>
        </mc:Choice>
        <mc:Fallback xmlns="">
          <p:pic>
            <p:nvPicPr>
              <p:cNvPr id="51" name="墨迹 50"/>
            </p:nvPicPr>
            <p:blipFill>
              <a:blip r:embed="rId90"/>
            </p:blipFill>
            <p:spPr>
              <a:xfrm>
                <a:off x="7519670" y="1781175"/>
                <a:ext cx="161925" cy="1854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1" p14:bwMode="auto">
            <p14:nvContentPartPr>
              <p14:cNvPr id="52" name="墨迹 51"/>
              <p14:cNvContentPartPr/>
              <p14:nvPr/>
            </p14:nvContentPartPr>
            <p14:xfrm>
              <a:off x="7639050" y="1795145"/>
              <a:ext cx="299720" cy="376555"/>
            </p14:xfrm>
          </p:contentPart>
        </mc:Choice>
        <mc:Fallback xmlns="">
          <p:pic>
            <p:nvPicPr>
              <p:cNvPr id="52" name="墨迹 51"/>
            </p:nvPicPr>
            <p:blipFill>
              <a:blip r:embed="rId92"/>
            </p:blipFill>
            <p:spPr>
              <a:xfrm>
                <a:off x="7639050" y="1795145"/>
                <a:ext cx="299720" cy="3765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3" p14:bwMode="auto">
            <p14:nvContentPartPr>
              <p14:cNvPr id="53" name="墨迹 52"/>
              <p14:cNvContentPartPr/>
              <p14:nvPr/>
            </p14:nvContentPartPr>
            <p14:xfrm>
              <a:off x="7614920" y="1966595"/>
              <a:ext cx="38100" cy="47625"/>
            </p14:xfrm>
          </p:contentPart>
        </mc:Choice>
        <mc:Fallback xmlns="">
          <p:pic>
            <p:nvPicPr>
              <p:cNvPr id="53" name="墨迹 52"/>
            </p:nvPicPr>
            <p:blipFill>
              <a:blip r:embed="rId94"/>
            </p:blipFill>
            <p:spPr>
              <a:xfrm>
                <a:off x="7614920" y="1966595"/>
                <a:ext cx="38100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5" p14:bwMode="auto">
            <p14:nvContentPartPr>
              <p14:cNvPr id="54" name="墨迹 53"/>
              <p14:cNvContentPartPr/>
              <p14:nvPr/>
            </p14:nvContentPartPr>
            <p14:xfrm>
              <a:off x="7548245" y="2085975"/>
              <a:ext cx="147955" cy="156845"/>
            </p14:xfrm>
          </p:contentPart>
        </mc:Choice>
        <mc:Fallback xmlns="">
          <p:pic>
            <p:nvPicPr>
              <p:cNvPr id="54" name="墨迹 53"/>
            </p:nvPicPr>
            <p:blipFill>
              <a:blip r:embed="rId96"/>
            </p:blipFill>
            <p:spPr>
              <a:xfrm>
                <a:off x="7548245" y="2085975"/>
                <a:ext cx="147955" cy="1568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7" p14:bwMode="auto">
            <p14:nvContentPartPr>
              <p14:cNvPr id="55" name="墨迹 54"/>
              <p14:cNvContentPartPr/>
              <p14:nvPr/>
            </p14:nvContentPartPr>
            <p14:xfrm>
              <a:off x="7486650" y="2604770"/>
              <a:ext cx="13970" cy="333375"/>
            </p14:xfrm>
          </p:contentPart>
        </mc:Choice>
        <mc:Fallback xmlns="">
          <p:pic>
            <p:nvPicPr>
              <p:cNvPr id="55" name="墨迹 54"/>
            </p:nvPicPr>
            <p:blipFill>
              <a:blip r:embed="rId98"/>
            </p:blipFill>
            <p:spPr>
              <a:xfrm>
                <a:off x="7486650" y="2604770"/>
                <a:ext cx="13970" cy="3333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9" p14:bwMode="auto">
            <p14:nvContentPartPr>
              <p14:cNvPr id="56" name="墨迹 55"/>
              <p14:cNvContentPartPr/>
              <p14:nvPr/>
            </p14:nvContentPartPr>
            <p14:xfrm>
              <a:off x="7614920" y="2614295"/>
              <a:ext cx="167005" cy="285750"/>
            </p14:xfrm>
          </p:contentPart>
        </mc:Choice>
        <mc:Fallback xmlns="">
          <p:pic>
            <p:nvPicPr>
              <p:cNvPr id="56" name="墨迹 55"/>
            </p:nvPicPr>
            <p:blipFill>
              <a:blip r:embed="rId100"/>
            </p:blipFill>
            <p:spPr>
              <a:xfrm>
                <a:off x="7614920" y="2614295"/>
                <a:ext cx="167005" cy="2857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1" p14:bwMode="auto">
            <p14:nvContentPartPr>
              <p14:cNvPr id="57" name="墨迹 56"/>
              <p14:cNvContentPartPr/>
              <p14:nvPr/>
            </p14:nvContentPartPr>
            <p14:xfrm>
              <a:off x="8100695" y="2642870"/>
              <a:ext cx="5080" cy="224155"/>
            </p14:xfrm>
          </p:contentPart>
        </mc:Choice>
        <mc:Fallback xmlns="">
          <p:pic>
            <p:nvPicPr>
              <p:cNvPr id="57" name="墨迹 56"/>
            </p:nvPicPr>
            <p:blipFill>
              <a:blip r:embed="rId102"/>
            </p:blipFill>
            <p:spPr>
              <a:xfrm>
                <a:off x="8100695" y="2642870"/>
                <a:ext cx="5080" cy="2241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3" p14:bwMode="auto">
            <p14:nvContentPartPr>
              <p14:cNvPr id="58" name="墨迹 57"/>
              <p14:cNvContentPartPr/>
              <p14:nvPr/>
            </p14:nvContentPartPr>
            <p14:xfrm>
              <a:off x="8253095" y="2614295"/>
              <a:ext cx="219075" cy="338455"/>
            </p14:xfrm>
          </p:contentPart>
        </mc:Choice>
        <mc:Fallback xmlns="">
          <p:pic>
            <p:nvPicPr>
              <p:cNvPr id="58" name="墨迹 57"/>
            </p:nvPicPr>
            <p:blipFill>
              <a:blip r:embed="rId104"/>
            </p:blipFill>
            <p:spPr>
              <a:xfrm>
                <a:off x="8253095" y="2614295"/>
                <a:ext cx="219075" cy="3384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5" p14:bwMode="auto">
            <p14:nvContentPartPr>
              <p14:cNvPr id="59" name="墨迹 58"/>
              <p14:cNvContentPartPr/>
              <p14:nvPr/>
            </p14:nvContentPartPr>
            <p14:xfrm>
              <a:off x="7353300" y="3033395"/>
              <a:ext cx="318770" cy="28575"/>
            </p14:xfrm>
          </p:contentPart>
        </mc:Choice>
        <mc:Fallback xmlns="">
          <p:pic>
            <p:nvPicPr>
              <p:cNvPr id="59" name="墨迹 58"/>
            </p:nvPicPr>
            <p:blipFill>
              <a:blip r:embed="rId106"/>
            </p:blipFill>
            <p:spPr>
              <a:xfrm>
                <a:off x="7353300" y="3033395"/>
                <a:ext cx="31877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7" p14:bwMode="auto">
            <p14:nvContentPartPr>
              <p14:cNvPr id="60" name="墨迹 59"/>
              <p14:cNvContentPartPr/>
              <p14:nvPr/>
            </p14:nvContentPartPr>
            <p14:xfrm>
              <a:off x="7976870" y="3000375"/>
              <a:ext cx="52705" cy="13970"/>
            </p14:xfrm>
          </p:contentPart>
        </mc:Choice>
        <mc:Fallback xmlns="">
          <p:pic>
            <p:nvPicPr>
              <p:cNvPr id="60" name="墨迹 59"/>
            </p:nvPicPr>
            <p:blipFill>
              <a:blip r:embed="rId108"/>
            </p:blipFill>
            <p:spPr>
              <a:xfrm>
                <a:off x="7976870" y="3000375"/>
                <a:ext cx="52705" cy="139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9" p14:bwMode="auto">
            <p14:nvContentPartPr>
              <p14:cNvPr id="61" name="墨迹 60"/>
              <p14:cNvContentPartPr/>
              <p14:nvPr/>
            </p14:nvContentPartPr>
            <p14:xfrm>
              <a:off x="8291195" y="2990850"/>
              <a:ext cx="100330" cy="23495"/>
            </p14:xfrm>
          </p:contentPart>
        </mc:Choice>
        <mc:Fallback xmlns="">
          <p:pic>
            <p:nvPicPr>
              <p:cNvPr id="61" name="墨迹 60"/>
            </p:nvPicPr>
            <p:blipFill>
              <a:blip r:embed="rId110"/>
            </p:blipFill>
            <p:spPr>
              <a:xfrm>
                <a:off x="8291195" y="2990850"/>
                <a:ext cx="100330" cy="234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1" p14:bwMode="auto">
            <p14:nvContentPartPr>
              <p14:cNvPr id="62" name="墨迹 61"/>
              <p14:cNvContentPartPr/>
              <p14:nvPr/>
            </p14:nvContentPartPr>
            <p14:xfrm>
              <a:off x="7643495" y="3228975"/>
              <a:ext cx="195580" cy="28575"/>
            </p14:xfrm>
          </p:contentPart>
        </mc:Choice>
        <mc:Fallback xmlns="">
          <p:pic>
            <p:nvPicPr>
              <p:cNvPr id="62" name="墨迹 61"/>
            </p:nvPicPr>
            <p:blipFill>
              <a:blip r:embed="rId112"/>
            </p:blipFill>
            <p:spPr>
              <a:xfrm>
                <a:off x="7643495" y="3228975"/>
                <a:ext cx="195580" cy="28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3" p14:bwMode="auto">
            <p14:nvContentPartPr>
              <p14:cNvPr id="63" name="墨迹 62"/>
              <p14:cNvContentPartPr/>
              <p14:nvPr/>
            </p14:nvContentPartPr>
            <p14:xfrm>
              <a:off x="7686675" y="3242945"/>
              <a:ext cx="299720" cy="90805"/>
            </p14:xfrm>
          </p:contentPart>
        </mc:Choice>
        <mc:Fallback xmlns="">
          <p:pic>
            <p:nvPicPr>
              <p:cNvPr id="63" name="墨迹 62"/>
            </p:nvPicPr>
            <p:blipFill>
              <a:blip r:embed="rId114"/>
            </p:blipFill>
            <p:spPr>
              <a:xfrm>
                <a:off x="7686675" y="3242945"/>
                <a:ext cx="299720" cy="908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5" p14:bwMode="auto">
            <p14:nvContentPartPr>
              <p14:cNvPr id="64" name="墨迹 63"/>
              <p14:cNvContentPartPr/>
              <p14:nvPr/>
            </p14:nvContentPartPr>
            <p14:xfrm>
              <a:off x="7753350" y="3233420"/>
              <a:ext cx="52070" cy="300355"/>
            </p14:xfrm>
          </p:contentPart>
        </mc:Choice>
        <mc:Fallback xmlns="">
          <p:pic>
            <p:nvPicPr>
              <p:cNvPr id="64" name="墨迹 63"/>
            </p:nvPicPr>
            <p:blipFill>
              <a:blip r:embed="rId116"/>
            </p:blipFill>
            <p:spPr>
              <a:xfrm>
                <a:off x="7753350" y="3233420"/>
                <a:ext cx="52070" cy="300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7" p14:bwMode="auto">
            <p14:nvContentPartPr>
              <p14:cNvPr id="65" name="墨迹 64"/>
              <p14:cNvContentPartPr/>
              <p14:nvPr/>
            </p14:nvContentPartPr>
            <p14:xfrm>
              <a:off x="7824470" y="3324225"/>
              <a:ext cx="186055" cy="76200"/>
            </p14:xfrm>
          </p:contentPart>
        </mc:Choice>
        <mc:Fallback xmlns="">
          <p:pic>
            <p:nvPicPr>
              <p:cNvPr id="65" name="墨迹 64"/>
            </p:nvPicPr>
            <p:blipFill>
              <a:blip r:embed="rId118"/>
            </p:blipFill>
            <p:spPr>
              <a:xfrm>
                <a:off x="7824470" y="3324225"/>
                <a:ext cx="18605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9" p14:bwMode="auto">
            <p14:nvContentPartPr>
              <p14:cNvPr id="66" name="墨迹 65"/>
              <p14:cNvContentPartPr/>
              <p14:nvPr/>
            </p14:nvContentPartPr>
            <p14:xfrm>
              <a:off x="4500245" y="2042795"/>
              <a:ext cx="9525" cy="360"/>
            </p14:xfrm>
          </p:contentPart>
        </mc:Choice>
        <mc:Fallback xmlns="">
          <p:pic>
            <p:nvPicPr>
              <p:cNvPr id="66" name="墨迹 65"/>
            </p:nvPicPr>
            <p:blipFill>
              <a:blip r:embed="rId35"/>
            </p:blipFill>
            <p:spPr>
              <a:xfrm>
                <a:off x="4500245" y="2042795"/>
                <a:ext cx="9525" cy="36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WPS 演示</Application>
  <PresentationFormat>全屏显示(16:9)</PresentationFormat>
  <Paragraphs>108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读心术——二进制的应用</vt:lpstr>
      <vt:lpstr> </vt:lpstr>
      <vt:lpstr> </vt:lpstr>
      <vt:lpstr> </vt:lpstr>
      <vt:lpstr>编程小词典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138</cp:revision>
  <dcterms:created xsi:type="dcterms:W3CDTF">2018-07-03T13:24:00Z</dcterms:created>
  <dcterms:modified xsi:type="dcterms:W3CDTF">2021-10-17T15:19:05Z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DBDCB2195E2D42A292B2D38504AEFBF9</vt:lpwstr>
  </property>
  <property fmtid="{D5CDD505-2E9C-101B-9397-08002B2CF9AE}" pid="3" name="KSOProductBuildVer">
    <vt:lpwstr>2052-11.1.0.10700</vt:lpwstr>
  </property>
</Properties>
</file>