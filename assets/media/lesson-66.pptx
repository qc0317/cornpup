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89" r:id="rId5"/>
    <p:sldId id="290" r:id="rId6"/>
    <p:sldId id="291" r:id="rId7"/>
    <p:sldId id="292" r:id="rId8"/>
    <p:sldId id="293" r:id="rId9"/>
    <p:sldId id="267" r:id="rId10"/>
    <p:sldId id="288" r:id="rId11"/>
    <p:sldId id="280" r:id="rId12"/>
    <p:sldId id="295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108" d="100"/>
          <a:sy n="108" d="100"/>
        </p:scale>
        <p:origin x="749" y="72"/>
      </p:cViewPr>
      <p:guideLst>
        <p:guide orient="horz" pos="161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采访报道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字符数组的输入与输出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61964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采访报道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字符数组的输入与输出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9" name="AutoShape 1037"/>
          <p:cNvSpPr>
            <a:spLocks noChangeArrowheads="1"/>
          </p:cNvSpPr>
          <p:nvPr/>
        </p:nvSpPr>
        <p:spPr bwMode="auto">
          <a:xfrm>
            <a:off x="3059832" y="1540643"/>
            <a:ext cx="4131688" cy="25202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输入一段英文，统计出字符个数和</a:t>
            </a:r>
            <a:r>
              <a:rPr lang="en-US" sz="2800" kern="10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'</a:t>
            </a:r>
            <a:r>
              <a:rPr lang="en-US" altLang="zh-CN" sz="2800" kern="10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.</a:t>
            </a:r>
            <a:r>
              <a:rPr lang="en-US" sz="2800" kern="10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'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出现的次数，再输出这段英文（字符数量不超过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2000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个）。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5015" y="2284095"/>
            <a:ext cx="2670810" cy="2674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563638"/>
            <a:ext cx="4325223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</a:rPr>
              <a:t>字符串</a:t>
            </a:r>
            <a:endParaRPr lang="en-US" altLang="zh-CN" sz="32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字符和字符串的区别；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用字符数组来存放字符串；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字符串以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'\0'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作为结束符号；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23620" y="878979"/>
            <a:ext cx="3005951" cy="16927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字符串的输入与输出函数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gets()</a:t>
            </a:r>
            <a:endParaRPr lang="en-US" altLang="zh-CN" sz="2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puts()</a:t>
            </a:r>
            <a:endParaRPr lang="zh-CN" altLang="en-US" sz="28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050" y="2766912"/>
            <a:ext cx="2036064" cy="2042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15566"/>
            <a:ext cx="2887613" cy="3904279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841307"/>
            <a:ext cx="3433626" cy="4034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43608" y="1084099"/>
            <a:ext cx="6768752" cy="14763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使用</a:t>
            </a:r>
            <a:r>
              <a:rPr lang="en-US" altLang="zh-CN" sz="2000" dirty="0"/>
              <a:t>gets(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)</a:t>
            </a:r>
            <a:r>
              <a:rPr lang="zh-CN" altLang="en-US" sz="2000" dirty="0"/>
              <a:t>和</a:t>
            </a:r>
            <a:r>
              <a:rPr lang="en-US" altLang="zh-CN" sz="2000" dirty="0"/>
              <a:t>puts(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)</a:t>
            </a:r>
            <a:r>
              <a:rPr lang="zh-CN" altLang="en-US" sz="2000" dirty="0"/>
              <a:t>函数，不能把</a:t>
            </a:r>
            <a:r>
              <a:rPr lang="en-US" altLang="zh-CN" sz="2000" dirty="0" err="1"/>
              <a:t>str</a:t>
            </a:r>
            <a:r>
              <a:rPr lang="zh-CN" altLang="en-US" sz="2000" dirty="0"/>
              <a:t>定义为</a:t>
            </a:r>
            <a:r>
              <a:rPr lang="en-US" altLang="zh-CN" sz="2000" dirty="0"/>
              <a:t>string</a:t>
            </a:r>
            <a:r>
              <a:rPr lang="zh-CN" altLang="en-US" sz="2000" dirty="0"/>
              <a:t>类型，只能定义为字符数组。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与</a:t>
            </a:r>
            <a:r>
              <a:rPr lang="en-US" altLang="zh-CN" sz="2000" dirty="0" err="1"/>
              <a:t>cin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cout</a:t>
            </a:r>
            <a:r>
              <a:rPr lang="zh-CN" altLang="en-US" sz="2000" dirty="0"/>
              <a:t>的区别：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237" y="2899287"/>
            <a:ext cx="3147526" cy="15737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09" y="2144398"/>
            <a:ext cx="5638800" cy="21717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771800" y="856332"/>
            <a:ext cx="330090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54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转义</a:t>
            </a:r>
            <a:r>
              <a:rPr lang="zh-CN" altLang="en-US" sz="54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字</a:t>
            </a:r>
            <a:r>
              <a:rPr lang="zh-CN" altLang="zh-CN" sz="54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符 </a:t>
            </a:r>
            <a:endParaRPr lang="zh-CN" altLang="en-US" sz="5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979" y="2244889"/>
            <a:ext cx="2158912" cy="1970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915566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7056784" cy="1368152"/>
          </a:xfrm>
        </p:spPr>
        <p:txBody>
          <a:bodyPr>
            <a:normAutofit/>
          </a:bodyPr>
          <a:lstStyle/>
          <a:p>
            <a:pPr lvl="1"/>
            <a:r>
              <a:rPr lang="en-US" altLang="zh-CN" sz="2400" dirty="0"/>
              <a:t>gets   get string</a:t>
            </a:r>
            <a:r>
              <a:rPr lang="zh-CN" altLang="en-US" sz="2400" dirty="0"/>
              <a:t>的缩写 字符数组的输入；</a:t>
            </a:r>
            <a:endParaRPr lang="en-US" altLang="zh-CN" sz="2400" dirty="0"/>
          </a:p>
          <a:p>
            <a:pPr lvl="1"/>
            <a:r>
              <a:rPr lang="en-US" altLang="zh-CN" sz="2400" dirty="0"/>
              <a:t>puts   output string  </a:t>
            </a:r>
            <a:r>
              <a:rPr lang="zh-CN" altLang="en-US" sz="2400" dirty="0"/>
              <a:t>字符数组的输出。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44" y="2776111"/>
            <a:ext cx="2158912" cy="1970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1555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已知变量</a:t>
            </a:r>
            <a:r>
              <a:rPr lang="en-US" altLang="zh-CN" sz="2000" dirty="0">
                <a:latin typeface="+mn-ea"/>
              </a:rPr>
              <a:t>str1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str2</a:t>
            </a:r>
            <a:r>
              <a:rPr lang="zh-CN" altLang="en-US" sz="2000" dirty="0">
                <a:latin typeface="+mn-ea"/>
              </a:rPr>
              <a:t>定义为</a:t>
            </a:r>
            <a:r>
              <a:rPr lang="en-US" altLang="zh-CN" sz="2000" dirty="0">
                <a:latin typeface="+mn-ea"/>
              </a:rPr>
              <a:t>string</a:t>
            </a:r>
            <a:r>
              <a:rPr lang="zh-CN" altLang="en-US" sz="2000" dirty="0">
                <a:latin typeface="+mn-ea"/>
              </a:rPr>
              <a:t>类型，经过下列（ ）赋值后</a:t>
            </a:r>
            <a:r>
              <a:rPr lang="en-US" altLang="zh-CN" sz="2000" dirty="0">
                <a:latin typeface="+mn-ea"/>
              </a:rPr>
              <a:t>str1&lt;str2</a:t>
            </a:r>
            <a:r>
              <a:rPr lang="zh-CN" altLang="en-US" sz="2000" dirty="0">
                <a:latin typeface="+mn-ea"/>
              </a:rPr>
              <a:t>的值为</a:t>
            </a:r>
            <a:r>
              <a:rPr lang="en-US" altLang="zh-CN" sz="2000" dirty="0">
                <a:latin typeface="+mn-ea"/>
              </a:rPr>
              <a:t>0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str1="CD";  str2="CDDC";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str1="HELLO"; str2="Hello";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str1="</a:t>
            </a:r>
            <a:r>
              <a:rPr lang="en-US" altLang="zh-CN" sz="2000" dirty="0" err="1">
                <a:latin typeface="+mn-ea"/>
              </a:rPr>
              <a:t>nike</a:t>
            </a:r>
            <a:r>
              <a:rPr lang="en-US" altLang="zh-CN" sz="2000" dirty="0">
                <a:latin typeface="+mn-ea"/>
              </a:rPr>
              <a:t>"; str2="teacher";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str1="8";  str2="10+2";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599556"/>
            <a:ext cx="2217085" cy="2217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49194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6746" y="1425000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2283718"/>
            <a:ext cx="208823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</a:t>
            </a:r>
            <a:r>
              <a:rPr lang="en-US" altLang="zh-CN" dirty="0" err="1"/>
              <a:t>str</a:t>
            </a:r>
            <a:r>
              <a:rPr lang="en-US" altLang="zh-CN" dirty="0"/>
              <a:t>         </a:t>
            </a:r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083918"/>
            <a:ext cx="2114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How are you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04925"/>
            <a:ext cx="286702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152" y="2730032"/>
            <a:ext cx="2217085" cy="2217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643798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10996" y="1663392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从键盘上输入一段英文句子，统计并输出各个小写字母出现的次数。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663" y="963058"/>
            <a:ext cx="4211676" cy="3770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WPS 演示</Application>
  <PresentationFormat>全屏显示(16:9)</PresentationFormat>
  <Paragraphs>66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采访报道——字符数组的输入与输出</vt:lpstr>
      <vt:lpstr> </vt:lpstr>
      <vt:lpstr> </vt:lpstr>
      <vt:lpstr> </vt:lpstr>
      <vt:lpstr> </vt:lpstr>
      <vt:lpstr>编程小词典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118</cp:revision>
  <dcterms:created xsi:type="dcterms:W3CDTF">2018-07-03T13:24:00Z</dcterms:created>
  <dcterms:modified xsi:type="dcterms:W3CDTF">2021-10-11T15:45:58Z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618C2CD06D244B89A61ABA0165693B38</vt:lpwstr>
  </property>
  <property fmtid="{D5CDD505-2E9C-101B-9397-08002B2CF9AE}" pid="3" name="KSOProductBuildVer">
    <vt:lpwstr>2052-11.1.0.10700</vt:lpwstr>
  </property>
</Properties>
</file>