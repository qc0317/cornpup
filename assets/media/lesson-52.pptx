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69" r:id="rId4"/>
    <p:sldId id="285" r:id="rId5"/>
    <p:sldId id="286" r:id="rId6"/>
    <p:sldId id="267" r:id="rId7"/>
    <p:sldId id="280" r:id="rId8"/>
    <p:sldId id="289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拍手游戏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50028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5623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拍手游戏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模拟法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347614"/>
            <a:ext cx="670179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可可老师每</a:t>
            </a:r>
            <a:r>
              <a:rPr lang="en-US" altLang="zh-CN" dirty="0"/>
              <a:t>1</a:t>
            </a:r>
            <a:r>
              <a:rPr lang="zh-CN" altLang="en-US" dirty="0"/>
              <a:t>秒拍一次手，明明每</a:t>
            </a:r>
            <a:r>
              <a:rPr lang="en-US" altLang="zh-CN" dirty="0"/>
              <a:t>2</a:t>
            </a:r>
            <a:r>
              <a:rPr lang="zh-CN" altLang="en-US" dirty="0"/>
              <a:t>秒拍一次，美美每</a:t>
            </a:r>
            <a:r>
              <a:rPr lang="en-US" altLang="zh-CN" dirty="0"/>
              <a:t>4</a:t>
            </a:r>
            <a:r>
              <a:rPr lang="zh-CN" altLang="en-US" dirty="0"/>
              <a:t>秒拍一次。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三人同时开始拍第一次手，每人都拍</a:t>
            </a:r>
            <a:r>
              <a:rPr lang="en-US" altLang="zh-CN" dirty="0"/>
              <a:t>10</a:t>
            </a:r>
            <a:r>
              <a:rPr lang="zh-CN" altLang="en-US" dirty="0"/>
              <a:t>次。</a:t>
            </a:r>
            <a:endParaRPr lang="zh-CN" altLang="en-US" dirty="0"/>
          </a:p>
        </p:txBody>
      </p:sp>
      <p:sp>
        <p:nvSpPr>
          <p:cNvPr id="6" name="AutoShape 814"/>
          <p:cNvSpPr>
            <a:spLocks noChangeArrowheads="1"/>
          </p:cNvSpPr>
          <p:nvPr/>
        </p:nvSpPr>
        <p:spPr bwMode="auto">
          <a:xfrm>
            <a:off x="4716016" y="2580870"/>
            <a:ext cx="3873748" cy="166745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试编一程序，算一算观众可听到多少声掌声？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50" y="2509115"/>
            <a:ext cx="2205336" cy="176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430" y="271526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728864"/>
            <a:ext cx="6420347" cy="18928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/>
              <a:t>模拟算法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按时间顺序，根据每个人的条件模拟拍手过程。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开始时，时间为</a:t>
            </a:r>
            <a:r>
              <a:rPr lang="en-US" altLang="zh-CN" dirty="0"/>
              <a:t>0</a:t>
            </a:r>
            <a:r>
              <a:rPr lang="zh-CN" altLang="en-US" dirty="0"/>
              <a:t>秒，每人都拍</a:t>
            </a:r>
            <a:r>
              <a:rPr lang="en-US" altLang="zh-CN" dirty="0"/>
              <a:t>1</a:t>
            </a:r>
            <a:r>
              <a:rPr lang="zh-CN" altLang="en-US" dirty="0"/>
              <a:t>次手，观众听到</a:t>
            </a:r>
            <a:r>
              <a:rPr lang="en-US" altLang="zh-CN" dirty="0"/>
              <a:t>1</a:t>
            </a:r>
            <a:r>
              <a:rPr lang="zh-CN" altLang="en-US" dirty="0"/>
              <a:t>次掌声。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每人剩余</a:t>
            </a:r>
            <a:r>
              <a:rPr lang="en-US" altLang="zh-CN" dirty="0"/>
              <a:t>9</a:t>
            </a:r>
            <a:r>
              <a:rPr lang="zh-CN" altLang="en-US" dirty="0"/>
              <a:t>次，然后逐一模拟拍手，直到三人都各自拍满</a:t>
            </a:r>
            <a:r>
              <a:rPr lang="en-US" altLang="zh-CN" dirty="0"/>
              <a:t>9</a:t>
            </a:r>
            <a:r>
              <a:rPr lang="zh-CN" altLang="en-US" dirty="0"/>
              <a:t>次。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707789"/>
            <a:ext cx="2553072" cy="191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95536" y="915566"/>
            <a:ext cx="352839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time, </a:t>
            </a:r>
            <a:r>
              <a:rPr lang="en-US" altLang="zh-CN" dirty="0" err="1"/>
              <a:t>count,teacher,mingming</a:t>
            </a:r>
            <a:r>
              <a:rPr lang="en-US" altLang="zh-CN" dirty="0"/>
              <a:t>, meimei;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bool</a:t>
            </a:r>
            <a:r>
              <a:rPr lang="en-US" altLang="zh-CN" dirty="0"/>
              <a:t> flag;	</a:t>
            </a:r>
            <a:endParaRPr lang="en-US" altLang="zh-CN" dirty="0"/>
          </a:p>
          <a:p>
            <a:r>
              <a:rPr lang="en-US" altLang="zh-CN" dirty="0"/>
              <a:t>  time=0;</a:t>
            </a:r>
            <a:endParaRPr lang="en-US" altLang="zh-CN" dirty="0"/>
          </a:p>
          <a:p>
            <a:r>
              <a:rPr lang="en-US" altLang="zh-CN" dirty="0"/>
              <a:t>  count=1; </a:t>
            </a:r>
            <a:endParaRPr lang="en-US" altLang="zh-CN" dirty="0"/>
          </a:p>
          <a:p>
            <a:r>
              <a:rPr lang="en-US" altLang="zh-CN" dirty="0"/>
              <a:t>  teacher=</a:t>
            </a:r>
            <a:r>
              <a:rPr lang="en-US" altLang="zh-CN" dirty="0" err="1"/>
              <a:t>mingming</a:t>
            </a:r>
            <a:r>
              <a:rPr lang="en-US" altLang="zh-CN" dirty="0"/>
              <a:t>=meimei=0;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531853" y="469559"/>
            <a:ext cx="4572000" cy="42462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do</a:t>
            </a:r>
            <a:endParaRPr lang="en-US" altLang="zh-CN" dirty="0"/>
          </a:p>
          <a:p>
            <a:r>
              <a:rPr lang="en-US" altLang="zh-CN" dirty="0"/>
              <a:t>  {</a:t>
            </a:r>
            <a:endParaRPr lang="en-US" altLang="zh-CN" dirty="0"/>
          </a:p>
          <a:p>
            <a:r>
              <a:rPr lang="en-US" altLang="zh-CN" dirty="0"/>
              <a:t>          flag=0;</a:t>
            </a:r>
            <a:endParaRPr lang="en-US" altLang="zh-CN" dirty="0"/>
          </a:p>
          <a:p>
            <a:r>
              <a:rPr lang="en-US" altLang="zh-CN" dirty="0"/>
              <a:t>          time++;</a:t>
            </a:r>
            <a:endParaRPr lang="en-US" altLang="zh-CN" dirty="0"/>
          </a:p>
          <a:p>
            <a:r>
              <a:rPr lang="en-US" altLang="zh-CN" dirty="0"/>
              <a:t>          if(teacher&lt;9)</a:t>
            </a:r>
            <a:endParaRPr lang="en-US" altLang="zh-CN" dirty="0"/>
          </a:p>
          <a:p>
            <a:r>
              <a:rPr lang="en-US" altLang="zh-CN" dirty="0"/>
              <a:t>              { flag=1; teacher++; }</a:t>
            </a:r>
            <a:endParaRPr lang="en-US" altLang="zh-CN" dirty="0"/>
          </a:p>
          <a:p>
            <a:r>
              <a:rPr lang="en-US" altLang="zh-CN" dirty="0"/>
              <a:t>          if(</a:t>
            </a:r>
            <a:r>
              <a:rPr lang="en-US" altLang="zh-CN" dirty="0" err="1"/>
              <a:t>mingming</a:t>
            </a:r>
            <a:r>
              <a:rPr lang="en-US" altLang="zh-CN" dirty="0"/>
              <a:t>&lt;9&amp;&amp;time%2==0)</a:t>
            </a:r>
            <a:endParaRPr lang="en-US" altLang="zh-CN" dirty="0"/>
          </a:p>
          <a:p>
            <a:r>
              <a:rPr lang="en-US" altLang="zh-CN" dirty="0"/>
              <a:t>              { flag=1; </a:t>
            </a:r>
            <a:r>
              <a:rPr lang="en-US" altLang="zh-CN" dirty="0" err="1">
                <a:sym typeface="+mn-ea"/>
              </a:rPr>
              <a:t>mingming</a:t>
            </a:r>
            <a:r>
              <a:rPr lang="en-US" altLang="zh-CN" dirty="0"/>
              <a:t>++; }</a:t>
            </a:r>
            <a:endParaRPr lang="en-US" altLang="zh-CN" dirty="0"/>
          </a:p>
          <a:p>
            <a:r>
              <a:rPr lang="en-US" altLang="zh-CN" dirty="0"/>
              <a:t>          if(meimei&lt;9&amp;&amp;time%4==0)</a:t>
            </a:r>
            <a:endParaRPr lang="en-US" altLang="zh-CN" dirty="0"/>
          </a:p>
          <a:p>
            <a:r>
              <a:rPr lang="en-US" altLang="zh-CN" dirty="0"/>
              <a:t>              { flag=1; </a:t>
            </a:r>
            <a:r>
              <a:rPr lang="en-US" altLang="zh-CN" dirty="0">
                <a:sym typeface="+mn-ea"/>
              </a:rPr>
              <a:t>meimei</a:t>
            </a:r>
            <a:r>
              <a:rPr lang="en-US" altLang="zh-CN" dirty="0"/>
              <a:t>++; }</a:t>
            </a:r>
            <a:endParaRPr lang="en-US" altLang="zh-CN" dirty="0"/>
          </a:p>
          <a:p>
            <a:r>
              <a:rPr lang="en-US" altLang="zh-CN" dirty="0"/>
              <a:t>          if(flag) count++;</a:t>
            </a:r>
            <a:endParaRPr lang="en-US" altLang="zh-CN" dirty="0"/>
          </a:p>
          <a:p>
            <a:r>
              <a:rPr lang="en-US" altLang="zh-CN" dirty="0"/>
              <a:t>   }while(</a:t>
            </a:r>
            <a:r>
              <a:rPr lang="en-US" altLang="zh-CN" dirty="0" err="1"/>
              <a:t>teacher+</a:t>
            </a:r>
            <a:r>
              <a:rPr lang="en-US" altLang="zh-CN" dirty="0" err="1">
                <a:sym typeface="+mn-ea"/>
              </a:rPr>
              <a:t>mingming</a:t>
            </a:r>
            <a:r>
              <a:rPr lang="en-US" altLang="zh-CN" dirty="0" err="1"/>
              <a:t>+</a:t>
            </a:r>
            <a:r>
              <a:rPr lang="en-US" altLang="zh-CN" dirty="0">
                <a:sym typeface="+mn-ea"/>
              </a:rPr>
              <a:t>meimei</a:t>
            </a:r>
            <a:r>
              <a:rPr lang="en-US" altLang="zh-CN" dirty="0"/>
              <a:t>&lt;9*3);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cout</a:t>
            </a:r>
            <a:r>
              <a:rPr lang="en-US" altLang="zh-CN" dirty="0"/>
              <a:t>&lt;&lt;count&lt;&lt;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64379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454499"/>
            <a:ext cx="2792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、下列选项中不属于图像格式的是（  ）。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jpeg</a:t>
            </a:r>
            <a:r>
              <a:rPr lang="zh-CN" altLang="en-US" dirty="0">
                <a:latin typeface="+mn-ea"/>
              </a:rPr>
              <a:t>格式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txt</a:t>
            </a:r>
            <a:r>
              <a:rPr lang="zh-CN" altLang="en-US" dirty="0">
                <a:latin typeface="+mn-ea"/>
              </a:rPr>
              <a:t>格式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gif</a:t>
            </a:r>
            <a:r>
              <a:rPr lang="zh-CN" altLang="en-US" dirty="0">
                <a:latin typeface="+mn-ea"/>
              </a:rPr>
              <a:t>格式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 err="1">
                <a:latin typeface="+mn-ea"/>
              </a:rPr>
              <a:t>png</a:t>
            </a:r>
            <a:r>
              <a:rPr lang="zh-CN" altLang="en-US" dirty="0">
                <a:latin typeface="+mn-ea"/>
              </a:rPr>
              <a:t>格式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19872" y="524265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n     t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4138667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885" y="945054"/>
            <a:ext cx="290512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418721" y="584776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sz="1800" b="0" dirty="0">
                <a:latin typeface="+mn-ea"/>
                <a:ea typeface="+mn-ea"/>
              </a:rPr>
              <a:t>用另一种方法算一算观众听到几次掌声（时间为</a:t>
            </a:r>
            <a:r>
              <a:rPr lang="en-US" altLang="zh-CN" sz="1800" b="0" dirty="0">
                <a:latin typeface="+mn-ea"/>
                <a:ea typeface="+mn-ea"/>
              </a:rPr>
              <a:t>0</a:t>
            </a:r>
            <a:r>
              <a:rPr lang="zh-CN" altLang="en-US" sz="1800" b="0" dirty="0">
                <a:latin typeface="+mn-ea"/>
                <a:ea typeface="+mn-ea"/>
              </a:rPr>
              <a:t>秒时，三人同时拍了</a:t>
            </a:r>
            <a:r>
              <a:rPr lang="en-US" altLang="zh-CN" sz="1800" b="0" dirty="0">
                <a:latin typeface="+mn-ea"/>
                <a:ea typeface="+mn-ea"/>
              </a:rPr>
              <a:t>1</a:t>
            </a:r>
            <a:r>
              <a:rPr lang="zh-CN" altLang="en-US" sz="1800" b="0" dirty="0">
                <a:latin typeface="+mn-ea"/>
                <a:ea typeface="+mn-ea"/>
              </a:rPr>
              <a:t>次手，所以可可老师拍完</a:t>
            </a:r>
            <a:r>
              <a:rPr lang="en-US" altLang="zh-CN" sz="1800" b="0" dirty="0">
                <a:latin typeface="+mn-ea"/>
                <a:ea typeface="+mn-ea"/>
              </a:rPr>
              <a:t>10</a:t>
            </a:r>
            <a:r>
              <a:rPr lang="zh-CN" altLang="en-US" sz="1800" b="0" dirty="0">
                <a:latin typeface="+mn-ea"/>
                <a:ea typeface="+mn-ea"/>
              </a:rPr>
              <a:t>次用了</a:t>
            </a:r>
            <a:r>
              <a:rPr lang="en-US" altLang="zh-CN" sz="1800" b="0" dirty="0">
                <a:latin typeface="+mn-ea"/>
                <a:ea typeface="+mn-ea"/>
              </a:rPr>
              <a:t>9</a:t>
            </a:r>
            <a:r>
              <a:rPr lang="zh-CN" altLang="en-US" sz="1800" b="0" dirty="0">
                <a:latin typeface="+mn-ea"/>
                <a:ea typeface="+mn-ea"/>
              </a:rPr>
              <a:t>秒，明明用了</a:t>
            </a:r>
            <a:r>
              <a:rPr lang="en-US" altLang="zh-CN" sz="1800" b="0" dirty="0">
                <a:latin typeface="+mn-ea"/>
                <a:ea typeface="+mn-ea"/>
              </a:rPr>
              <a:t>18</a:t>
            </a:r>
            <a:r>
              <a:rPr lang="zh-CN" altLang="en-US" sz="1800" b="0" dirty="0">
                <a:latin typeface="+mn-ea"/>
                <a:ea typeface="+mn-ea"/>
              </a:rPr>
              <a:t>秒，美美用了</a:t>
            </a:r>
            <a:r>
              <a:rPr lang="en-US" altLang="zh-CN" sz="1800" b="0" dirty="0">
                <a:latin typeface="+mn-ea"/>
                <a:ea typeface="+mn-ea"/>
              </a:rPr>
              <a:t>36</a:t>
            </a:r>
            <a:r>
              <a:rPr lang="zh-CN" altLang="en-US" sz="1800" b="0" dirty="0">
                <a:latin typeface="+mn-ea"/>
                <a:ea typeface="+mn-ea"/>
              </a:rPr>
              <a:t>秒）。</a:t>
            </a:r>
            <a:endParaRPr lang="zh-CN" altLang="en-US" sz="1800" b="0" dirty="0"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3207" y="3887915"/>
            <a:ext cx="3140681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591" y="705784"/>
            <a:ext cx="4770801" cy="390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222" y="3588680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WPS 演示</Application>
  <PresentationFormat>全屏显示(16:9)</PresentationFormat>
  <Paragraphs>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拍手游戏——模拟法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109</cp:revision>
  <dcterms:created xsi:type="dcterms:W3CDTF">2018-07-03T13:24:00Z</dcterms:created>
  <dcterms:modified xsi:type="dcterms:W3CDTF">2021-07-05T06:06:27Z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B845B81FBC8B4C799EC29185637B2EF4</vt:lpwstr>
  </property>
  <property fmtid="{D5CDD505-2E9C-101B-9397-08002B2CF9AE}" pid="3" name="KSOProductBuildVer">
    <vt:lpwstr>2052-11.1.0.10578</vt:lpwstr>
  </property>
</Properties>
</file>