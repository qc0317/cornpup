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9" r:id="rId4"/>
    <p:sldId id="294" r:id="rId5"/>
    <p:sldId id="295" r:id="rId6"/>
    <p:sldId id="293" r:id="rId7"/>
    <p:sldId id="296" r:id="rId8"/>
    <p:sldId id="288" r:id="rId9"/>
    <p:sldId id="280" r:id="rId10"/>
    <p:sldId id="297" r:id="rId11"/>
    <p:sldId id="298" r:id="rId12"/>
    <p:sldId id="300" r:id="rId13"/>
    <p:sldId id="299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jpe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GIF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编程是一门艺术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类与对象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69954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编程是一门艺术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类与对象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6" name="AutoShape 1037"/>
          <p:cNvSpPr>
            <a:spLocks noChangeArrowheads="1"/>
          </p:cNvSpPr>
          <p:nvPr/>
        </p:nvSpPr>
        <p:spPr bwMode="auto">
          <a:xfrm>
            <a:off x="3203848" y="1563638"/>
            <a:ext cx="4392488" cy="21602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66675"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这是一个运用类，</a:t>
            </a:r>
            <a:r>
              <a:rPr lang="zh-CN" altLang="en-US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编程</a:t>
            </a:r>
            <a:r>
              <a:rPr lang="zh-CN" altLang="zh-CN" sz="2800" kern="100" dirty="0"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艺术家</a:t>
            </a:r>
            <a:r>
              <a:rPr lang="en-US" alt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姓名、年龄的程序，让我们来学一学吧。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15" y="1536700"/>
            <a:ext cx="2560955" cy="2572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267494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843558"/>
            <a:ext cx="5635924" cy="3961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88864" y="1240472"/>
            <a:ext cx="1747658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C ++</a:t>
            </a:r>
            <a:r>
              <a:rPr lang="zh-CN" altLang="en-US" dirty="0"/>
              <a:t>是面向对象</a:t>
            </a:r>
            <a:endParaRPr lang="en-US" altLang="zh-CN" dirty="0"/>
          </a:p>
          <a:p>
            <a:r>
              <a:rPr lang="zh-CN" altLang="en-US" dirty="0"/>
              <a:t>的编程语言。</a:t>
            </a:r>
            <a:endParaRPr lang="en-US" altLang="zh-C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30" y="2211710"/>
            <a:ext cx="206692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411510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7614"/>
            <a:ext cx="7008813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328689"/>
            <a:ext cx="1905000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795886"/>
            <a:ext cx="2610619" cy="774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7534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08" y="1810439"/>
            <a:ext cx="5256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class  	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类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private	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私有的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public	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公有的；共用的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351" y="1549881"/>
            <a:ext cx="2507197" cy="23547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5526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655272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</a:t>
            </a:r>
            <a:r>
              <a:rPr lang="en-US" altLang="zh-CN" sz="2000" dirty="0">
                <a:latin typeface="+mn-ea"/>
              </a:rPr>
              <a:t>C++</a:t>
            </a:r>
            <a:r>
              <a:rPr lang="zh-CN" altLang="en-US" sz="2000" dirty="0">
                <a:latin typeface="+mn-ea"/>
              </a:rPr>
              <a:t>语言从早期的</a:t>
            </a:r>
            <a:r>
              <a:rPr lang="en-US" altLang="zh-CN" sz="2000" dirty="0">
                <a:latin typeface="+mn-ea"/>
              </a:rPr>
              <a:t>C</a:t>
            </a:r>
            <a:r>
              <a:rPr lang="zh-CN" altLang="en-US" sz="2000" dirty="0">
                <a:latin typeface="+mn-ea"/>
              </a:rPr>
              <a:t>语言逐渐发展演变而来，与</a:t>
            </a:r>
            <a:r>
              <a:rPr lang="en-US" altLang="zh-CN" sz="2000" dirty="0">
                <a:latin typeface="+mn-ea"/>
              </a:rPr>
              <a:t>C</a:t>
            </a:r>
            <a:r>
              <a:rPr lang="zh-CN" altLang="en-US" sz="2000" dirty="0">
                <a:latin typeface="+mn-ea"/>
              </a:rPr>
              <a:t>语言相比，</a:t>
            </a:r>
            <a:r>
              <a:rPr lang="en-US" altLang="zh-CN" sz="2000" dirty="0">
                <a:latin typeface="+mn-ea"/>
              </a:rPr>
              <a:t>C++</a:t>
            </a:r>
            <a:r>
              <a:rPr lang="zh-CN" altLang="en-US" sz="2000" dirty="0">
                <a:latin typeface="+mn-ea"/>
              </a:rPr>
              <a:t>在求解问题方法上进行的最大改进是（  ）。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面向过程</a:t>
            </a:r>
            <a:endParaRPr lang="en-US" altLang="zh-CN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面向对象</a:t>
            </a:r>
            <a:endParaRPr lang="en-US" altLang="zh-CN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安全性</a:t>
            </a:r>
            <a:endParaRPr lang="en-US" altLang="zh-CN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复用性</a:t>
            </a:r>
            <a:endParaRPr lang="en-US" altLang="zh-CN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381" y="3332791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52" y="56237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56751" y="1335950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31538" y="1944902"/>
            <a:ext cx="2088232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841" y="856823"/>
            <a:ext cx="457200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43650" y="582693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501048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先输入年月日，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按“年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/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月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/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日”的格式输出。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12" y="843558"/>
            <a:ext cx="4293021" cy="4048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26" y="3320123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979712" y="699542"/>
            <a:ext cx="6200736" cy="8758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  编写程序需要灵感和技巧，就像诗人写诗，作家作画，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音乐家作曲，充满了乐趣与挑战。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42973" y="2431739"/>
            <a:ext cx="6061275" cy="5078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人性化的程序如流传千古的名诗，意味隽永、回味无穷。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119173" y="3795886"/>
            <a:ext cx="6061275" cy="5078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智能化的程序如巧夺天工的建筑，美轮美奂、匠心独具。</a:t>
            </a:r>
            <a:endParaRPr lang="zh-CN" altLang="en-US" dirty="0"/>
          </a:p>
        </p:txBody>
      </p:sp>
      <p:pic>
        <p:nvPicPr>
          <p:cNvPr id="2" name="图片 1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" y="627380"/>
            <a:ext cx="1643380" cy="1650365"/>
          </a:xfrm>
          <a:prstGeom prst="rect">
            <a:avLst/>
          </a:prstGeom>
        </p:spPr>
      </p:pic>
      <p:pic>
        <p:nvPicPr>
          <p:cNvPr id="3" name="图片 2" descr="gee_me_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970" y="2025650"/>
            <a:ext cx="567690" cy="1352550"/>
          </a:xfrm>
          <a:prstGeom prst="rect">
            <a:avLst/>
          </a:prstGeom>
        </p:spPr>
      </p:pic>
      <p:pic>
        <p:nvPicPr>
          <p:cNvPr id="7" name="图片 6" descr="gee_me_0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060" y="3437255"/>
            <a:ext cx="713105" cy="12426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26887"/>
            <a:ext cx="551497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050846"/>
            <a:ext cx="385762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765367"/>
            <a:ext cx="3888432" cy="38884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WPS 演示</Application>
  <PresentationFormat>全屏显示(16:9)</PresentationFormat>
  <Paragraphs>60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编程是一门艺术——类与对象</vt:lpstr>
      <vt:lpstr> </vt:lpstr>
      <vt:lpstr> </vt:lpstr>
      <vt:lpstr>编程小词典</vt:lpstr>
      <vt:lpstr>课后作业</vt:lpstr>
      <vt:lpstr>课后作业</vt:lpstr>
      <vt:lpstr>课后作业</vt:lpstr>
      <vt:lpstr>PowerPoint 演示文稿</vt:lpstr>
      <vt:lpstr>PowerPoint 演示文稿</vt:lpstr>
      <vt:lpstr>PowerPoint 演示文稿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117</cp:revision>
  <dcterms:created xsi:type="dcterms:W3CDTF">2018-07-03T13:24:00Z</dcterms:created>
  <dcterms:modified xsi:type="dcterms:W3CDTF">2021-10-31T05:38:26Z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7E4D3275CA2B4AD2A2747E6F1D5A710A</vt:lpwstr>
  </property>
  <property fmtid="{D5CDD505-2E9C-101B-9397-08002B2CF9AE}" pid="3" name="KSOProductBuildVer">
    <vt:lpwstr>2052-11.1.0.11045</vt:lpwstr>
  </property>
</Properties>
</file>