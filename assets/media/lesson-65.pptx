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83" r:id="rId4"/>
    <p:sldId id="289" r:id="rId5"/>
    <p:sldId id="290" r:id="rId6"/>
    <p:sldId id="293" r:id="rId7"/>
    <p:sldId id="292" r:id="rId8"/>
    <p:sldId id="267" r:id="rId9"/>
    <p:sldId id="288" r:id="rId10"/>
    <p:sldId id="280" r:id="rId11"/>
    <p:sldId id="295" r:id="rId1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3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microsoft.com/office/2007/relationships/hdphoto" Target="../media/image9.wdp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microsoft.com/office/2007/relationships/hdphoto" Target="../media/image11.wdp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65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跳绳比赛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排序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48942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跳绳比赛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排序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9" name="AutoShape 993"/>
          <p:cNvSpPr>
            <a:spLocks noChangeArrowheads="1"/>
          </p:cNvSpPr>
          <p:nvPr/>
        </p:nvSpPr>
        <p:spPr bwMode="auto">
          <a:xfrm>
            <a:off x="3059832" y="1474809"/>
            <a:ext cx="4156447" cy="21602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时代小学举行</a:t>
            </a:r>
            <a:r>
              <a:rPr lang="en-US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分钟跳绳比赛，</a:t>
            </a:r>
            <a:r>
              <a:rPr lang="en-US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人一小组</a:t>
            </a:r>
            <a:r>
              <a:rPr lang="en-US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试编一程序，输入小组内同学的跳绳次数，按从次数由多到少的顺序输出。</a:t>
            </a:r>
            <a:endParaRPr lang="zh-CN" sz="24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47864" y="3867893"/>
            <a:ext cx="3052439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如输入：</a:t>
            </a:r>
            <a:r>
              <a:rPr lang="en-US" altLang="zh-CN" dirty="0"/>
              <a:t>126  80  98  158  204</a:t>
            </a:r>
            <a:endParaRPr lang="en-US" altLang="zh-CN" dirty="0"/>
          </a:p>
          <a:p>
            <a:r>
              <a:rPr lang="zh-CN" altLang="en-US" dirty="0"/>
              <a:t>输出：</a:t>
            </a:r>
            <a:r>
              <a:rPr lang="en-US" altLang="zh-CN" dirty="0"/>
              <a:t>204  158  126  98  80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68344" y="3723878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 descr="图片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0" y="1635760"/>
            <a:ext cx="2811780" cy="28238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1501593"/>
            <a:ext cx="4814382" cy="25840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冒泡排序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依次比较相邻的两个数，将大数放在前面，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小数放在后面。经过第一趟比较后，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最小的数就放在了最后。重复以上过程，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越大的数就会向气泡一样慢慢“浮到”上面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来，所以把这种算法称为“冒泡排序”。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923678"/>
            <a:ext cx="3054871" cy="243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438133" y="145098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第一趟比较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1491630"/>
            <a:ext cx="4814382" cy="25840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冒泡排序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依次比较相邻的两个数，将大数放在前面，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小数放在后面。经过第一趟比较后，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最小的数就放在了最后。重复以上过程，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越大的数就会向气泡一样慢慢“浮到”上面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来，所以把这种算法称为“冒泡排序”。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491630"/>
            <a:ext cx="3157921" cy="25275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91630"/>
            <a:ext cx="7506866" cy="334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002506" y="1274503"/>
            <a:ext cx="2492990" cy="400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dirty="0"/>
              <a:t>冒泡排序的实现代码</a:t>
            </a:r>
            <a:endParaRPr lang="zh-CN" altLang="en-US" sz="2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139" y="3272849"/>
            <a:ext cx="1367769" cy="14522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98867" y="1036549"/>
            <a:ext cx="4896544" cy="18862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排序是计算机程序经常进行的一种操作，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常用的排序算法有</a:t>
            </a:r>
            <a:r>
              <a:rPr lang="zh-CN" altLang="en-US" sz="2000" dirty="0">
                <a:solidFill>
                  <a:srgbClr val="C00000"/>
                </a:solidFill>
              </a:rPr>
              <a:t>冒泡排序、选择排序</a:t>
            </a:r>
            <a:r>
              <a:rPr lang="zh-CN" altLang="en-US" sz="2000" dirty="0"/>
              <a:t>、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桶排序、归并排序、希尔排序、插入排序、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</a:rPr>
              <a:t>快速排序</a:t>
            </a:r>
            <a:r>
              <a:rPr lang="zh-CN" altLang="en-US" sz="2000" dirty="0"/>
              <a:t>等。</a:t>
            </a:r>
            <a:endParaRPr lang="zh-CN" alt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508104" y="1347614"/>
            <a:ext cx="3185487" cy="2862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快速排序的实现思路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dirty="0"/>
              <a:t>第一趟从待排序的数据中，</a:t>
            </a:r>
            <a:endParaRPr lang="en-US" altLang="zh-CN" dirty="0"/>
          </a:p>
          <a:p>
            <a:r>
              <a:rPr lang="zh-CN" altLang="en-US" dirty="0"/>
              <a:t>通过“打擂台”的方式找出最</a:t>
            </a:r>
            <a:endParaRPr lang="en-US" altLang="zh-CN" dirty="0"/>
          </a:p>
          <a:p>
            <a:r>
              <a:rPr lang="zh-CN" altLang="en-US" dirty="0"/>
              <a:t>大的元素，放在最前面。</a:t>
            </a:r>
            <a:endParaRPr lang="en-US" altLang="zh-CN" dirty="0"/>
          </a:p>
          <a:p>
            <a:r>
              <a:rPr lang="zh-CN" altLang="en-US" dirty="0"/>
              <a:t>第二趟把剩余的数中最大的</a:t>
            </a:r>
            <a:endParaRPr lang="en-US" altLang="zh-CN" dirty="0"/>
          </a:p>
          <a:p>
            <a:r>
              <a:rPr lang="zh-CN" altLang="en-US" dirty="0"/>
              <a:t>放在第二个位置。</a:t>
            </a:r>
            <a:endParaRPr lang="en-US" altLang="zh-CN" dirty="0"/>
          </a:p>
          <a:p>
            <a:r>
              <a:rPr lang="zh-CN" altLang="en-US" dirty="0"/>
              <a:t>第</a:t>
            </a:r>
            <a:r>
              <a:rPr lang="en-US" altLang="zh-CN" dirty="0"/>
              <a:t>n-1</a:t>
            </a:r>
            <a:r>
              <a:rPr lang="zh-CN" altLang="en-US" dirty="0"/>
              <a:t>趟把剩下的</a:t>
            </a:r>
            <a:r>
              <a:rPr lang="en-US" altLang="zh-CN" dirty="0"/>
              <a:t>2</a:t>
            </a:r>
            <a:r>
              <a:rPr lang="zh-CN" altLang="en-US" dirty="0"/>
              <a:t>个数中较大</a:t>
            </a:r>
            <a:endParaRPr lang="en-US" altLang="zh-CN" dirty="0"/>
          </a:p>
          <a:p>
            <a:r>
              <a:rPr lang="zh-CN" altLang="en-US" dirty="0"/>
              <a:t>的放在倒数第二个位置，剩下</a:t>
            </a:r>
            <a:endParaRPr lang="en-US" altLang="zh-CN" dirty="0"/>
          </a:p>
          <a:p>
            <a:r>
              <a:rPr lang="zh-CN" altLang="en-US" dirty="0"/>
              <a:t>的是最小的，放在最后一个</a:t>
            </a:r>
            <a:endParaRPr lang="en-US" altLang="zh-CN" dirty="0"/>
          </a:p>
          <a:p>
            <a:r>
              <a:rPr lang="zh-CN" altLang="en-US" dirty="0"/>
              <a:t>位置。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07000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1120180"/>
            <a:ext cx="71126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现有数列</a:t>
            </a:r>
            <a:r>
              <a:rPr lang="en-US" altLang="zh-CN" sz="2000" dirty="0">
                <a:latin typeface="+mn-ea"/>
              </a:rPr>
              <a:t>a</a:t>
            </a:r>
            <a:r>
              <a:rPr lang="zh-CN" altLang="en-US" sz="2000" dirty="0">
                <a:latin typeface="+mn-ea"/>
              </a:rPr>
              <a:t>为</a:t>
            </a:r>
            <a:r>
              <a:rPr lang="en-US" altLang="zh-CN" sz="2000" dirty="0">
                <a:latin typeface="+mn-ea"/>
              </a:rPr>
              <a:t>{4,5,6},</a:t>
            </a:r>
            <a:r>
              <a:rPr lang="zh-CN" altLang="en-US" sz="2000" dirty="0">
                <a:latin typeface="+mn-ea"/>
              </a:rPr>
              <a:t>数列</a:t>
            </a:r>
            <a:r>
              <a:rPr lang="en-US" altLang="zh-CN" sz="2000" dirty="0">
                <a:latin typeface="+mn-ea"/>
              </a:rPr>
              <a:t>b</a:t>
            </a:r>
            <a:r>
              <a:rPr lang="zh-CN" altLang="en-US" sz="2000" dirty="0">
                <a:latin typeface="+mn-ea"/>
              </a:rPr>
              <a:t>为</a:t>
            </a:r>
            <a:r>
              <a:rPr lang="en-US" altLang="zh-CN" sz="2000" dirty="0">
                <a:latin typeface="+mn-ea"/>
              </a:rPr>
              <a:t>{6,5,4},</a:t>
            </a:r>
            <a:r>
              <a:rPr lang="zh-CN" altLang="en-US" sz="2000" dirty="0">
                <a:latin typeface="+mn-ea"/>
              </a:rPr>
              <a:t>要把两个数列从小到大排序，采用冒泡排序，则需要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比较的次数</a:t>
            </a:r>
            <a:r>
              <a:rPr lang="zh-CN" altLang="en-US" sz="2000" dirty="0">
                <a:latin typeface="+mn-ea"/>
              </a:rPr>
              <a:t>（ ）。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a</a:t>
            </a:r>
            <a:r>
              <a:rPr lang="zh-CN" altLang="en-US" sz="2000" dirty="0">
                <a:latin typeface="+mn-ea"/>
              </a:rPr>
              <a:t>比</a:t>
            </a:r>
            <a:r>
              <a:rPr lang="en-US" altLang="zh-CN" sz="2000" dirty="0">
                <a:latin typeface="+mn-ea"/>
              </a:rPr>
              <a:t>b</a:t>
            </a:r>
            <a:r>
              <a:rPr lang="zh-CN" altLang="en-US" sz="2000" dirty="0">
                <a:latin typeface="+mn-ea"/>
              </a:rPr>
              <a:t>多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a</a:t>
            </a:r>
            <a:r>
              <a:rPr lang="zh-CN" altLang="en-US" sz="2000" dirty="0">
                <a:latin typeface="+mn-ea"/>
              </a:rPr>
              <a:t>和</a:t>
            </a:r>
            <a:r>
              <a:rPr lang="en-US" altLang="zh-CN" sz="2000" dirty="0">
                <a:latin typeface="+mn-ea"/>
              </a:rPr>
              <a:t>b</a:t>
            </a:r>
            <a:r>
              <a:rPr lang="zh-CN" altLang="en-US" sz="2000" dirty="0">
                <a:latin typeface="+mn-ea"/>
              </a:rPr>
              <a:t>一样多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b</a:t>
            </a:r>
            <a:r>
              <a:rPr lang="zh-CN" altLang="en-US" sz="2000" dirty="0">
                <a:latin typeface="+mn-ea"/>
              </a:rPr>
              <a:t>比 </a:t>
            </a:r>
            <a:r>
              <a:rPr lang="en-US" altLang="zh-CN" sz="2000" dirty="0">
                <a:latin typeface="+mn-ea"/>
              </a:rPr>
              <a:t>a</a:t>
            </a:r>
            <a:r>
              <a:rPr lang="zh-CN" altLang="en-US" sz="2000" dirty="0">
                <a:latin typeface="+mn-ea"/>
              </a:rPr>
              <a:t>多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不确定</a:t>
            </a:r>
            <a:endParaRPr lang="en-US" altLang="zh-CN" sz="2000" dirty="0"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95936" y="3349476"/>
            <a:ext cx="2723823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对冒泡算法的改进和优化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456" y="535150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6746" y="1428758"/>
            <a:ext cx="4936302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536746" y="4362658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97529" y="1932814"/>
          <a:ext cx="285940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568"/>
                <a:gridCol w="476568"/>
                <a:gridCol w="476568"/>
                <a:gridCol w="476568"/>
                <a:gridCol w="476568"/>
                <a:gridCol w="47656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b[0]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b[1]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b[2]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b[3]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b[4]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b[5]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485650" y="2919326"/>
          <a:ext cx="285940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568"/>
                <a:gridCol w="476568"/>
                <a:gridCol w="476568"/>
                <a:gridCol w="476568"/>
                <a:gridCol w="476568"/>
                <a:gridCol w="47656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a[0]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a[1]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a[2]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a[3]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a[4]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/>
                        <a:t>a[5]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196" y="915566"/>
            <a:ext cx="2859409" cy="4011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814" y="589781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508106" y="1697681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输入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5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个数，排序后按从大到小的顺序输出。</a:t>
            </a:r>
            <a:endParaRPr lang="en-US" altLang="zh-CN" sz="20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(</a:t>
            </a:r>
            <a:r>
              <a:rPr lang="zh-CN" altLang="en-US" sz="2000" dirty="0">
                <a:solidFill>
                  <a:srgbClr val="C00000"/>
                </a:solidFill>
                <a:latin typeface="+mn-ea"/>
                <a:ea typeface="+mn-ea"/>
              </a:rPr>
              <a:t>选择排序算法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)</a:t>
            </a:r>
            <a:endParaRPr lang="en-US" altLang="zh-CN" sz="20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0910" y="862588"/>
            <a:ext cx="5179639" cy="382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735</Words>
  <Application>WPS 演示</Application>
  <PresentationFormat>全屏显示(16:9)</PresentationFormat>
  <Paragraphs>104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跳绳比赛——排序</vt:lpstr>
      <vt:lpstr> </vt:lpstr>
      <vt:lpstr> </vt:lpstr>
      <vt:lpstr> </vt:lpstr>
      <vt:lpstr>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120</cp:revision>
  <dcterms:created xsi:type="dcterms:W3CDTF">2018-07-03T13:24:00Z</dcterms:created>
  <dcterms:modified xsi:type="dcterms:W3CDTF">2021-10-11T08:46:41Z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C38CC2CD7BDF43889BFD9FF1DA6A6BE9</vt:lpwstr>
  </property>
  <property fmtid="{D5CDD505-2E9C-101B-9397-08002B2CF9AE}" pid="3" name="KSOProductBuildVer">
    <vt:lpwstr>2052-11.1.0.10700</vt:lpwstr>
  </property>
</Properties>
</file>