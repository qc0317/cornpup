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6"/>
  </p:notesMasterIdLst>
  <p:sldIdLst>
    <p:sldId id="269" r:id="rId3"/>
    <p:sldId id="276" r:id="rId4"/>
    <p:sldId id="286" r:id="rId5"/>
    <p:sldId id="287" r:id="rId7"/>
    <p:sldId id="288" r:id="rId8"/>
    <p:sldId id="289" r:id="rId9"/>
    <p:sldId id="275" r:id="rId10"/>
    <p:sldId id="277" r:id="rId11"/>
    <p:sldId id="282" r:id="rId12"/>
    <p:sldId id="268" r:id="rId13"/>
  </p:sldIdLst>
  <p:sldSz cx="9144000" cy="5143500" type="screen16x9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08" d="100"/>
          <a:sy n="108" d="100"/>
        </p:scale>
        <p:origin x="730" y="72"/>
      </p:cViewPr>
      <p:guideLst>
        <p:guide orient="horz" pos="162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6" Type="http://schemas.openxmlformats.org/officeDocument/2006/relationships/tableStyles" Target="tableStyles.xml"/><Relationship Id="rId15" Type="http://schemas.openxmlformats.org/officeDocument/2006/relationships/viewProps" Target="viewProps.xml"/><Relationship Id="rId14" Type="http://schemas.openxmlformats.org/officeDocument/2006/relationships/presProps" Target="presProps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AE73178-7E7D-4E6B-98C6-2511330D75F3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0D98A87-B08B-401E-9FDA-DD709738A549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0D98A87-B08B-401E-9FDA-DD709738A54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20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defRPr sz="2400" b="1">
                <a:latin typeface="仿宋" panose="02010609060101010101" pitchFamily="49" charset="-122"/>
                <a:ea typeface="仿宋" panose="02010609060101010101" pitchFamily="49" charset="-122"/>
              </a:defRPr>
            </a:lvl1pPr>
            <a:lvl2pPr>
              <a:defRPr sz="2000" b="1">
                <a:latin typeface="仿宋" panose="02010609060101010101" pitchFamily="49" charset="-122"/>
                <a:ea typeface="仿宋" panose="02010609060101010101" pitchFamily="49" charset="-122"/>
              </a:defRPr>
            </a:lvl2pPr>
            <a:lvl3pPr>
              <a:defRPr sz="1800" b="1">
                <a:latin typeface="仿宋" panose="02010609060101010101" pitchFamily="49" charset="-122"/>
                <a:ea typeface="仿宋" panose="02010609060101010101" pitchFamily="49" charset="-122"/>
              </a:defRPr>
            </a:lvl3pPr>
            <a:lvl4pPr>
              <a:defRPr sz="1600" b="1">
                <a:latin typeface="仿宋" panose="02010609060101010101" pitchFamily="49" charset="-122"/>
                <a:ea typeface="仿宋" panose="02010609060101010101" pitchFamily="49" charset="-122"/>
              </a:defRPr>
            </a:lvl4pPr>
            <a:lvl5pPr>
              <a:defRPr sz="1600" b="1">
                <a:latin typeface="仿宋" panose="02010609060101010101" pitchFamily="49" charset="-122"/>
                <a:ea typeface="仿宋" panose="02010609060101010101" pitchFamily="49" charset="-122"/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  <p:pic>
        <p:nvPicPr>
          <p:cNvPr id="7" name="图片 6" descr="图片背景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-27940"/>
            <a:ext cx="9242425" cy="51993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8.png"/><Relationship Id="rId1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9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0.jpe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1.jpe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5.png"/><Relationship Id="rId1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00456" y="771550"/>
            <a:ext cx="5688632" cy="2016973"/>
          </a:xfrm>
          <a:prstGeom prst="rect">
            <a:avLst/>
          </a:prstGeom>
        </p:spPr>
      </p:pic>
      <p:sp>
        <p:nvSpPr>
          <p:cNvPr id="7" name="object 6"/>
          <p:cNvSpPr/>
          <p:nvPr/>
        </p:nvSpPr>
        <p:spPr>
          <a:xfrm>
            <a:off x="1043608" y="2139702"/>
            <a:ext cx="7992888" cy="223224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" name="文本框 1"/>
          <p:cNvSpPr txBox="1"/>
          <p:nvPr/>
        </p:nvSpPr>
        <p:spPr>
          <a:xfrm>
            <a:off x="1871700" y="2343821"/>
            <a:ext cx="633670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40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</a:t>
            </a:r>
            <a:r>
              <a:rPr lang="en-US" altLang="zh-CN" sz="40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</a:t>
            </a:r>
            <a:r>
              <a:rPr lang="zh-CN" altLang="en-US" sz="40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课时</a:t>
            </a:r>
            <a:endParaRPr lang="zh-CN" altLang="en-US" sz="4000" dirty="0">
              <a:solidFill>
                <a:srgbClr val="00B0F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936104" y="3255826"/>
            <a:ext cx="810039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6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阿布拉卡达布拉</a:t>
            </a:r>
            <a:r>
              <a:rPr lang="en-US" altLang="zh-CN" sz="36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sz="36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交换两个变量的值</a:t>
            </a:r>
            <a:r>
              <a:rPr lang="en-US" altLang="zh-CN" sz="36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endParaRPr lang="zh-CN" altLang="en-US" sz="3600" dirty="0">
              <a:solidFill>
                <a:srgbClr val="00B0F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2"/>
          <p:cNvSpPr/>
          <p:nvPr/>
        </p:nvSpPr>
        <p:spPr>
          <a:xfrm>
            <a:off x="31814" y="289190"/>
            <a:ext cx="9080372" cy="4543313"/>
          </a:xfrm>
          <a:custGeom>
            <a:avLst/>
            <a:gdLst/>
            <a:ahLst/>
            <a:cxnLst/>
            <a:rect l="l" t="t" r="r" b="b"/>
            <a:pathLst>
              <a:path w="10970260" h="5869305">
                <a:moveTo>
                  <a:pt x="10713720" y="5868924"/>
                </a:moveTo>
                <a:lnTo>
                  <a:pt x="256032" y="5868924"/>
                </a:lnTo>
                <a:lnTo>
                  <a:pt x="210025" y="5864912"/>
                </a:lnTo>
                <a:lnTo>
                  <a:pt x="166722" y="5853104"/>
                </a:lnTo>
                <a:lnTo>
                  <a:pt x="126844" y="5834224"/>
                </a:lnTo>
                <a:lnTo>
                  <a:pt x="91115" y="5808994"/>
                </a:lnTo>
                <a:lnTo>
                  <a:pt x="60258" y="5778137"/>
                </a:lnTo>
                <a:lnTo>
                  <a:pt x="34995" y="5742375"/>
                </a:lnTo>
                <a:lnTo>
                  <a:pt x="16049" y="5702432"/>
                </a:lnTo>
                <a:lnTo>
                  <a:pt x="4143" y="5659030"/>
                </a:lnTo>
                <a:lnTo>
                  <a:pt x="0" y="5612892"/>
                </a:lnTo>
                <a:lnTo>
                  <a:pt x="0" y="256031"/>
                </a:lnTo>
                <a:lnTo>
                  <a:pt x="4143" y="210194"/>
                </a:lnTo>
                <a:lnTo>
                  <a:pt x="16049" y="167018"/>
                </a:lnTo>
                <a:lnTo>
                  <a:pt x="34995" y="127225"/>
                </a:lnTo>
                <a:lnTo>
                  <a:pt x="60258" y="91539"/>
                </a:lnTo>
                <a:lnTo>
                  <a:pt x="91115" y="60681"/>
                </a:lnTo>
                <a:lnTo>
                  <a:pt x="126844" y="35376"/>
                </a:lnTo>
                <a:lnTo>
                  <a:pt x="166722" y="16345"/>
                </a:lnTo>
                <a:lnTo>
                  <a:pt x="210025" y="4312"/>
                </a:lnTo>
                <a:lnTo>
                  <a:pt x="256032" y="0"/>
                </a:lnTo>
                <a:lnTo>
                  <a:pt x="10713720" y="0"/>
                </a:lnTo>
                <a:lnTo>
                  <a:pt x="10759726" y="4312"/>
                </a:lnTo>
                <a:lnTo>
                  <a:pt x="10803029" y="16345"/>
                </a:lnTo>
                <a:lnTo>
                  <a:pt x="10842907" y="35376"/>
                </a:lnTo>
                <a:lnTo>
                  <a:pt x="10878636" y="60681"/>
                </a:lnTo>
                <a:lnTo>
                  <a:pt x="10909493" y="91539"/>
                </a:lnTo>
                <a:lnTo>
                  <a:pt x="10934756" y="127225"/>
                </a:lnTo>
                <a:lnTo>
                  <a:pt x="10953702" y="167018"/>
                </a:lnTo>
                <a:lnTo>
                  <a:pt x="10965608" y="210194"/>
                </a:lnTo>
                <a:lnTo>
                  <a:pt x="10969752" y="256031"/>
                </a:lnTo>
                <a:lnTo>
                  <a:pt x="10969752" y="5612892"/>
                </a:lnTo>
                <a:lnTo>
                  <a:pt x="10965608" y="5659030"/>
                </a:lnTo>
                <a:lnTo>
                  <a:pt x="10953702" y="5702432"/>
                </a:lnTo>
                <a:lnTo>
                  <a:pt x="10934756" y="5742375"/>
                </a:lnTo>
                <a:lnTo>
                  <a:pt x="10909493" y="5778137"/>
                </a:lnTo>
                <a:lnTo>
                  <a:pt x="10878636" y="5808994"/>
                </a:lnTo>
                <a:lnTo>
                  <a:pt x="10842907" y="5834224"/>
                </a:lnTo>
                <a:lnTo>
                  <a:pt x="10803029" y="5853104"/>
                </a:lnTo>
                <a:lnTo>
                  <a:pt x="10759726" y="5864912"/>
                </a:lnTo>
                <a:lnTo>
                  <a:pt x="10713720" y="586892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7" name="object 3"/>
          <p:cNvSpPr/>
          <p:nvPr/>
        </p:nvSpPr>
        <p:spPr>
          <a:xfrm>
            <a:off x="107504" y="428533"/>
            <a:ext cx="8824928" cy="4335392"/>
          </a:xfrm>
          <a:custGeom>
            <a:avLst/>
            <a:gdLst/>
            <a:ahLst/>
            <a:cxnLst/>
            <a:rect l="l" t="t" r="r" b="b"/>
            <a:pathLst>
              <a:path w="10661650" h="5600700">
                <a:moveTo>
                  <a:pt x="10490479" y="12699"/>
                </a:moveTo>
                <a:lnTo>
                  <a:pt x="170840" y="12699"/>
                </a:lnTo>
                <a:lnTo>
                  <a:pt x="182841" y="0"/>
                </a:lnTo>
                <a:lnTo>
                  <a:pt x="10478477" y="0"/>
                </a:lnTo>
                <a:lnTo>
                  <a:pt x="10490479" y="12699"/>
                </a:lnTo>
                <a:close/>
              </a:path>
              <a:path w="10661650" h="5600700">
                <a:moveTo>
                  <a:pt x="10513860" y="25399"/>
                </a:moveTo>
                <a:lnTo>
                  <a:pt x="147459" y="25399"/>
                </a:lnTo>
                <a:lnTo>
                  <a:pt x="159004" y="12699"/>
                </a:lnTo>
                <a:lnTo>
                  <a:pt x="10502315" y="12699"/>
                </a:lnTo>
                <a:lnTo>
                  <a:pt x="10513860" y="25399"/>
                </a:lnTo>
                <a:close/>
              </a:path>
              <a:path w="10661650" h="5600700">
                <a:moveTo>
                  <a:pt x="172211" y="50799"/>
                </a:moveTo>
                <a:lnTo>
                  <a:pt x="104533" y="50799"/>
                </a:lnTo>
                <a:lnTo>
                  <a:pt x="114744" y="38099"/>
                </a:lnTo>
                <a:lnTo>
                  <a:pt x="125310" y="25399"/>
                </a:lnTo>
                <a:lnTo>
                  <a:pt x="226250" y="25399"/>
                </a:lnTo>
                <a:lnTo>
                  <a:pt x="220243" y="38099"/>
                </a:lnTo>
                <a:lnTo>
                  <a:pt x="183248" y="38099"/>
                </a:lnTo>
                <a:lnTo>
                  <a:pt x="172211" y="50799"/>
                </a:lnTo>
                <a:close/>
              </a:path>
              <a:path w="10661650" h="5600700">
                <a:moveTo>
                  <a:pt x="10556786" y="50799"/>
                </a:moveTo>
                <a:lnTo>
                  <a:pt x="10489107" y="50799"/>
                </a:lnTo>
                <a:lnTo>
                  <a:pt x="10478071" y="38099"/>
                </a:lnTo>
                <a:lnTo>
                  <a:pt x="10441076" y="38099"/>
                </a:lnTo>
                <a:lnTo>
                  <a:pt x="10435069" y="25399"/>
                </a:lnTo>
                <a:lnTo>
                  <a:pt x="10536008" y="25399"/>
                </a:lnTo>
                <a:lnTo>
                  <a:pt x="10546575" y="38099"/>
                </a:lnTo>
                <a:lnTo>
                  <a:pt x="10556786" y="50799"/>
                </a:lnTo>
                <a:close/>
              </a:path>
              <a:path w="10661650" h="5600700">
                <a:moveTo>
                  <a:pt x="125120" y="76199"/>
                </a:moveTo>
                <a:lnTo>
                  <a:pt x="76212" y="76199"/>
                </a:lnTo>
                <a:lnTo>
                  <a:pt x="85255" y="63499"/>
                </a:lnTo>
                <a:lnTo>
                  <a:pt x="94703" y="50799"/>
                </a:lnTo>
                <a:lnTo>
                  <a:pt x="153263" y="50799"/>
                </a:lnTo>
                <a:lnTo>
                  <a:pt x="143090" y="63499"/>
                </a:lnTo>
                <a:lnTo>
                  <a:pt x="134645" y="63499"/>
                </a:lnTo>
                <a:lnTo>
                  <a:pt x="125120" y="76199"/>
                </a:lnTo>
                <a:close/>
              </a:path>
              <a:path w="10661650" h="5600700">
                <a:moveTo>
                  <a:pt x="10585119" y="76199"/>
                </a:moveTo>
                <a:lnTo>
                  <a:pt x="10536199" y="76199"/>
                </a:lnTo>
                <a:lnTo>
                  <a:pt x="10526674" y="63499"/>
                </a:lnTo>
                <a:lnTo>
                  <a:pt x="10518228" y="63499"/>
                </a:lnTo>
                <a:lnTo>
                  <a:pt x="10508056" y="50799"/>
                </a:lnTo>
                <a:lnTo>
                  <a:pt x="10566615" y="50799"/>
                </a:lnTo>
                <a:lnTo>
                  <a:pt x="10576064" y="63499"/>
                </a:lnTo>
                <a:lnTo>
                  <a:pt x="10585119" y="76199"/>
                </a:lnTo>
                <a:close/>
              </a:path>
              <a:path w="10661650" h="5600700">
                <a:moveTo>
                  <a:pt x="86067" y="114299"/>
                </a:moveTo>
                <a:lnTo>
                  <a:pt x="44411" y="114299"/>
                </a:lnTo>
                <a:lnTo>
                  <a:pt x="51663" y="101599"/>
                </a:lnTo>
                <a:lnTo>
                  <a:pt x="59397" y="88899"/>
                </a:lnTo>
                <a:lnTo>
                  <a:pt x="67589" y="76199"/>
                </a:lnTo>
                <a:lnTo>
                  <a:pt x="117246" y="76199"/>
                </a:lnTo>
                <a:lnTo>
                  <a:pt x="108432" y="88899"/>
                </a:lnTo>
                <a:lnTo>
                  <a:pt x="101193" y="88899"/>
                </a:lnTo>
                <a:lnTo>
                  <a:pt x="93154" y="101599"/>
                </a:lnTo>
                <a:lnTo>
                  <a:pt x="93713" y="101599"/>
                </a:lnTo>
                <a:lnTo>
                  <a:pt x="86067" y="114299"/>
                </a:lnTo>
                <a:close/>
              </a:path>
              <a:path w="10661650" h="5600700">
                <a:moveTo>
                  <a:pt x="10616907" y="114299"/>
                </a:moveTo>
                <a:lnTo>
                  <a:pt x="10575251" y="114299"/>
                </a:lnTo>
                <a:lnTo>
                  <a:pt x="10567606" y="101599"/>
                </a:lnTo>
                <a:lnTo>
                  <a:pt x="10568165" y="101599"/>
                </a:lnTo>
                <a:lnTo>
                  <a:pt x="10560126" y="88899"/>
                </a:lnTo>
                <a:lnTo>
                  <a:pt x="10552887" y="88899"/>
                </a:lnTo>
                <a:lnTo>
                  <a:pt x="10544073" y="76199"/>
                </a:lnTo>
                <a:lnTo>
                  <a:pt x="10593730" y="76199"/>
                </a:lnTo>
                <a:lnTo>
                  <a:pt x="10601921" y="88899"/>
                </a:lnTo>
                <a:lnTo>
                  <a:pt x="10609656" y="101599"/>
                </a:lnTo>
                <a:lnTo>
                  <a:pt x="10616907" y="114299"/>
                </a:lnTo>
                <a:close/>
              </a:path>
              <a:path w="10661650" h="5600700">
                <a:moveTo>
                  <a:pt x="48374" y="177799"/>
                </a:moveTo>
                <a:lnTo>
                  <a:pt x="11658" y="177799"/>
                </a:lnTo>
                <a:lnTo>
                  <a:pt x="15722" y="165099"/>
                </a:lnTo>
                <a:lnTo>
                  <a:pt x="20383" y="152399"/>
                </a:lnTo>
                <a:lnTo>
                  <a:pt x="25603" y="139699"/>
                </a:lnTo>
                <a:lnTo>
                  <a:pt x="31356" y="126999"/>
                </a:lnTo>
                <a:lnTo>
                  <a:pt x="37630" y="114299"/>
                </a:lnTo>
                <a:lnTo>
                  <a:pt x="79882" y="114299"/>
                </a:lnTo>
                <a:lnTo>
                  <a:pt x="73113" y="126999"/>
                </a:lnTo>
                <a:lnTo>
                  <a:pt x="73583" y="126999"/>
                </a:lnTo>
                <a:lnTo>
                  <a:pt x="67259" y="139699"/>
                </a:lnTo>
                <a:lnTo>
                  <a:pt x="67703" y="139699"/>
                </a:lnTo>
                <a:lnTo>
                  <a:pt x="61848" y="152399"/>
                </a:lnTo>
                <a:lnTo>
                  <a:pt x="57251" y="152399"/>
                </a:lnTo>
                <a:lnTo>
                  <a:pt x="52387" y="165099"/>
                </a:lnTo>
                <a:lnTo>
                  <a:pt x="52717" y="165099"/>
                </a:lnTo>
                <a:lnTo>
                  <a:pt x="48374" y="177799"/>
                </a:lnTo>
                <a:close/>
              </a:path>
              <a:path w="10661650" h="5600700">
                <a:moveTo>
                  <a:pt x="10649661" y="177799"/>
                </a:moveTo>
                <a:lnTo>
                  <a:pt x="10612945" y="177799"/>
                </a:lnTo>
                <a:lnTo>
                  <a:pt x="10608602" y="165099"/>
                </a:lnTo>
                <a:lnTo>
                  <a:pt x="10608932" y="165099"/>
                </a:lnTo>
                <a:lnTo>
                  <a:pt x="10604068" y="152399"/>
                </a:lnTo>
                <a:lnTo>
                  <a:pt x="10599470" y="152399"/>
                </a:lnTo>
                <a:lnTo>
                  <a:pt x="10593616" y="139699"/>
                </a:lnTo>
                <a:lnTo>
                  <a:pt x="10594060" y="139699"/>
                </a:lnTo>
                <a:lnTo>
                  <a:pt x="10587736" y="126999"/>
                </a:lnTo>
                <a:lnTo>
                  <a:pt x="10588205" y="126999"/>
                </a:lnTo>
                <a:lnTo>
                  <a:pt x="10581436" y="114299"/>
                </a:lnTo>
                <a:lnTo>
                  <a:pt x="10623689" y="114299"/>
                </a:lnTo>
                <a:lnTo>
                  <a:pt x="10629963" y="126999"/>
                </a:lnTo>
                <a:lnTo>
                  <a:pt x="10635716" y="139699"/>
                </a:lnTo>
                <a:lnTo>
                  <a:pt x="10640936" y="152399"/>
                </a:lnTo>
                <a:lnTo>
                  <a:pt x="10645597" y="165099"/>
                </a:lnTo>
                <a:lnTo>
                  <a:pt x="10649661" y="177799"/>
                </a:lnTo>
                <a:close/>
              </a:path>
              <a:path w="10661650" h="5600700">
                <a:moveTo>
                  <a:pt x="44843" y="190499"/>
                </a:moveTo>
                <a:lnTo>
                  <a:pt x="8115" y="190499"/>
                </a:lnTo>
                <a:lnTo>
                  <a:pt x="9791" y="177799"/>
                </a:lnTo>
                <a:lnTo>
                  <a:pt x="48666" y="177799"/>
                </a:lnTo>
                <a:lnTo>
                  <a:pt x="44843" y="190499"/>
                </a:lnTo>
                <a:close/>
              </a:path>
              <a:path w="10661650" h="5600700">
                <a:moveTo>
                  <a:pt x="10653204" y="190499"/>
                </a:moveTo>
                <a:lnTo>
                  <a:pt x="10616476" y="190499"/>
                </a:lnTo>
                <a:lnTo>
                  <a:pt x="10612653" y="177799"/>
                </a:lnTo>
                <a:lnTo>
                  <a:pt x="10651528" y="177799"/>
                </a:lnTo>
                <a:lnTo>
                  <a:pt x="10653204" y="190499"/>
                </a:lnTo>
                <a:close/>
              </a:path>
              <a:path w="10661650" h="5600700">
                <a:moveTo>
                  <a:pt x="41884" y="203199"/>
                </a:moveTo>
                <a:lnTo>
                  <a:pt x="5207" y="203199"/>
                </a:lnTo>
                <a:lnTo>
                  <a:pt x="6578" y="190499"/>
                </a:lnTo>
                <a:lnTo>
                  <a:pt x="43446" y="190499"/>
                </a:lnTo>
                <a:lnTo>
                  <a:pt x="41884" y="203199"/>
                </a:lnTo>
                <a:close/>
              </a:path>
              <a:path w="10661650" h="5600700">
                <a:moveTo>
                  <a:pt x="10656112" y="203199"/>
                </a:moveTo>
                <a:lnTo>
                  <a:pt x="10619435" y="203199"/>
                </a:lnTo>
                <a:lnTo>
                  <a:pt x="10617873" y="190499"/>
                </a:lnTo>
                <a:lnTo>
                  <a:pt x="10654741" y="190499"/>
                </a:lnTo>
                <a:lnTo>
                  <a:pt x="10656112" y="203199"/>
                </a:lnTo>
                <a:close/>
              </a:path>
              <a:path w="10661650" h="5600700">
                <a:moveTo>
                  <a:pt x="38328" y="215899"/>
                </a:moveTo>
                <a:lnTo>
                  <a:pt x="2908" y="215899"/>
                </a:lnTo>
                <a:lnTo>
                  <a:pt x="3975" y="203199"/>
                </a:lnTo>
                <a:lnTo>
                  <a:pt x="39458" y="203199"/>
                </a:lnTo>
                <a:lnTo>
                  <a:pt x="38328" y="215899"/>
                </a:lnTo>
                <a:close/>
              </a:path>
              <a:path w="10661650" h="5600700">
                <a:moveTo>
                  <a:pt x="10658411" y="215899"/>
                </a:moveTo>
                <a:lnTo>
                  <a:pt x="10622991" y="215899"/>
                </a:lnTo>
                <a:lnTo>
                  <a:pt x="10621860" y="203199"/>
                </a:lnTo>
                <a:lnTo>
                  <a:pt x="10657344" y="203199"/>
                </a:lnTo>
                <a:lnTo>
                  <a:pt x="10658411" y="215899"/>
                </a:lnTo>
                <a:close/>
              </a:path>
              <a:path w="10661650" h="5600700">
                <a:moveTo>
                  <a:pt x="36626" y="228599"/>
                </a:moveTo>
                <a:lnTo>
                  <a:pt x="1257" y="228599"/>
                </a:lnTo>
                <a:lnTo>
                  <a:pt x="2006" y="215899"/>
                </a:lnTo>
                <a:lnTo>
                  <a:pt x="37465" y="215899"/>
                </a:lnTo>
                <a:lnTo>
                  <a:pt x="36626" y="228599"/>
                </a:lnTo>
                <a:close/>
              </a:path>
              <a:path w="10661650" h="5600700">
                <a:moveTo>
                  <a:pt x="10660062" y="228599"/>
                </a:moveTo>
                <a:lnTo>
                  <a:pt x="10624692" y="228599"/>
                </a:lnTo>
                <a:lnTo>
                  <a:pt x="10623854" y="215899"/>
                </a:lnTo>
                <a:lnTo>
                  <a:pt x="10659313" y="215899"/>
                </a:lnTo>
                <a:lnTo>
                  <a:pt x="10660062" y="228599"/>
                </a:lnTo>
                <a:close/>
              </a:path>
              <a:path w="10661650" h="5600700">
                <a:moveTo>
                  <a:pt x="35483" y="241299"/>
                </a:moveTo>
                <a:lnTo>
                  <a:pt x="254" y="241299"/>
                </a:lnTo>
                <a:lnTo>
                  <a:pt x="673" y="228599"/>
                </a:lnTo>
                <a:lnTo>
                  <a:pt x="36029" y="228599"/>
                </a:lnTo>
                <a:lnTo>
                  <a:pt x="35483" y="241299"/>
                </a:lnTo>
                <a:close/>
              </a:path>
              <a:path w="10661650" h="5600700">
                <a:moveTo>
                  <a:pt x="10661065" y="241299"/>
                </a:moveTo>
                <a:lnTo>
                  <a:pt x="10625836" y="241299"/>
                </a:lnTo>
                <a:lnTo>
                  <a:pt x="10625289" y="228599"/>
                </a:lnTo>
                <a:lnTo>
                  <a:pt x="10660646" y="228599"/>
                </a:lnTo>
                <a:lnTo>
                  <a:pt x="10661065" y="241299"/>
                </a:lnTo>
                <a:close/>
              </a:path>
              <a:path w="10661650" h="5600700">
                <a:moveTo>
                  <a:pt x="34912" y="5346700"/>
                </a:moveTo>
                <a:lnTo>
                  <a:pt x="0" y="5346700"/>
                </a:lnTo>
                <a:lnTo>
                  <a:pt x="0" y="241299"/>
                </a:lnTo>
                <a:lnTo>
                  <a:pt x="35140" y="241299"/>
                </a:lnTo>
                <a:lnTo>
                  <a:pt x="34899" y="253999"/>
                </a:lnTo>
                <a:lnTo>
                  <a:pt x="34912" y="5346700"/>
                </a:lnTo>
                <a:close/>
              </a:path>
              <a:path w="10661650" h="5600700">
                <a:moveTo>
                  <a:pt x="10661319" y="5346700"/>
                </a:moveTo>
                <a:lnTo>
                  <a:pt x="10626407" y="5346700"/>
                </a:lnTo>
                <a:lnTo>
                  <a:pt x="10626483" y="254000"/>
                </a:lnTo>
                <a:lnTo>
                  <a:pt x="10626178" y="241299"/>
                </a:lnTo>
                <a:lnTo>
                  <a:pt x="10661319" y="241299"/>
                </a:lnTo>
                <a:lnTo>
                  <a:pt x="10661319" y="5346700"/>
                </a:lnTo>
                <a:close/>
              </a:path>
              <a:path w="10661650" h="5600700">
                <a:moveTo>
                  <a:pt x="36677" y="5372100"/>
                </a:moveTo>
                <a:lnTo>
                  <a:pt x="1257" y="5372100"/>
                </a:lnTo>
                <a:lnTo>
                  <a:pt x="673" y="5359400"/>
                </a:lnTo>
                <a:lnTo>
                  <a:pt x="254" y="5346700"/>
                </a:lnTo>
                <a:lnTo>
                  <a:pt x="35115" y="5346700"/>
                </a:lnTo>
                <a:lnTo>
                  <a:pt x="35509" y="5359400"/>
                </a:lnTo>
                <a:lnTo>
                  <a:pt x="35979" y="5359400"/>
                </a:lnTo>
                <a:lnTo>
                  <a:pt x="36677" y="5372100"/>
                </a:lnTo>
                <a:close/>
              </a:path>
              <a:path w="10661650" h="5600700">
                <a:moveTo>
                  <a:pt x="10660062" y="5372100"/>
                </a:moveTo>
                <a:lnTo>
                  <a:pt x="10624642" y="5372100"/>
                </a:lnTo>
                <a:lnTo>
                  <a:pt x="10625340" y="5359400"/>
                </a:lnTo>
                <a:lnTo>
                  <a:pt x="10625810" y="5359400"/>
                </a:lnTo>
                <a:lnTo>
                  <a:pt x="10626204" y="5346700"/>
                </a:lnTo>
                <a:lnTo>
                  <a:pt x="10661065" y="5346700"/>
                </a:lnTo>
                <a:lnTo>
                  <a:pt x="10660646" y="5359400"/>
                </a:lnTo>
                <a:lnTo>
                  <a:pt x="10660062" y="5372100"/>
                </a:lnTo>
                <a:close/>
              </a:path>
              <a:path w="10661650" h="5600700">
                <a:moveTo>
                  <a:pt x="38404" y="5384800"/>
                </a:moveTo>
                <a:lnTo>
                  <a:pt x="2908" y="5384800"/>
                </a:lnTo>
                <a:lnTo>
                  <a:pt x="2006" y="5372100"/>
                </a:lnTo>
                <a:lnTo>
                  <a:pt x="37401" y="5372100"/>
                </a:lnTo>
                <a:lnTo>
                  <a:pt x="38404" y="5384800"/>
                </a:lnTo>
                <a:close/>
              </a:path>
              <a:path w="10661650" h="5600700">
                <a:moveTo>
                  <a:pt x="10658411" y="5384800"/>
                </a:moveTo>
                <a:lnTo>
                  <a:pt x="10622915" y="5384800"/>
                </a:lnTo>
                <a:lnTo>
                  <a:pt x="10623918" y="5372100"/>
                </a:lnTo>
                <a:lnTo>
                  <a:pt x="10659313" y="5372100"/>
                </a:lnTo>
                <a:lnTo>
                  <a:pt x="10658411" y="5384800"/>
                </a:lnTo>
                <a:close/>
              </a:path>
              <a:path w="10661650" h="5600700">
                <a:moveTo>
                  <a:pt x="41986" y="5397500"/>
                </a:moveTo>
                <a:lnTo>
                  <a:pt x="5207" y="5397500"/>
                </a:lnTo>
                <a:lnTo>
                  <a:pt x="3975" y="5384800"/>
                </a:lnTo>
                <a:lnTo>
                  <a:pt x="40563" y="5384800"/>
                </a:lnTo>
                <a:lnTo>
                  <a:pt x="41986" y="5397500"/>
                </a:lnTo>
                <a:close/>
              </a:path>
              <a:path w="10661650" h="5600700">
                <a:moveTo>
                  <a:pt x="10656112" y="5397500"/>
                </a:moveTo>
                <a:lnTo>
                  <a:pt x="10619333" y="5397500"/>
                </a:lnTo>
                <a:lnTo>
                  <a:pt x="10620756" y="5384800"/>
                </a:lnTo>
                <a:lnTo>
                  <a:pt x="10657344" y="5384800"/>
                </a:lnTo>
                <a:lnTo>
                  <a:pt x="10656112" y="5397500"/>
                </a:lnTo>
                <a:close/>
              </a:path>
              <a:path w="10661650" h="5600700">
                <a:moveTo>
                  <a:pt x="45034" y="5410200"/>
                </a:moveTo>
                <a:lnTo>
                  <a:pt x="8115" y="5410200"/>
                </a:lnTo>
                <a:lnTo>
                  <a:pt x="6578" y="5397500"/>
                </a:lnTo>
                <a:lnTo>
                  <a:pt x="43332" y="5397500"/>
                </a:lnTo>
                <a:lnTo>
                  <a:pt x="45034" y="5410200"/>
                </a:lnTo>
                <a:close/>
              </a:path>
              <a:path w="10661650" h="5600700">
                <a:moveTo>
                  <a:pt x="10653204" y="5410200"/>
                </a:moveTo>
                <a:lnTo>
                  <a:pt x="10616285" y="5410200"/>
                </a:lnTo>
                <a:lnTo>
                  <a:pt x="10617987" y="5397500"/>
                </a:lnTo>
                <a:lnTo>
                  <a:pt x="10654741" y="5397500"/>
                </a:lnTo>
                <a:lnTo>
                  <a:pt x="10653204" y="5410200"/>
                </a:lnTo>
                <a:close/>
              </a:path>
              <a:path w="10661650" h="5600700">
                <a:moveTo>
                  <a:pt x="48666" y="5422900"/>
                </a:moveTo>
                <a:lnTo>
                  <a:pt x="11658" y="5422900"/>
                </a:lnTo>
                <a:lnTo>
                  <a:pt x="9791" y="5410200"/>
                </a:lnTo>
                <a:lnTo>
                  <a:pt x="44843" y="5410200"/>
                </a:lnTo>
                <a:lnTo>
                  <a:pt x="48666" y="5422900"/>
                </a:lnTo>
                <a:close/>
              </a:path>
              <a:path w="10661650" h="5600700">
                <a:moveTo>
                  <a:pt x="10649661" y="5422900"/>
                </a:moveTo>
                <a:lnTo>
                  <a:pt x="10612653" y="5422900"/>
                </a:lnTo>
                <a:lnTo>
                  <a:pt x="10616476" y="5410200"/>
                </a:lnTo>
                <a:lnTo>
                  <a:pt x="10651528" y="5410200"/>
                </a:lnTo>
                <a:lnTo>
                  <a:pt x="10649661" y="5422900"/>
                </a:lnTo>
                <a:close/>
              </a:path>
              <a:path w="10661650" h="5600700">
                <a:moveTo>
                  <a:pt x="101193" y="5499100"/>
                </a:moveTo>
                <a:lnTo>
                  <a:pt x="51663" y="5499100"/>
                </a:lnTo>
                <a:lnTo>
                  <a:pt x="44411" y="5486400"/>
                </a:lnTo>
                <a:lnTo>
                  <a:pt x="25603" y="5448300"/>
                </a:lnTo>
                <a:lnTo>
                  <a:pt x="15722" y="5422900"/>
                </a:lnTo>
                <a:lnTo>
                  <a:pt x="52387" y="5422900"/>
                </a:lnTo>
                <a:lnTo>
                  <a:pt x="57251" y="5435600"/>
                </a:lnTo>
                <a:lnTo>
                  <a:pt x="56883" y="5435600"/>
                </a:lnTo>
                <a:lnTo>
                  <a:pt x="62255" y="5448300"/>
                </a:lnTo>
                <a:lnTo>
                  <a:pt x="61848" y="5448300"/>
                </a:lnTo>
                <a:lnTo>
                  <a:pt x="67703" y="5461000"/>
                </a:lnTo>
                <a:lnTo>
                  <a:pt x="73113" y="5461000"/>
                </a:lnTo>
                <a:lnTo>
                  <a:pt x="79882" y="5473700"/>
                </a:lnTo>
                <a:lnTo>
                  <a:pt x="79387" y="5473700"/>
                </a:lnTo>
                <a:lnTo>
                  <a:pt x="86601" y="5486400"/>
                </a:lnTo>
                <a:lnTo>
                  <a:pt x="93154" y="5486400"/>
                </a:lnTo>
                <a:lnTo>
                  <a:pt x="101193" y="5499100"/>
                </a:lnTo>
                <a:close/>
              </a:path>
              <a:path w="10661650" h="5600700">
                <a:moveTo>
                  <a:pt x="10609656" y="5499100"/>
                </a:moveTo>
                <a:lnTo>
                  <a:pt x="10560126" y="5499100"/>
                </a:lnTo>
                <a:lnTo>
                  <a:pt x="10568165" y="5486400"/>
                </a:lnTo>
                <a:lnTo>
                  <a:pt x="10574718" y="5486400"/>
                </a:lnTo>
                <a:lnTo>
                  <a:pt x="10581932" y="5473700"/>
                </a:lnTo>
                <a:lnTo>
                  <a:pt x="10581436" y="5473700"/>
                </a:lnTo>
                <a:lnTo>
                  <a:pt x="10588205" y="5461000"/>
                </a:lnTo>
                <a:lnTo>
                  <a:pt x="10593616" y="5461000"/>
                </a:lnTo>
                <a:lnTo>
                  <a:pt x="10599470" y="5448300"/>
                </a:lnTo>
                <a:lnTo>
                  <a:pt x="10599064" y="5448300"/>
                </a:lnTo>
                <a:lnTo>
                  <a:pt x="10604436" y="5435600"/>
                </a:lnTo>
                <a:lnTo>
                  <a:pt x="10604068" y="5435600"/>
                </a:lnTo>
                <a:lnTo>
                  <a:pt x="10608932" y="5422900"/>
                </a:lnTo>
                <a:lnTo>
                  <a:pt x="10645597" y="5422900"/>
                </a:lnTo>
                <a:lnTo>
                  <a:pt x="10629963" y="5461000"/>
                </a:lnTo>
                <a:lnTo>
                  <a:pt x="10616907" y="5486400"/>
                </a:lnTo>
                <a:lnTo>
                  <a:pt x="10609656" y="5499100"/>
                </a:lnTo>
                <a:close/>
              </a:path>
              <a:path w="10661650" h="5600700">
                <a:moveTo>
                  <a:pt x="143814" y="5537200"/>
                </a:moveTo>
                <a:lnTo>
                  <a:pt x="85255" y="5537200"/>
                </a:lnTo>
                <a:lnTo>
                  <a:pt x="76212" y="5524500"/>
                </a:lnTo>
                <a:lnTo>
                  <a:pt x="67589" y="5511800"/>
                </a:lnTo>
                <a:lnTo>
                  <a:pt x="59397" y="5499100"/>
                </a:lnTo>
                <a:lnTo>
                  <a:pt x="100609" y="5499100"/>
                </a:lnTo>
                <a:lnTo>
                  <a:pt x="109042" y="5511800"/>
                </a:lnTo>
                <a:lnTo>
                  <a:pt x="116611" y="5511800"/>
                </a:lnTo>
                <a:lnTo>
                  <a:pt x="125780" y="5524500"/>
                </a:lnTo>
                <a:lnTo>
                  <a:pt x="133946" y="5524500"/>
                </a:lnTo>
                <a:lnTo>
                  <a:pt x="143814" y="5537200"/>
                </a:lnTo>
                <a:close/>
              </a:path>
              <a:path w="10661650" h="5600700">
                <a:moveTo>
                  <a:pt x="10576064" y="5537200"/>
                </a:moveTo>
                <a:lnTo>
                  <a:pt x="10517505" y="5537200"/>
                </a:lnTo>
                <a:lnTo>
                  <a:pt x="10527372" y="5524500"/>
                </a:lnTo>
                <a:lnTo>
                  <a:pt x="10535539" y="5524500"/>
                </a:lnTo>
                <a:lnTo>
                  <a:pt x="10544708" y="5511800"/>
                </a:lnTo>
                <a:lnTo>
                  <a:pt x="10552277" y="5511800"/>
                </a:lnTo>
                <a:lnTo>
                  <a:pt x="10560710" y="5499100"/>
                </a:lnTo>
                <a:lnTo>
                  <a:pt x="10601921" y="5499100"/>
                </a:lnTo>
                <a:lnTo>
                  <a:pt x="10593730" y="5511800"/>
                </a:lnTo>
                <a:lnTo>
                  <a:pt x="10585119" y="5524500"/>
                </a:lnTo>
                <a:lnTo>
                  <a:pt x="10576064" y="5537200"/>
                </a:lnTo>
                <a:close/>
              </a:path>
              <a:path w="10661650" h="5600700">
                <a:moveTo>
                  <a:pt x="172999" y="5549900"/>
                </a:moveTo>
                <a:lnTo>
                  <a:pt x="104533" y="5549900"/>
                </a:lnTo>
                <a:lnTo>
                  <a:pt x="94703" y="5537200"/>
                </a:lnTo>
                <a:lnTo>
                  <a:pt x="162229" y="5537200"/>
                </a:lnTo>
                <a:lnTo>
                  <a:pt x="172999" y="5549900"/>
                </a:lnTo>
                <a:close/>
              </a:path>
              <a:path w="10661650" h="5600700">
                <a:moveTo>
                  <a:pt x="10556786" y="5549900"/>
                </a:moveTo>
                <a:lnTo>
                  <a:pt x="10488320" y="5549900"/>
                </a:lnTo>
                <a:lnTo>
                  <a:pt x="10499090" y="5537200"/>
                </a:lnTo>
                <a:lnTo>
                  <a:pt x="10566615" y="5537200"/>
                </a:lnTo>
                <a:lnTo>
                  <a:pt x="10556786" y="5549900"/>
                </a:lnTo>
                <a:close/>
              </a:path>
              <a:path w="10661650" h="5600700">
                <a:moveTo>
                  <a:pt x="198856" y="5562600"/>
                </a:moveTo>
                <a:lnTo>
                  <a:pt x="125310" y="5562600"/>
                </a:lnTo>
                <a:lnTo>
                  <a:pt x="114744" y="5549900"/>
                </a:lnTo>
                <a:lnTo>
                  <a:pt x="193116" y="5549900"/>
                </a:lnTo>
                <a:lnTo>
                  <a:pt x="198856" y="5562600"/>
                </a:lnTo>
                <a:close/>
              </a:path>
              <a:path w="10661650" h="5600700">
                <a:moveTo>
                  <a:pt x="10536008" y="5562600"/>
                </a:moveTo>
                <a:lnTo>
                  <a:pt x="10462463" y="5562600"/>
                </a:lnTo>
                <a:lnTo>
                  <a:pt x="10468203" y="5549900"/>
                </a:lnTo>
                <a:lnTo>
                  <a:pt x="10546575" y="5549900"/>
                </a:lnTo>
                <a:lnTo>
                  <a:pt x="10536008" y="5562600"/>
                </a:lnTo>
                <a:close/>
              </a:path>
              <a:path w="10661650" h="5600700">
                <a:moveTo>
                  <a:pt x="10513860" y="5575300"/>
                </a:moveTo>
                <a:lnTo>
                  <a:pt x="147459" y="5575300"/>
                </a:lnTo>
                <a:lnTo>
                  <a:pt x="136220" y="5562600"/>
                </a:lnTo>
                <a:lnTo>
                  <a:pt x="10525099" y="5562600"/>
                </a:lnTo>
                <a:lnTo>
                  <a:pt x="10513860" y="5575300"/>
                </a:lnTo>
                <a:close/>
              </a:path>
              <a:path w="10661650" h="5600700">
                <a:moveTo>
                  <a:pt x="10490479" y="5588000"/>
                </a:moveTo>
                <a:lnTo>
                  <a:pt x="170840" y="5588000"/>
                </a:lnTo>
                <a:lnTo>
                  <a:pt x="159004" y="5575300"/>
                </a:lnTo>
                <a:lnTo>
                  <a:pt x="10502315" y="5575300"/>
                </a:lnTo>
                <a:lnTo>
                  <a:pt x="10490479" y="5588000"/>
                </a:lnTo>
                <a:close/>
              </a:path>
              <a:path w="10661650" h="5600700">
                <a:moveTo>
                  <a:pt x="10453395" y="5600700"/>
                </a:moveTo>
                <a:lnTo>
                  <a:pt x="207924" y="5600700"/>
                </a:lnTo>
                <a:lnTo>
                  <a:pt x="201587" y="5588000"/>
                </a:lnTo>
                <a:lnTo>
                  <a:pt x="10459732" y="5588000"/>
                </a:lnTo>
                <a:lnTo>
                  <a:pt x="10453395" y="5600700"/>
                </a:lnTo>
                <a:close/>
              </a:path>
            </a:pathLst>
          </a:custGeom>
          <a:solidFill>
            <a:srgbClr val="36A9E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679846"/>
            <a:ext cx="8229600" cy="857250"/>
          </a:xfrm>
        </p:spPr>
        <p:txBody>
          <a:bodyPr/>
          <a:lstStyle/>
          <a:p>
            <a:r>
              <a:rPr lang="zh-CN" altLang="en-US" dirty="0">
                <a:solidFill>
                  <a:srgbClr val="00B0F0"/>
                </a:solidFill>
              </a:rPr>
              <a:t>阿布拉卡达布拉</a:t>
            </a:r>
            <a:r>
              <a:rPr lang="en-US" altLang="zh-CN" sz="2400" dirty="0">
                <a:solidFill>
                  <a:srgbClr val="00B0F0"/>
                </a:solidFill>
              </a:rPr>
              <a:t>——</a:t>
            </a:r>
            <a:r>
              <a:rPr lang="zh-CN" altLang="en-US" sz="2400" dirty="0">
                <a:solidFill>
                  <a:srgbClr val="00B0F0"/>
                </a:solidFill>
              </a:rPr>
              <a:t>交换两个变量的值及注释</a:t>
            </a:r>
            <a:endParaRPr lang="zh-CN" altLang="en-US" sz="2400" dirty="0">
              <a:solidFill>
                <a:srgbClr val="00B0F0"/>
              </a:solidFill>
            </a:endParaRPr>
          </a:p>
        </p:txBody>
      </p:sp>
      <p:sp>
        <p:nvSpPr>
          <p:cNvPr id="12" name="矩形: 圆角 4"/>
          <p:cNvSpPr>
            <a:spLocks noChangeArrowheads="1"/>
          </p:cNvSpPr>
          <p:nvPr/>
        </p:nvSpPr>
        <p:spPr bwMode="auto">
          <a:xfrm>
            <a:off x="3203848" y="2931790"/>
            <a:ext cx="3659721" cy="1299195"/>
          </a:xfrm>
          <a:prstGeom prst="roundRect">
            <a:avLst>
              <a:gd name="adj" fmla="val 16667"/>
            </a:avLst>
          </a:prstGeom>
          <a:solidFill>
            <a:srgbClr val="F2F2F2"/>
          </a:solidFill>
          <a:ln w="9525">
            <a:solidFill>
              <a:srgbClr val="000000"/>
            </a:solidFill>
            <a:round/>
          </a:ln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indent="756285" algn="just">
              <a:spcAft>
                <a:spcPts val="0"/>
              </a:spcAft>
            </a:pPr>
            <a:r>
              <a:rPr lang="zh-CN" sz="2800" kern="100" dirty="0">
                <a:effectLst/>
                <a:latin typeface="Calibri" panose="020F0502020204030204" pitchFamily="34" charset="0"/>
                <a:ea typeface="楷体" panose="02010609060101010101" pitchFamily="49" charset="-122"/>
                <a:cs typeface="Times New Roman" panose="02020603050405020304" pitchFamily="18" charset="0"/>
              </a:rPr>
              <a:t>试编一程序，模拟</a:t>
            </a:r>
            <a:r>
              <a:rPr lang="zh-CN" altLang="en-US" sz="2800" kern="100" dirty="0">
                <a:effectLst/>
                <a:latin typeface="Calibri" panose="020F0502020204030204" pitchFamily="34" charset="0"/>
                <a:ea typeface="楷体" panose="02010609060101010101" pitchFamily="49" charset="-122"/>
                <a:cs typeface="Times New Roman" panose="02020603050405020304" pitchFamily="18" charset="0"/>
              </a:rPr>
              <a:t>两个变量</a:t>
            </a:r>
            <a:r>
              <a:rPr lang="zh-CN" sz="2800" kern="100" dirty="0">
                <a:effectLst/>
                <a:latin typeface="Calibri" panose="020F0502020204030204" pitchFamily="34" charset="0"/>
                <a:ea typeface="楷体" panose="02010609060101010101" pitchFamily="49" charset="-122"/>
                <a:cs typeface="Times New Roman" panose="02020603050405020304" pitchFamily="18" charset="0"/>
              </a:rPr>
              <a:t>交换过程。</a:t>
            </a:r>
            <a:endParaRPr lang="zh-CN" sz="2800" kern="100" dirty="0">
              <a:effectLst/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39552" y="1658375"/>
            <a:ext cx="7508875" cy="9220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chemeClr val="accent6">
                    <a:lumMod val="75000"/>
                  </a:schemeClr>
                </a:solidFill>
              </a:rPr>
              <a:t>         一天，明明在做实验时需要交换一瓶</a:t>
            </a:r>
            <a:r>
              <a:rPr lang="en-US" altLang="zh-CN" dirty="0">
                <a:solidFill>
                  <a:schemeClr val="accent6">
                    <a:lumMod val="75000"/>
                  </a:schemeClr>
                </a:solidFill>
              </a:rPr>
              <a:t>10</a:t>
            </a:r>
            <a:r>
              <a:rPr lang="zh-CN" altLang="en-US" dirty="0">
                <a:solidFill>
                  <a:schemeClr val="accent6">
                    <a:lumMod val="75000"/>
                  </a:schemeClr>
                </a:solidFill>
              </a:rPr>
              <a:t>毫升的红墨水和一瓶</a:t>
            </a:r>
            <a:r>
              <a:rPr lang="en-US" altLang="zh-CN" dirty="0">
                <a:solidFill>
                  <a:schemeClr val="accent6">
                    <a:lumMod val="75000"/>
                  </a:schemeClr>
                </a:solidFill>
              </a:rPr>
              <a:t>20</a:t>
            </a:r>
            <a:r>
              <a:rPr lang="zh-CN" altLang="en-US" dirty="0">
                <a:solidFill>
                  <a:schemeClr val="accent6">
                    <a:lumMod val="75000"/>
                  </a:schemeClr>
                </a:solidFill>
              </a:rPr>
              <a:t>毫升的</a:t>
            </a:r>
            <a:endParaRPr lang="en-US" altLang="zh-CN" dirty="0">
              <a:solidFill>
                <a:schemeClr val="accent6">
                  <a:lumMod val="75000"/>
                </a:schemeClr>
              </a:solidFill>
            </a:endParaRPr>
          </a:p>
          <a:p>
            <a:r>
              <a:rPr lang="zh-CN" altLang="en-US" dirty="0">
                <a:solidFill>
                  <a:schemeClr val="accent6">
                    <a:lumMod val="75000"/>
                  </a:schemeClr>
                </a:solidFill>
              </a:rPr>
              <a:t>蓝墨水，向可可老师求助，可可老师念了一句咒语“阿布拉卡达布拉”，</a:t>
            </a:r>
            <a:endParaRPr lang="en-US" altLang="zh-CN" dirty="0">
              <a:solidFill>
                <a:schemeClr val="accent6">
                  <a:lumMod val="75000"/>
                </a:schemeClr>
              </a:solidFill>
            </a:endParaRPr>
          </a:p>
          <a:p>
            <a:r>
              <a:rPr lang="zh-CN" altLang="en-US" dirty="0">
                <a:solidFill>
                  <a:schemeClr val="accent6">
                    <a:lumMod val="75000"/>
                  </a:schemeClr>
                </a:solidFill>
              </a:rPr>
              <a:t>帮助了明明。</a:t>
            </a:r>
            <a:endParaRPr lang="zh-CN" altLang="en-US" dirty="0">
              <a:solidFill>
                <a:schemeClr val="accent6">
                  <a:lumMod val="75000"/>
                </a:schemeClr>
              </a:solidFill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67938" y="3204118"/>
            <a:ext cx="1018862" cy="1369931"/>
          </a:xfrm>
          <a:prstGeom prst="rect">
            <a:avLst/>
          </a:prstGeom>
        </p:spPr>
      </p:pic>
      <p:pic>
        <p:nvPicPr>
          <p:cNvPr id="5" name="图片 4" descr="图片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1885" y="2786380"/>
            <a:ext cx="1438910" cy="144462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12" grpId="0" animBg="1"/>
      <p:bldP spid="3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object 2"/>
          <p:cNvSpPr/>
          <p:nvPr/>
        </p:nvSpPr>
        <p:spPr>
          <a:xfrm>
            <a:off x="31814" y="289190"/>
            <a:ext cx="9080372" cy="4543313"/>
          </a:xfrm>
          <a:custGeom>
            <a:avLst/>
            <a:gdLst/>
            <a:ahLst/>
            <a:cxnLst/>
            <a:rect l="l" t="t" r="r" b="b"/>
            <a:pathLst>
              <a:path w="10970260" h="5869305">
                <a:moveTo>
                  <a:pt x="10713720" y="5868924"/>
                </a:moveTo>
                <a:lnTo>
                  <a:pt x="256032" y="5868924"/>
                </a:lnTo>
                <a:lnTo>
                  <a:pt x="210025" y="5864912"/>
                </a:lnTo>
                <a:lnTo>
                  <a:pt x="166722" y="5853104"/>
                </a:lnTo>
                <a:lnTo>
                  <a:pt x="126844" y="5834224"/>
                </a:lnTo>
                <a:lnTo>
                  <a:pt x="91115" y="5808994"/>
                </a:lnTo>
                <a:lnTo>
                  <a:pt x="60258" y="5778137"/>
                </a:lnTo>
                <a:lnTo>
                  <a:pt x="34995" y="5742375"/>
                </a:lnTo>
                <a:lnTo>
                  <a:pt x="16049" y="5702432"/>
                </a:lnTo>
                <a:lnTo>
                  <a:pt x="4143" y="5659030"/>
                </a:lnTo>
                <a:lnTo>
                  <a:pt x="0" y="5612892"/>
                </a:lnTo>
                <a:lnTo>
                  <a:pt x="0" y="256031"/>
                </a:lnTo>
                <a:lnTo>
                  <a:pt x="4143" y="210194"/>
                </a:lnTo>
                <a:lnTo>
                  <a:pt x="16049" y="167018"/>
                </a:lnTo>
                <a:lnTo>
                  <a:pt x="34995" y="127225"/>
                </a:lnTo>
                <a:lnTo>
                  <a:pt x="60258" y="91539"/>
                </a:lnTo>
                <a:lnTo>
                  <a:pt x="91115" y="60681"/>
                </a:lnTo>
                <a:lnTo>
                  <a:pt x="126844" y="35376"/>
                </a:lnTo>
                <a:lnTo>
                  <a:pt x="166722" y="16345"/>
                </a:lnTo>
                <a:lnTo>
                  <a:pt x="210025" y="4312"/>
                </a:lnTo>
                <a:lnTo>
                  <a:pt x="256032" y="0"/>
                </a:lnTo>
                <a:lnTo>
                  <a:pt x="10713720" y="0"/>
                </a:lnTo>
                <a:lnTo>
                  <a:pt x="10759726" y="4312"/>
                </a:lnTo>
                <a:lnTo>
                  <a:pt x="10803029" y="16345"/>
                </a:lnTo>
                <a:lnTo>
                  <a:pt x="10842907" y="35376"/>
                </a:lnTo>
                <a:lnTo>
                  <a:pt x="10878636" y="60681"/>
                </a:lnTo>
                <a:lnTo>
                  <a:pt x="10909493" y="91539"/>
                </a:lnTo>
                <a:lnTo>
                  <a:pt x="10934756" y="127225"/>
                </a:lnTo>
                <a:lnTo>
                  <a:pt x="10953702" y="167018"/>
                </a:lnTo>
                <a:lnTo>
                  <a:pt x="10965608" y="210194"/>
                </a:lnTo>
                <a:lnTo>
                  <a:pt x="10969752" y="256031"/>
                </a:lnTo>
                <a:lnTo>
                  <a:pt x="10969752" y="5612892"/>
                </a:lnTo>
                <a:lnTo>
                  <a:pt x="10965608" y="5659030"/>
                </a:lnTo>
                <a:lnTo>
                  <a:pt x="10953702" y="5702432"/>
                </a:lnTo>
                <a:lnTo>
                  <a:pt x="10934756" y="5742375"/>
                </a:lnTo>
                <a:lnTo>
                  <a:pt x="10909493" y="5778137"/>
                </a:lnTo>
                <a:lnTo>
                  <a:pt x="10878636" y="5808994"/>
                </a:lnTo>
                <a:lnTo>
                  <a:pt x="10842907" y="5834224"/>
                </a:lnTo>
                <a:lnTo>
                  <a:pt x="10803029" y="5853104"/>
                </a:lnTo>
                <a:lnTo>
                  <a:pt x="10759726" y="5864912"/>
                </a:lnTo>
                <a:lnTo>
                  <a:pt x="10713720" y="586892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2" name="object 3"/>
          <p:cNvSpPr/>
          <p:nvPr/>
        </p:nvSpPr>
        <p:spPr>
          <a:xfrm>
            <a:off x="107504" y="428533"/>
            <a:ext cx="8824928" cy="4335392"/>
          </a:xfrm>
          <a:custGeom>
            <a:avLst/>
            <a:gdLst/>
            <a:ahLst/>
            <a:cxnLst/>
            <a:rect l="l" t="t" r="r" b="b"/>
            <a:pathLst>
              <a:path w="10661650" h="5600700">
                <a:moveTo>
                  <a:pt x="10490479" y="12699"/>
                </a:moveTo>
                <a:lnTo>
                  <a:pt x="170840" y="12699"/>
                </a:lnTo>
                <a:lnTo>
                  <a:pt x="182841" y="0"/>
                </a:lnTo>
                <a:lnTo>
                  <a:pt x="10478477" y="0"/>
                </a:lnTo>
                <a:lnTo>
                  <a:pt x="10490479" y="12699"/>
                </a:lnTo>
                <a:close/>
              </a:path>
              <a:path w="10661650" h="5600700">
                <a:moveTo>
                  <a:pt x="10513860" y="25399"/>
                </a:moveTo>
                <a:lnTo>
                  <a:pt x="147459" y="25399"/>
                </a:lnTo>
                <a:lnTo>
                  <a:pt x="159004" y="12699"/>
                </a:lnTo>
                <a:lnTo>
                  <a:pt x="10502315" y="12699"/>
                </a:lnTo>
                <a:lnTo>
                  <a:pt x="10513860" y="25399"/>
                </a:lnTo>
                <a:close/>
              </a:path>
              <a:path w="10661650" h="5600700">
                <a:moveTo>
                  <a:pt x="172211" y="50799"/>
                </a:moveTo>
                <a:lnTo>
                  <a:pt x="104533" y="50799"/>
                </a:lnTo>
                <a:lnTo>
                  <a:pt x="114744" y="38099"/>
                </a:lnTo>
                <a:lnTo>
                  <a:pt x="125310" y="25399"/>
                </a:lnTo>
                <a:lnTo>
                  <a:pt x="226250" y="25399"/>
                </a:lnTo>
                <a:lnTo>
                  <a:pt x="220243" y="38099"/>
                </a:lnTo>
                <a:lnTo>
                  <a:pt x="183248" y="38099"/>
                </a:lnTo>
                <a:lnTo>
                  <a:pt x="172211" y="50799"/>
                </a:lnTo>
                <a:close/>
              </a:path>
              <a:path w="10661650" h="5600700">
                <a:moveTo>
                  <a:pt x="10556786" y="50799"/>
                </a:moveTo>
                <a:lnTo>
                  <a:pt x="10489107" y="50799"/>
                </a:lnTo>
                <a:lnTo>
                  <a:pt x="10478071" y="38099"/>
                </a:lnTo>
                <a:lnTo>
                  <a:pt x="10441076" y="38099"/>
                </a:lnTo>
                <a:lnTo>
                  <a:pt x="10435069" y="25399"/>
                </a:lnTo>
                <a:lnTo>
                  <a:pt x="10536008" y="25399"/>
                </a:lnTo>
                <a:lnTo>
                  <a:pt x="10546575" y="38099"/>
                </a:lnTo>
                <a:lnTo>
                  <a:pt x="10556786" y="50799"/>
                </a:lnTo>
                <a:close/>
              </a:path>
              <a:path w="10661650" h="5600700">
                <a:moveTo>
                  <a:pt x="125120" y="76199"/>
                </a:moveTo>
                <a:lnTo>
                  <a:pt x="76212" y="76199"/>
                </a:lnTo>
                <a:lnTo>
                  <a:pt x="85255" y="63499"/>
                </a:lnTo>
                <a:lnTo>
                  <a:pt x="94703" y="50799"/>
                </a:lnTo>
                <a:lnTo>
                  <a:pt x="153263" y="50799"/>
                </a:lnTo>
                <a:lnTo>
                  <a:pt x="143090" y="63499"/>
                </a:lnTo>
                <a:lnTo>
                  <a:pt x="134645" y="63499"/>
                </a:lnTo>
                <a:lnTo>
                  <a:pt x="125120" y="76199"/>
                </a:lnTo>
                <a:close/>
              </a:path>
              <a:path w="10661650" h="5600700">
                <a:moveTo>
                  <a:pt x="10585119" y="76199"/>
                </a:moveTo>
                <a:lnTo>
                  <a:pt x="10536199" y="76199"/>
                </a:lnTo>
                <a:lnTo>
                  <a:pt x="10526674" y="63499"/>
                </a:lnTo>
                <a:lnTo>
                  <a:pt x="10518228" y="63499"/>
                </a:lnTo>
                <a:lnTo>
                  <a:pt x="10508056" y="50799"/>
                </a:lnTo>
                <a:lnTo>
                  <a:pt x="10566615" y="50799"/>
                </a:lnTo>
                <a:lnTo>
                  <a:pt x="10576064" y="63499"/>
                </a:lnTo>
                <a:lnTo>
                  <a:pt x="10585119" y="76199"/>
                </a:lnTo>
                <a:close/>
              </a:path>
              <a:path w="10661650" h="5600700">
                <a:moveTo>
                  <a:pt x="86067" y="114299"/>
                </a:moveTo>
                <a:lnTo>
                  <a:pt x="44411" y="114299"/>
                </a:lnTo>
                <a:lnTo>
                  <a:pt x="51663" y="101599"/>
                </a:lnTo>
                <a:lnTo>
                  <a:pt x="59397" y="88899"/>
                </a:lnTo>
                <a:lnTo>
                  <a:pt x="67589" y="76199"/>
                </a:lnTo>
                <a:lnTo>
                  <a:pt x="117246" y="76199"/>
                </a:lnTo>
                <a:lnTo>
                  <a:pt x="108432" y="88899"/>
                </a:lnTo>
                <a:lnTo>
                  <a:pt x="101193" y="88899"/>
                </a:lnTo>
                <a:lnTo>
                  <a:pt x="93154" y="101599"/>
                </a:lnTo>
                <a:lnTo>
                  <a:pt x="93713" y="101599"/>
                </a:lnTo>
                <a:lnTo>
                  <a:pt x="86067" y="114299"/>
                </a:lnTo>
                <a:close/>
              </a:path>
              <a:path w="10661650" h="5600700">
                <a:moveTo>
                  <a:pt x="10616907" y="114299"/>
                </a:moveTo>
                <a:lnTo>
                  <a:pt x="10575251" y="114299"/>
                </a:lnTo>
                <a:lnTo>
                  <a:pt x="10567606" y="101599"/>
                </a:lnTo>
                <a:lnTo>
                  <a:pt x="10568165" y="101599"/>
                </a:lnTo>
                <a:lnTo>
                  <a:pt x="10560126" y="88899"/>
                </a:lnTo>
                <a:lnTo>
                  <a:pt x="10552887" y="88899"/>
                </a:lnTo>
                <a:lnTo>
                  <a:pt x="10544073" y="76199"/>
                </a:lnTo>
                <a:lnTo>
                  <a:pt x="10593730" y="76199"/>
                </a:lnTo>
                <a:lnTo>
                  <a:pt x="10601921" y="88899"/>
                </a:lnTo>
                <a:lnTo>
                  <a:pt x="10609656" y="101599"/>
                </a:lnTo>
                <a:lnTo>
                  <a:pt x="10616907" y="114299"/>
                </a:lnTo>
                <a:close/>
              </a:path>
              <a:path w="10661650" h="5600700">
                <a:moveTo>
                  <a:pt x="48374" y="177799"/>
                </a:moveTo>
                <a:lnTo>
                  <a:pt x="11658" y="177799"/>
                </a:lnTo>
                <a:lnTo>
                  <a:pt x="15722" y="165099"/>
                </a:lnTo>
                <a:lnTo>
                  <a:pt x="20383" y="152399"/>
                </a:lnTo>
                <a:lnTo>
                  <a:pt x="25603" y="139699"/>
                </a:lnTo>
                <a:lnTo>
                  <a:pt x="31356" y="126999"/>
                </a:lnTo>
                <a:lnTo>
                  <a:pt x="37630" y="114299"/>
                </a:lnTo>
                <a:lnTo>
                  <a:pt x="79882" y="114299"/>
                </a:lnTo>
                <a:lnTo>
                  <a:pt x="73113" y="126999"/>
                </a:lnTo>
                <a:lnTo>
                  <a:pt x="73583" y="126999"/>
                </a:lnTo>
                <a:lnTo>
                  <a:pt x="67259" y="139699"/>
                </a:lnTo>
                <a:lnTo>
                  <a:pt x="67703" y="139699"/>
                </a:lnTo>
                <a:lnTo>
                  <a:pt x="61848" y="152399"/>
                </a:lnTo>
                <a:lnTo>
                  <a:pt x="57251" y="152399"/>
                </a:lnTo>
                <a:lnTo>
                  <a:pt x="52387" y="165099"/>
                </a:lnTo>
                <a:lnTo>
                  <a:pt x="52717" y="165099"/>
                </a:lnTo>
                <a:lnTo>
                  <a:pt x="48374" y="177799"/>
                </a:lnTo>
                <a:close/>
              </a:path>
              <a:path w="10661650" h="5600700">
                <a:moveTo>
                  <a:pt x="10649661" y="177799"/>
                </a:moveTo>
                <a:lnTo>
                  <a:pt x="10612945" y="177799"/>
                </a:lnTo>
                <a:lnTo>
                  <a:pt x="10608602" y="165099"/>
                </a:lnTo>
                <a:lnTo>
                  <a:pt x="10608932" y="165099"/>
                </a:lnTo>
                <a:lnTo>
                  <a:pt x="10604068" y="152399"/>
                </a:lnTo>
                <a:lnTo>
                  <a:pt x="10599470" y="152399"/>
                </a:lnTo>
                <a:lnTo>
                  <a:pt x="10593616" y="139699"/>
                </a:lnTo>
                <a:lnTo>
                  <a:pt x="10594060" y="139699"/>
                </a:lnTo>
                <a:lnTo>
                  <a:pt x="10587736" y="126999"/>
                </a:lnTo>
                <a:lnTo>
                  <a:pt x="10588205" y="126999"/>
                </a:lnTo>
                <a:lnTo>
                  <a:pt x="10581436" y="114299"/>
                </a:lnTo>
                <a:lnTo>
                  <a:pt x="10623689" y="114299"/>
                </a:lnTo>
                <a:lnTo>
                  <a:pt x="10629963" y="126999"/>
                </a:lnTo>
                <a:lnTo>
                  <a:pt x="10635716" y="139699"/>
                </a:lnTo>
                <a:lnTo>
                  <a:pt x="10640936" y="152399"/>
                </a:lnTo>
                <a:lnTo>
                  <a:pt x="10645597" y="165099"/>
                </a:lnTo>
                <a:lnTo>
                  <a:pt x="10649661" y="177799"/>
                </a:lnTo>
                <a:close/>
              </a:path>
              <a:path w="10661650" h="5600700">
                <a:moveTo>
                  <a:pt x="44843" y="190499"/>
                </a:moveTo>
                <a:lnTo>
                  <a:pt x="8115" y="190499"/>
                </a:lnTo>
                <a:lnTo>
                  <a:pt x="9791" y="177799"/>
                </a:lnTo>
                <a:lnTo>
                  <a:pt x="48666" y="177799"/>
                </a:lnTo>
                <a:lnTo>
                  <a:pt x="44843" y="190499"/>
                </a:lnTo>
                <a:close/>
              </a:path>
              <a:path w="10661650" h="5600700">
                <a:moveTo>
                  <a:pt x="10653204" y="190499"/>
                </a:moveTo>
                <a:lnTo>
                  <a:pt x="10616476" y="190499"/>
                </a:lnTo>
                <a:lnTo>
                  <a:pt x="10612653" y="177799"/>
                </a:lnTo>
                <a:lnTo>
                  <a:pt x="10651528" y="177799"/>
                </a:lnTo>
                <a:lnTo>
                  <a:pt x="10653204" y="190499"/>
                </a:lnTo>
                <a:close/>
              </a:path>
              <a:path w="10661650" h="5600700">
                <a:moveTo>
                  <a:pt x="41884" y="203199"/>
                </a:moveTo>
                <a:lnTo>
                  <a:pt x="5207" y="203199"/>
                </a:lnTo>
                <a:lnTo>
                  <a:pt x="6578" y="190499"/>
                </a:lnTo>
                <a:lnTo>
                  <a:pt x="43446" y="190499"/>
                </a:lnTo>
                <a:lnTo>
                  <a:pt x="41884" y="203199"/>
                </a:lnTo>
                <a:close/>
              </a:path>
              <a:path w="10661650" h="5600700">
                <a:moveTo>
                  <a:pt x="10656112" y="203199"/>
                </a:moveTo>
                <a:lnTo>
                  <a:pt x="10619435" y="203199"/>
                </a:lnTo>
                <a:lnTo>
                  <a:pt x="10617873" y="190499"/>
                </a:lnTo>
                <a:lnTo>
                  <a:pt x="10654741" y="190499"/>
                </a:lnTo>
                <a:lnTo>
                  <a:pt x="10656112" y="203199"/>
                </a:lnTo>
                <a:close/>
              </a:path>
              <a:path w="10661650" h="5600700">
                <a:moveTo>
                  <a:pt x="38328" y="215899"/>
                </a:moveTo>
                <a:lnTo>
                  <a:pt x="2908" y="215899"/>
                </a:lnTo>
                <a:lnTo>
                  <a:pt x="3975" y="203199"/>
                </a:lnTo>
                <a:lnTo>
                  <a:pt x="39458" y="203199"/>
                </a:lnTo>
                <a:lnTo>
                  <a:pt x="38328" y="215899"/>
                </a:lnTo>
                <a:close/>
              </a:path>
              <a:path w="10661650" h="5600700">
                <a:moveTo>
                  <a:pt x="10658411" y="215899"/>
                </a:moveTo>
                <a:lnTo>
                  <a:pt x="10622991" y="215899"/>
                </a:lnTo>
                <a:lnTo>
                  <a:pt x="10621860" y="203199"/>
                </a:lnTo>
                <a:lnTo>
                  <a:pt x="10657344" y="203199"/>
                </a:lnTo>
                <a:lnTo>
                  <a:pt x="10658411" y="215899"/>
                </a:lnTo>
                <a:close/>
              </a:path>
              <a:path w="10661650" h="5600700">
                <a:moveTo>
                  <a:pt x="36626" y="228599"/>
                </a:moveTo>
                <a:lnTo>
                  <a:pt x="1257" y="228599"/>
                </a:lnTo>
                <a:lnTo>
                  <a:pt x="2006" y="215899"/>
                </a:lnTo>
                <a:lnTo>
                  <a:pt x="37465" y="215899"/>
                </a:lnTo>
                <a:lnTo>
                  <a:pt x="36626" y="228599"/>
                </a:lnTo>
                <a:close/>
              </a:path>
              <a:path w="10661650" h="5600700">
                <a:moveTo>
                  <a:pt x="10660062" y="228599"/>
                </a:moveTo>
                <a:lnTo>
                  <a:pt x="10624692" y="228599"/>
                </a:lnTo>
                <a:lnTo>
                  <a:pt x="10623854" y="215899"/>
                </a:lnTo>
                <a:lnTo>
                  <a:pt x="10659313" y="215899"/>
                </a:lnTo>
                <a:lnTo>
                  <a:pt x="10660062" y="228599"/>
                </a:lnTo>
                <a:close/>
              </a:path>
              <a:path w="10661650" h="5600700">
                <a:moveTo>
                  <a:pt x="35483" y="241299"/>
                </a:moveTo>
                <a:lnTo>
                  <a:pt x="254" y="241299"/>
                </a:lnTo>
                <a:lnTo>
                  <a:pt x="673" y="228599"/>
                </a:lnTo>
                <a:lnTo>
                  <a:pt x="36029" y="228599"/>
                </a:lnTo>
                <a:lnTo>
                  <a:pt x="35483" y="241299"/>
                </a:lnTo>
                <a:close/>
              </a:path>
              <a:path w="10661650" h="5600700">
                <a:moveTo>
                  <a:pt x="10661065" y="241299"/>
                </a:moveTo>
                <a:lnTo>
                  <a:pt x="10625836" y="241299"/>
                </a:lnTo>
                <a:lnTo>
                  <a:pt x="10625289" y="228599"/>
                </a:lnTo>
                <a:lnTo>
                  <a:pt x="10660646" y="228599"/>
                </a:lnTo>
                <a:lnTo>
                  <a:pt x="10661065" y="241299"/>
                </a:lnTo>
                <a:close/>
              </a:path>
              <a:path w="10661650" h="5600700">
                <a:moveTo>
                  <a:pt x="34912" y="5346700"/>
                </a:moveTo>
                <a:lnTo>
                  <a:pt x="0" y="5346700"/>
                </a:lnTo>
                <a:lnTo>
                  <a:pt x="0" y="241299"/>
                </a:lnTo>
                <a:lnTo>
                  <a:pt x="35140" y="241299"/>
                </a:lnTo>
                <a:lnTo>
                  <a:pt x="34899" y="253999"/>
                </a:lnTo>
                <a:lnTo>
                  <a:pt x="34912" y="5346700"/>
                </a:lnTo>
                <a:close/>
              </a:path>
              <a:path w="10661650" h="5600700">
                <a:moveTo>
                  <a:pt x="10661319" y="5346700"/>
                </a:moveTo>
                <a:lnTo>
                  <a:pt x="10626407" y="5346700"/>
                </a:lnTo>
                <a:lnTo>
                  <a:pt x="10626483" y="254000"/>
                </a:lnTo>
                <a:lnTo>
                  <a:pt x="10626178" y="241299"/>
                </a:lnTo>
                <a:lnTo>
                  <a:pt x="10661319" y="241299"/>
                </a:lnTo>
                <a:lnTo>
                  <a:pt x="10661319" y="5346700"/>
                </a:lnTo>
                <a:close/>
              </a:path>
              <a:path w="10661650" h="5600700">
                <a:moveTo>
                  <a:pt x="36677" y="5372100"/>
                </a:moveTo>
                <a:lnTo>
                  <a:pt x="1257" y="5372100"/>
                </a:lnTo>
                <a:lnTo>
                  <a:pt x="673" y="5359400"/>
                </a:lnTo>
                <a:lnTo>
                  <a:pt x="254" y="5346700"/>
                </a:lnTo>
                <a:lnTo>
                  <a:pt x="35115" y="5346700"/>
                </a:lnTo>
                <a:lnTo>
                  <a:pt x="35509" y="5359400"/>
                </a:lnTo>
                <a:lnTo>
                  <a:pt x="35979" y="5359400"/>
                </a:lnTo>
                <a:lnTo>
                  <a:pt x="36677" y="5372100"/>
                </a:lnTo>
                <a:close/>
              </a:path>
              <a:path w="10661650" h="5600700">
                <a:moveTo>
                  <a:pt x="10660062" y="5372100"/>
                </a:moveTo>
                <a:lnTo>
                  <a:pt x="10624642" y="5372100"/>
                </a:lnTo>
                <a:lnTo>
                  <a:pt x="10625340" y="5359400"/>
                </a:lnTo>
                <a:lnTo>
                  <a:pt x="10625810" y="5359400"/>
                </a:lnTo>
                <a:lnTo>
                  <a:pt x="10626204" y="5346700"/>
                </a:lnTo>
                <a:lnTo>
                  <a:pt x="10661065" y="5346700"/>
                </a:lnTo>
                <a:lnTo>
                  <a:pt x="10660646" y="5359400"/>
                </a:lnTo>
                <a:lnTo>
                  <a:pt x="10660062" y="5372100"/>
                </a:lnTo>
                <a:close/>
              </a:path>
              <a:path w="10661650" h="5600700">
                <a:moveTo>
                  <a:pt x="38404" y="5384800"/>
                </a:moveTo>
                <a:lnTo>
                  <a:pt x="2908" y="5384800"/>
                </a:lnTo>
                <a:lnTo>
                  <a:pt x="2006" y="5372100"/>
                </a:lnTo>
                <a:lnTo>
                  <a:pt x="37401" y="5372100"/>
                </a:lnTo>
                <a:lnTo>
                  <a:pt x="38404" y="5384800"/>
                </a:lnTo>
                <a:close/>
              </a:path>
              <a:path w="10661650" h="5600700">
                <a:moveTo>
                  <a:pt x="10658411" y="5384800"/>
                </a:moveTo>
                <a:lnTo>
                  <a:pt x="10622915" y="5384800"/>
                </a:lnTo>
                <a:lnTo>
                  <a:pt x="10623918" y="5372100"/>
                </a:lnTo>
                <a:lnTo>
                  <a:pt x="10659313" y="5372100"/>
                </a:lnTo>
                <a:lnTo>
                  <a:pt x="10658411" y="5384800"/>
                </a:lnTo>
                <a:close/>
              </a:path>
              <a:path w="10661650" h="5600700">
                <a:moveTo>
                  <a:pt x="41986" y="5397500"/>
                </a:moveTo>
                <a:lnTo>
                  <a:pt x="5207" y="5397500"/>
                </a:lnTo>
                <a:lnTo>
                  <a:pt x="3975" y="5384800"/>
                </a:lnTo>
                <a:lnTo>
                  <a:pt x="40563" y="5384800"/>
                </a:lnTo>
                <a:lnTo>
                  <a:pt x="41986" y="5397500"/>
                </a:lnTo>
                <a:close/>
              </a:path>
              <a:path w="10661650" h="5600700">
                <a:moveTo>
                  <a:pt x="10656112" y="5397500"/>
                </a:moveTo>
                <a:lnTo>
                  <a:pt x="10619333" y="5397500"/>
                </a:lnTo>
                <a:lnTo>
                  <a:pt x="10620756" y="5384800"/>
                </a:lnTo>
                <a:lnTo>
                  <a:pt x="10657344" y="5384800"/>
                </a:lnTo>
                <a:lnTo>
                  <a:pt x="10656112" y="5397500"/>
                </a:lnTo>
                <a:close/>
              </a:path>
              <a:path w="10661650" h="5600700">
                <a:moveTo>
                  <a:pt x="45034" y="5410200"/>
                </a:moveTo>
                <a:lnTo>
                  <a:pt x="8115" y="5410200"/>
                </a:lnTo>
                <a:lnTo>
                  <a:pt x="6578" y="5397500"/>
                </a:lnTo>
                <a:lnTo>
                  <a:pt x="43332" y="5397500"/>
                </a:lnTo>
                <a:lnTo>
                  <a:pt x="45034" y="5410200"/>
                </a:lnTo>
                <a:close/>
              </a:path>
              <a:path w="10661650" h="5600700">
                <a:moveTo>
                  <a:pt x="10653204" y="5410200"/>
                </a:moveTo>
                <a:lnTo>
                  <a:pt x="10616285" y="5410200"/>
                </a:lnTo>
                <a:lnTo>
                  <a:pt x="10617987" y="5397500"/>
                </a:lnTo>
                <a:lnTo>
                  <a:pt x="10654741" y="5397500"/>
                </a:lnTo>
                <a:lnTo>
                  <a:pt x="10653204" y="5410200"/>
                </a:lnTo>
                <a:close/>
              </a:path>
              <a:path w="10661650" h="5600700">
                <a:moveTo>
                  <a:pt x="48666" y="5422900"/>
                </a:moveTo>
                <a:lnTo>
                  <a:pt x="11658" y="5422900"/>
                </a:lnTo>
                <a:lnTo>
                  <a:pt x="9791" y="5410200"/>
                </a:lnTo>
                <a:lnTo>
                  <a:pt x="44843" y="5410200"/>
                </a:lnTo>
                <a:lnTo>
                  <a:pt x="48666" y="5422900"/>
                </a:lnTo>
                <a:close/>
              </a:path>
              <a:path w="10661650" h="5600700">
                <a:moveTo>
                  <a:pt x="10649661" y="5422900"/>
                </a:moveTo>
                <a:lnTo>
                  <a:pt x="10612653" y="5422900"/>
                </a:lnTo>
                <a:lnTo>
                  <a:pt x="10616476" y="5410200"/>
                </a:lnTo>
                <a:lnTo>
                  <a:pt x="10651528" y="5410200"/>
                </a:lnTo>
                <a:lnTo>
                  <a:pt x="10649661" y="5422900"/>
                </a:lnTo>
                <a:close/>
              </a:path>
              <a:path w="10661650" h="5600700">
                <a:moveTo>
                  <a:pt x="101193" y="5499100"/>
                </a:moveTo>
                <a:lnTo>
                  <a:pt x="51663" y="5499100"/>
                </a:lnTo>
                <a:lnTo>
                  <a:pt x="44411" y="5486400"/>
                </a:lnTo>
                <a:lnTo>
                  <a:pt x="25603" y="5448300"/>
                </a:lnTo>
                <a:lnTo>
                  <a:pt x="15722" y="5422900"/>
                </a:lnTo>
                <a:lnTo>
                  <a:pt x="52387" y="5422900"/>
                </a:lnTo>
                <a:lnTo>
                  <a:pt x="57251" y="5435600"/>
                </a:lnTo>
                <a:lnTo>
                  <a:pt x="56883" y="5435600"/>
                </a:lnTo>
                <a:lnTo>
                  <a:pt x="62255" y="5448300"/>
                </a:lnTo>
                <a:lnTo>
                  <a:pt x="61848" y="5448300"/>
                </a:lnTo>
                <a:lnTo>
                  <a:pt x="67703" y="5461000"/>
                </a:lnTo>
                <a:lnTo>
                  <a:pt x="73113" y="5461000"/>
                </a:lnTo>
                <a:lnTo>
                  <a:pt x="79882" y="5473700"/>
                </a:lnTo>
                <a:lnTo>
                  <a:pt x="79387" y="5473700"/>
                </a:lnTo>
                <a:lnTo>
                  <a:pt x="86601" y="5486400"/>
                </a:lnTo>
                <a:lnTo>
                  <a:pt x="93154" y="5486400"/>
                </a:lnTo>
                <a:lnTo>
                  <a:pt x="101193" y="5499100"/>
                </a:lnTo>
                <a:close/>
              </a:path>
              <a:path w="10661650" h="5600700">
                <a:moveTo>
                  <a:pt x="10609656" y="5499100"/>
                </a:moveTo>
                <a:lnTo>
                  <a:pt x="10560126" y="5499100"/>
                </a:lnTo>
                <a:lnTo>
                  <a:pt x="10568165" y="5486400"/>
                </a:lnTo>
                <a:lnTo>
                  <a:pt x="10574718" y="5486400"/>
                </a:lnTo>
                <a:lnTo>
                  <a:pt x="10581932" y="5473700"/>
                </a:lnTo>
                <a:lnTo>
                  <a:pt x="10581436" y="5473700"/>
                </a:lnTo>
                <a:lnTo>
                  <a:pt x="10588205" y="5461000"/>
                </a:lnTo>
                <a:lnTo>
                  <a:pt x="10593616" y="5461000"/>
                </a:lnTo>
                <a:lnTo>
                  <a:pt x="10599470" y="5448300"/>
                </a:lnTo>
                <a:lnTo>
                  <a:pt x="10599064" y="5448300"/>
                </a:lnTo>
                <a:lnTo>
                  <a:pt x="10604436" y="5435600"/>
                </a:lnTo>
                <a:lnTo>
                  <a:pt x="10604068" y="5435600"/>
                </a:lnTo>
                <a:lnTo>
                  <a:pt x="10608932" y="5422900"/>
                </a:lnTo>
                <a:lnTo>
                  <a:pt x="10645597" y="5422900"/>
                </a:lnTo>
                <a:lnTo>
                  <a:pt x="10629963" y="5461000"/>
                </a:lnTo>
                <a:lnTo>
                  <a:pt x="10616907" y="5486400"/>
                </a:lnTo>
                <a:lnTo>
                  <a:pt x="10609656" y="5499100"/>
                </a:lnTo>
                <a:close/>
              </a:path>
              <a:path w="10661650" h="5600700">
                <a:moveTo>
                  <a:pt x="143814" y="5537200"/>
                </a:moveTo>
                <a:lnTo>
                  <a:pt x="85255" y="5537200"/>
                </a:lnTo>
                <a:lnTo>
                  <a:pt x="76212" y="5524500"/>
                </a:lnTo>
                <a:lnTo>
                  <a:pt x="67589" y="5511800"/>
                </a:lnTo>
                <a:lnTo>
                  <a:pt x="59397" y="5499100"/>
                </a:lnTo>
                <a:lnTo>
                  <a:pt x="100609" y="5499100"/>
                </a:lnTo>
                <a:lnTo>
                  <a:pt x="109042" y="5511800"/>
                </a:lnTo>
                <a:lnTo>
                  <a:pt x="116611" y="5511800"/>
                </a:lnTo>
                <a:lnTo>
                  <a:pt x="125780" y="5524500"/>
                </a:lnTo>
                <a:lnTo>
                  <a:pt x="133946" y="5524500"/>
                </a:lnTo>
                <a:lnTo>
                  <a:pt x="143814" y="5537200"/>
                </a:lnTo>
                <a:close/>
              </a:path>
              <a:path w="10661650" h="5600700">
                <a:moveTo>
                  <a:pt x="10576064" y="5537200"/>
                </a:moveTo>
                <a:lnTo>
                  <a:pt x="10517505" y="5537200"/>
                </a:lnTo>
                <a:lnTo>
                  <a:pt x="10527372" y="5524500"/>
                </a:lnTo>
                <a:lnTo>
                  <a:pt x="10535539" y="5524500"/>
                </a:lnTo>
                <a:lnTo>
                  <a:pt x="10544708" y="5511800"/>
                </a:lnTo>
                <a:lnTo>
                  <a:pt x="10552277" y="5511800"/>
                </a:lnTo>
                <a:lnTo>
                  <a:pt x="10560710" y="5499100"/>
                </a:lnTo>
                <a:lnTo>
                  <a:pt x="10601921" y="5499100"/>
                </a:lnTo>
                <a:lnTo>
                  <a:pt x="10593730" y="5511800"/>
                </a:lnTo>
                <a:lnTo>
                  <a:pt x="10585119" y="5524500"/>
                </a:lnTo>
                <a:lnTo>
                  <a:pt x="10576064" y="5537200"/>
                </a:lnTo>
                <a:close/>
              </a:path>
              <a:path w="10661650" h="5600700">
                <a:moveTo>
                  <a:pt x="172999" y="5549900"/>
                </a:moveTo>
                <a:lnTo>
                  <a:pt x="104533" y="5549900"/>
                </a:lnTo>
                <a:lnTo>
                  <a:pt x="94703" y="5537200"/>
                </a:lnTo>
                <a:lnTo>
                  <a:pt x="162229" y="5537200"/>
                </a:lnTo>
                <a:lnTo>
                  <a:pt x="172999" y="5549900"/>
                </a:lnTo>
                <a:close/>
              </a:path>
              <a:path w="10661650" h="5600700">
                <a:moveTo>
                  <a:pt x="10556786" y="5549900"/>
                </a:moveTo>
                <a:lnTo>
                  <a:pt x="10488320" y="5549900"/>
                </a:lnTo>
                <a:lnTo>
                  <a:pt x="10499090" y="5537200"/>
                </a:lnTo>
                <a:lnTo>
                  <a:pt x="10566615" y="5537200"/>
                </a:lnTo>
                <a:lnTo>
                  <a:pt x="10556786" y="5549900"/>
                </a:lnTo>
                <a:close/>
              </a:path>
              <a:path w="10661650" h="5600700">
                <a:moveTo>
                  <a:pt x="198856" y="5562600"/>
                </a:moveTo>
                <a:lnTo>
                  <a:pt x="125310" y="5562600"/>
                </a:lnTo>
                <a:lnTo>
                  <a:pt x="114744" y="5549900"/>
                </a:lnTo>
                <a:lnTo>
                  <a:pt x="193116" y="5549900"/>
                </a:lnTo>
                <a:lnTo>
                  <a:pt x="198856" y="5562600"/>
                </a:lnTo>
                <a:close/>
              </a:path>
              <a:path w="10661650" h="5600700">
                <a:moveTo>
                  <a:pt x="10536008" y="5562600"/>
                </a:moveTo>
                <a:lnTo>
                  <a:pt x="10462463" y="5562600"/>
                </a:lnTo>
                <a:lnTo>
                  <a:pt x="10468203" y="5549900"/>
                </a:lnTo>
                <a:lnTo>
                  <a:pt x="10546575" y="5549900"/>
                </a:lnTo>
                <a:lnTo>
                  <a:pt x="10536008" y="5562600"/>
                </a:lnTo>
                <a:close/>
              </a:path>
              <a:path w="10661650" h="5600700">
                <a:moveTo>
                  <a:pt x="10513860" y="5575300"/>
                </a:moveTo>
                <a:lnTo>
                  <a:pt x="147459" y="5575300"/>
                </a:lnTo>
                <a:lnTo>
                  <a:pt x="136220" y="5562600"/>
                </a:lnTo>
                <a:lnTo>
                  <a:pt x="10525099" y="5562600"/>
                </a:lnTo>
                <a:lnTo>
                  <a:pt x="10513860" y="5575300"/>
                </a:lnTo>
                <a:close/>
              </a:path>
              <a:path w="10661650" h="5600700">
                <a:moveTo>
                  <a:pt x="10490479" y="5588000"/>
                </a:moveTo>
                <a:lnTo>
                  <a:pt x="170840" y="5588000"/>
                </a:lnTo>
                <a:lnTo>
                  <a:pt x="159004" y="5575300"/>
                </a:lnTo>
                <a:lnTo>
                  <a:pt x="10502315" y="5575300"/>
                </a:lnTo>
                <a:lnTo>
                  <a:pt x="10490479" y="5588000"/>
                </a:lnTo>
                <a:close/>
              </a:path>
              <a:path w="10661650" h="5600700">
                <a:moveTo>
                  <a:pt x="10453395" y="5600700"/>
                </a:moveTo>
                <a:lnTo>
                  <a:pt x="207924" y="5600700"/>
                </a:lnTo>
                <a:lnTo>
                  <a:pt x="201587" y="5588000"/>
                </a:lnTo>
                <a:lnTo>
                  <a:pt x="10459732" y="5588000"/>
                </a:lnTo>
                <a:lnTo>
                  <a:pt x="10453395" y="5600700"/>
                </a:lnTo>
                <a:close/>
              </a:path>
            </a:pathLst>
          </a:custGeom>
          <a:solidFill>
            <a:srgbClr val="36A9E0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4" name="组合 3"/>
          <p:cNvGrpSpPr/>
          <p:nvPr/>
        </p:nvGrpSpPr>
        <p:grpSpPr>
          <a:xfrm>
            <a:off x="470575" y="1131590"/>
            <a:ext cx="7866974" cy="756444"/>
            <a:chOff x="1053908" y="2280339"/>
            <a:chExt cx="7866974" cy="756444"/>
          </a:xfrm>
        </p:grpSpPr>
        <p:grpSp>
          <p:nvGrpSpPr>
            <p:cNvPr id="6" name="组合 33"/>
            <p:cNvGrpSpPr/>
            <p:nvPr/>
          </p:nvGrpSpPr>
          <p:grpSpPr bwMode="auto">
            <a:xfrm>
              <a:off x="1053908" y="2280339"/>
              <a:ext cx="900113" cy="756444"/>
              <a:chOff x="-612766" y="752159"/>
              <a:chExt cx="1800200" cy="1512252"/>
            </a:xfrm>
          </p:grpSpPr>
          <p:pic>
            <p:nvPicPr>
              <p:cNvPr id="7" name="Picture 85" descr="png-1449"/>
              <p:cNvPicPr>
                <a:picLocks noChangeAspect="1" noChangeArrowheads="1"/>
              </p:cNvPicPr>
              <p:nvPr/>
            </p:nvPicPr>
            <p:blipFill>
              <a:blip r:embed="rId1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-612766" y="752159"/>
                <a:ext cx="1800200" cy="151225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8" name="矩形 35"/>
              <p:cNvSpPr/>
              <p:nvPr/>
            </p:nvSpPr>
            <p:spPr>
              <a:xfrm>
                <a:off x="20785" y="1209920"/>
                <a:ext cx="782897" cy="676823"/>
              </a:xfrm>
              <a:prstGeom prst="rect">
                <a:avLst/>
              </a:prstGeom>
              <a:noFill/>
              <a:ln w="9525">
                <a:noFill/>
                <a:miter/>
              </a:ln>
            </p:spPr>
            <p:txBody>
              <a:bodyPr wrap="none">
                <a:spAutoFit/>
              </a:bodyPr>
              <a:lstStyle/>
              <a:p>
                <a:pPr eaLnBrk="1" hangingPunct="1">
                  <a:defRPr/>
                </a:pPr>
                <a:r>
                  <a:rPr lang="zh-CN" altLang="en-US" sz="1600" b="1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阿</a:t>
                </a:r>
                <a:endParaRPr lang="zh-CN" altLang="en-US" sz="1600" noProof="1">
                  <a:effectLst>
                    <a:outerShdw blurRad="38100" dist="38100" dir="2700000">
                      <a:srgbClr val="C0C0C0"/>
                    </a:outerShdw>
                  </a:effectLst>
                  <a:latin typeface="隶书" panose="02010509060101010101" pitchFamily="49" charset="-122"/>
                  <a:ea typeface="隶书" panose="02010509060101010101" pitchFamily="49" charset="-122"/>
                </a:endParaRPr>
              </a:p>
            </p:txBody>
          </p:sp>
        </p:grpSp>
        <p:grpSp>
          <p:nvGrpSpPr>
            <p:cNvPr id="9" name="组合 33"/>
            <p:cNvGrpSpPr/>
            <p:nvPr/>
          </p:nvGrpSpPr>
          <p:grpSpPr bwMode="auto">
            <a:xfrm>
              <a:off x="2215052" y="2280339"/>
              <a:ext cx="900113" cy="756444"/>
              <a:chOff x="-612766" y="752159"/>
              <a:chExt cx="1800200" cy="1512252"/>
            </a:xfrm>
          </p:grpSpPr>
          <p:pic>
            <p:nvPicPr>
              <p:cNvPr id="10" name="Picture 85" descr="png-1449"/>
              <p:cNvPicPr>
                <a:picLocks noChangeAspect="1" noChangeArrowheads="1"/>
              </p:cNvPicPr>
              <p:nvPr/>
            </p:nvPicPr>
            <p:blipFill>
              <a:blip r:embed="rId1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-612766" y="752159"/>
                <a:ext cx="1800200" cy="151225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3" name="矩形 35"/>
              <p:cNvSpPr/>
              <p:nvPr/>
            </p:nvSpPr>
            <p:spPr>
              <a:xfrm>
                <a:off x="20785" y="1209920"/>
                <a:ext cx="782897" cy="676823"/>
              </a:xfrm>
              <a:prstGeom prst="rect">
                <a:avLst/>
              </a:prstGeom>
              <a:noFill/>
              <a:ln w="9525">
                <a:noFill/>
                <a:miter/>
              </a:ln>
            </p:spPr>
            <p:txBody>
              <a:bodyPr wrap="none">
                <a:spAutoFit/>
              </a:bodyPr>
              <a:lstStyle/>
              <a:p>
                <a:pPr eaLnBrk="1" hangingPunct="1">
                  <a:defRPr/>
                </a:pPr>
                <a:r>
                  <a:rPr lang="zh-CN" altLang="en-US" sz="1600" b="1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布</a:t>
                </a:r>
                <a:endParaRPr lang="zh-CN" altLang="en-US" sz="1600" noProof="1">
                  <a:effectLst>
                    <a:outerShdw blurRad="38100" dist="38100" dir="2700000">
                      <a:srgbClr val="C0C0C0"/>
                    </a:outerShdw>
                  </a:effectLst>
                  <a:latin typeface="隶书" panose="02010509060101010101" pitchFamily="49" charset="-122"/>
                  <a:ea typeface="隶书" panose="02010509060101010101" pitchFamily="49" charset="-122"/>
                </a:endParaRPr>
              </a:p>
            </p:txBody>
          </p:sp>
        </p:grpSp>
        <p:grpSp>
          <p:nvGrpSpPr>
            <p:cNvPr id="14" name="组合 33"/>
            <p:cNvGrpSpPr/>
            <p:nvPr/>
          </p:nvGrpSpPr>
          <p:grpSpPr bwMode="auto">
            <a:xfrm>
              <a:off x="3376195" y="2280339"/>
              <a:ext cx="900113" cy="756444"/>
              <a:chOff x="-612766" y="752159"/>
              <a:chExt cx="1800200" cy="1512252"/>
            </a:xfrm>
          </p:grpSpPr>
          <p:pic>
            <p:nvPicPr>
              <p:cNvPr id="15" name="Picture 85" descr="png-1449"/>
              <p:cNvPicPr>
                <a:picLocks noChangeAspect="1" noChangeArrowheads="1"/>
              </p:cNvPicPr>
              <p:nvPr/>
            </p:nvPicPr>
            <p:blipFill>
              <a:blip r:embed="rId1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-612766" y="752159"/>
                <a:ext cx="1800200" cy="151225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6" name="矩形 35"/>
              <p:cNvSpPr/>
              <p:nvPr/>
            </p:nvSpPr>
            <p:spPr>
              <a:xfrm>
                <a:off x="20785" y="1209920"/>
                <a:ext cx="782897" cy="676823"/>
              </a:xfrm>
              <a:prstGeom prst="rect">
                <a:avLst/>
              </a:prstGeom>
              <a:noFill/>
              <a:ln w="9525">
                <a:noFill/>
                <a:miter/>
              </a:ln>
            </p:spPr>
            <p:txBody>
              <a:bodyPr wrap="none">
                <a:spAutoFit/>
              </a:bodyPr>
              <a:lstStyle/>
              <a:p>
                <a:pPr eaLnBrk="1" hangingPunct="1">
                  <a:defRPr/>
                </a:pPr>
                <a:r>
                  <a:rPr lang="zh-CN" altLang="en-US" sz="1600" b="1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拉</a:t>
                </a:r>
                <a:endParaRPr lang="zh-CN" altLang="en-US" sz="1600" noProof="1">
                  <a:effectLst>
                    <a:outerShdw blurRad="38100" dist="38100" dir="2700000">
                      <a:srgbClr val="C0C0C0"/>
                    </a:outerShdw>
                  </a:effectLst>
                  <a:latin typeface="隶书" panose="02010509060101010101" pitchFamily="49" charset="-122"/>
                  <a:ea typeface="隶书" panose="02010509060101010101" pitchFamily="49" charset="-122"/>
                </a:endParaRPr>
              </a:p>
            </p:txBody>
          </p:sp>
        </p:grpSp>
        <p:grpSp>
          <p:nvGrpSpPr>
            <p:cNvPr id="17" name="组合 33"/>
            <p:cNvGrpSpPr/>
            <p:nvPr/>
          </p:nvGrpSpPr>
          <p:grpSpPr bwMode="auto">
            <a:xfrm>
              <a:off x="4537338" y="2280339"/>
              <a:ext cx="900113" cy="756444"/>
              <a:chOff x="-606426" y="550809"/>
              <a:chExt cx="1800200" cy="1512252"/>
            </a:xfrm>
          </p:grpSpPr>
          <p:pic>
            <p:nvPicPr>
              <p:cNvPr id="18" name="Picture 85" descr="png-1449"/>
              <p:cNvPicPr>
                <a:picLocks noChangeAspect="1" noChangeArrowheads="1"/>
              </p:cNvPicPr>
              <p:nvPr/>
            </p:nvPicPr>
            <p:blipFill>
              <a:blip r:embed="rId1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-606426" y="550809"/>
                <a:ext cx="1800200" cy="151225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9" name="矩形 35"/>
              <p:cNvSpPr/>
              <p:nvPr/>
            </p:nvSpPr>
            <p:spPr>
              <a:xfrm>
                <a:off x="-14527" y="966786"/>
                <a:ext cx="782897" cy="676823"/>
              </a:xfrm>
              <a:prstGeom prst="rect">
                <a:avLst/>
              </a:prstGeom>
              <a:noFill/>
              <a:ln w="9525">
                <a:noFill/>
                <a:miter/>
              </a:ln>
            </p:spPr>
            <p:txBody>
              <a:bodyPr wrap="none">
                <a:spAutoFit/>
              </a:bodyPr>
              <a:lstStyle/>
              <a:p>
                <a:pPr eaLnBrk="1" hangingPunct="1">
                  <a:defRPr/>
                </a:pPr>
                <a:r>
                  <a:rPr lang="zh-CN" altLang="en-US" sz="1600" b="1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卡</a:t>
                </a:r>
                <a:endParaRPr lang="zh-CN" altLang="en-US" sz="1600" noProof="1">
                  <a:effectLst>
                    <a:outerShdw blurRad="38100" dist="38100" dir="2700000">
                      <a:srgbClr val="C0C0C0"/>
                    </a:outerShdw>
                  </a:effectLst>
                  <a:latin typeface="隶书" panose="02010509060101010101" pitchFamily="49" charset="-122"/>
                  <a:ea typeface="隶书" panose="02010509060101010101" pitchFamily="49" charset="-122"/>
                </a:endParaRPr>
              </a:p>
            </p:txBody>
          </p:sp>
        </p:grpSp>
        <p:grpSp>
          <p:nvGrpSpPr>
            <p:cNvPr id="20" name="组合 19"/>
            <p:cNvGrpSpPr/>
            <p:nvPr/>
          </p:nvGrpSpPr>
          <p:grpSpPr bwMode="auto">
            <a:xfrm>
              <a:off x="5698481" y="2280339"/>
              <a:ext cx="900113" cy="756444"/>
              <a:chOff x="-612766" y="752159"/>
              <a:chExt cx="1800200" cy="1512252"/>
            </a:xfrm>
          </p:grpSpPr>
          <p:pic>
            <p:nvPicPr>
              <p:cNvPr id="21" name="Picture 85" descr="png-1449"/>
              <p:cNvPicPr>
                <a:picLocks noChangeAspect="1" noChangeArrowheads="1"/>
              </p:cNvPicPr>
              <p:nvPr/>
            </p:nvPicPr>
            <p:blipFill>
              <a:blip r:embed="rId1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-612766" y="752159"/>
                <a:ext cx="1800200" cy="151225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22" name="矩形 21"/>
              <p:cNvSpPr/>
              <p:nvPr/>
            </p:nvSpPr>
            <p:spPr>
              <a:xfrm>
                <a:off x="20785" y="1209920"/>
                <a:ext cx="782897" cy="676823"/>
              </a:xfrm>
              <a:prstGeom prst="rect">
                <a:avLst/>
              </a:prstGeom>
              <a:noFill/>
              <a:ln w="9525">
                <a:noFill/>
                <a:miter/>
              </a:ln>
            </p:spPr>
            <p:txBody>
              <a:bodyPr wrap="none">
                <a:spAutoFit/>
              </a:bodyPr>
              <a:lstStyle/>
              <a:p>
                <a:pPr eaLnBrk="1" hangingPunct="1">
                  <a:defRPr/>
                </a:pPr>
                <a:r>
                  <a:rPr lang="zh-CN" altLang="en-US" sz="1600" b="1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达</a:t>
                </a:r>
                <a:endParaRPr lang="zh-CN" altLang="en-US" sz="1600" noProof="1">
                  <a:effectLst>
                    <a:outerShdw blurRad="38100" dist="38100" dir="2700000">
                      <a:srgbClr val="C0C0C0"/>
                    </a:outerShdw>
                  </a:effectLst>
                  <a:latin typeface="隶书" panose="02010509060101010101" pitchFamily="49" charset="-122"/>
                  <a:ea typeface="隶书" panose="02010509060101010101" pitchFamily="49" charset="-122"/>
                </a:endParaRPr>
              </a:p>
            </p:txBody>
          </p:sp>
        </p:grpSp>
        <p:grpSp>
          <p:nvGrpSpPr>
            <p:cNvPr id="23" name="组合 33"/>
            <p:cNvGrpSpPr/>
            <p:nvPr/>
          </p:nvGrpSpPr>
          <p:grpSpPr bwMode="auto">
            <a:xfrm>
              <a:off x="6859624" y="2280339"/>
              <a:ext cx="900113" cy="756444"/>
              <a:chOff x="-612766" y="752159"/>
              <a:chExt cx="1800200" cy="1512252"/>
            </a:xfrm>
          </p:grpSpPr>
          <p:pic>
            <p:nvPicPr>
              <p:cNvPr id="24" name="Picture 85" descr="png-1449"/>
              <p:cNvPicPr>
                <a:picLocks noChangeAspect="1" noChangeArrowheads="1"/>
              </p:cNvPicPr>
              <p:nvPr/>
            </p:nvPicPr>
            <p:blipFill>
              <a:blip r:embed="rId1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-612766" y="752159"/>
                <a:ext cx="1800200" cy="151225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25" name="矩形 35"/>
              <p:cNvSpPr/>
              <p:nvPr/>
            </p:nvSpPr>
            <p:spPr>
              <a:xfrm>
                <a:off x="20785" y="1209920"/>
                <a:ext cx="782897" cy="676823"/>
              </a:xfrm>
              <a:prstGeom prst="rect">
                <a:avLst/>
              </a:prstGeom>
              <a:noFill/>
              <a:ln w="9525">
                <a:noFill/>
                <a:miter/>
              </a:ln>
            </p:spPr>
            <p:txBody>
              <a:bodyPr wrap="none">
                <a:spAutoFit/>
              </a:bodyPr>
              <a:lstStyle/>
              <a:p>
                <a:pPr eaLnBrk="1" hangingPunct="1">
                  <a:defRPr/>
                </a:pPr>
                <a:r>
                  <a:rPr lang="zh-CN" altLang="en-US" sz="1600" b="1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布</a:t>
                </a:r>
                <a:endParaRPr lang="zh-CN" altLang="en-US" sz="1600" noProof="1">
                  <a:effectLst>
                    <a:outerShdw blurRad="38100" dist="38100" dir="2700000">
                      <a:srgbClr val="C0C0C0"/>
                    </a:outerShdw>
                  </a:effectLst>
                  <a:latin typeface="隶书" panose="02010509060101010101" pitchFamily="49" charset="-122"/>
                  <a:ea typeface="隶书" panose="02010509060101010101" pitchFamily="49" charset="-122"/>
                </a:endParaRPr>
              </a:p>
            </p:txBody>
          </p:sp>
        </p:grpSp>
        <p:grpSp>
          <p:nvGrpSpPr>
            <p:cNvPr id="26" name="组合 33"/>
            <p:cNvGrpSpPr/>
            <p:nvPr/>
          </p:nvGrpSpPr>
          <p:grpSpPr bwMode="auto">
            <a:xfrm>
              <a:off x="8020769" y="2280339"/>
              <a:ext cx="900113" cy="756444"/>
              <a:chOff x="-612766" y="752159"/>
              <a:chExt cx="1800200" cy="1512252"/>
            </a:xfrm>
          </p:grpSpPr>
          <p:pic>
            <p:nvPicPr>
              <p:cNvPr id="27" name="Picture 85" descr="png-1449"/>
              <p:cNvPicPr>
                <a:picLocks noChangeAspect="1" noChangeArrowheads="1"/>
              </p:cNvPicPr>
              <p:nvPr/>
            </p:nvPicPr>
            <p:blipFill>
              <a:blip r:embed="rId1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-612766" y="752159"/>
                <a:ext cx="1800200" cy="151225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28" name="矩形 35"/>
              <p:cNvSpPr/>
              <p:nvPr/>
            </p:nvSpPr>
            <p:spPr>
              <a:xfrm>
                <a:off x="20785" y="1209920"/>
                <a:ext cx="782897" cy="676823"/>
              </a:xfrm>
              <a:prstGeom prst="rect">
                <a:avLst/>
              </a:prstGeom>
              <a:noFill/>
              <a:ln w="9525">
                <a:noFill/>
                <a:miter/>
              </a:ln>
            </p:spPr>
            <p:txBody>
              <a:bodyPr wrap="none">
                <a:spAutoFit/>
              </a:bodyPr>
              <a:lstStyle/>
              <a:p>
                <a:pPr eaLnBrk="1" hangingPunct="1">
                  <a:defRPr/>
                </a:pPr>
                <a:r>
                  <a:rPr lang="zh-CN" altLang="en-US" sz="1600" b="1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拉</a:t>
                </a:r>
                <a:endParaRPr lang="zh-CN" altLang="en-US" sz="1600" noProof="1">
                  <a:effectLst>
                    <a:outerShdw blurRad="38100" dist="38100" dir="2700000">
                      <a:srgbClr val="C0C0C0"/>
                    </a:outerShdw>
                  </a:effectLst>
                  <a:latin typeface="隶书" panose="02010509060101010101" pitchFamily="49" charset="-122"/>
                  <a:ea typeface="隶书" panose="02010509060101010101" pitchFamily="49" charset="-122"/>
                </a:endParaRPr>
              </a:p>
            </p:txBody>
          </p:sp>
        </p:grpSp>
      </p:grpSp>
      <p:sp>
        <p:nvSpPr>
          <p:cNvPr id="29" name="矩形 28"/>
          <p:cNvSpPr/>
          <p:nvPr/>
        </p:nvSpPr>
        <p:spPr>
          <a:xfrm>
            <a:off x="4404060" y="2162750"/>
            <a:ext cx="2942833" cy="2288667"/>
          </a:xfrm>
          <a:prstGeom prst="rect">
            <a:avLst/>
          </a:prstGeom>
          <a:noFill/>
          <a:ln w="28575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0" name="图片 2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9079" y="2450782"/>
            <a:ext cx="2110441" cy="175870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53101" y="2571750"/>
            <a:ext cx="3300904" cy="1754326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>
                <a:latin typeface="+mn-ea"/>
              </a:rPr>
              <a:t>借助于一个空瓶子</a:t>
            </a:r>
            <a:r>
              <a:rPr lang="en-US" altLang="zh-CN" dirty="0">
                <a:latin typeface="+mn-ea"/>
              </a:rPr>
              <a:t>t</a:t>
            </a:r>
            <a:r>
              <a:rPr lang="zh-CN" altLang="en-US" dirty="0">
                <a:latin typeface="+mn-ea"/>
              </a:rPr>
              <a:t>。</a:t>
            </a:r>
            <a:endParaRPr lang="en-US" altLang="zh-CN" dirty="0">
              <a:latin typeface="+mn-ea"/>
            </a:endParaRPr>
          </a:p>
          <a:p>
            <a:pPr marL="342900" indent="-342900">
              <a:lnSpc>
                <a:spcPct val="150000"/>
              </a:lnSpc>
              <a:buFont typeface="+mj-ea"/>
              <a:buAutoNum type="circleNumDbPlain"/>
            </a:pPr>
            <a:r>
              <a:rPr lang="zh-CN" altLang="en-US" dirty="0">
                <a:latin typeface="+mn-ea"/>
              </a:rPr>
              <a:t>把</a:t>
            </a:r>
            <a:r>
              <a:rPr lang="en-US" altLang="zh-CN" dirty="0">
                <a:latin typeface="+mn-ea"/>
              </a:rPr>
              <a:t>a</a:t>
            </a:r>
            <a:r>
              <a:rPr lang="zh-CN" altLang="en-US" dirty="0">
                <a:latin typeface="+mn-ea"/>
              </a:rPr>
              <a:t>中的红墨水倒入瓶子</a:t>
            </a:r>
            <a:r>
              <a:rPr lang="en-US" altLang="zh-CN" dirty="0">
                <a:latin typeface="+mn-ea"/>
              </a:rPr>
              <a:t>t</a:t>
            </a:r>
            <a:r>
              <a:rPr lang="zh-CN" altLang="en-US" dirty="0">
                <a:latin typeface="+mn-ea"/>
              </a:rPr>
              <a:t>；</a:t>
            </a:r>
            <a:endParaRPr lang="en-US" altLang="zh-CN" dirty="0">
              <a:latin typeface="+mn-ea"/>
            </a:endParaRPr>
          </a:p>
          <a:p>
            <a:pPr marL="342900" indent="-342900">
              <a:lnSpc>
                <a:spcPct val="150000"/>
              </a:lnSpc>
              <a:buFont typeface="+mj-ea"/>
              <a:buAutoNum type="circleNumDbPlain"/>
            </a:pPr>
            <a:r>
              <a:rPr lang="zh-CN" altLang="en-US" dirty="0">
                <a:latin typeface="+mn-ea"/>
              </a:rPr>
              <a:t>把</a:t>
            </a:r>
            <a:r>
              <a:rPr lang="en-US" altLang="zh-CN" dirty="0">
                <a:latin typeface="+mn-ea"/>
              </a:rPr>
              <a:t>b</a:t>
            </a:r>
            <a:r>
              <a:rPr lang="zh-CN" altLang="en-US" dirty="0">
                <a:latin typeface="+mn-ea"/>
              </a:rPr>
              <a:t>中的蓝墨水倒入瓶子</a:t>
            </a:r>
            <a:r>
              <a:rPr lang="en-US" altLang="zh-CN" dirty="0">
                <a:latin typeface="+mn-ea"/>
              </a:rPr>
              <a:t>a</a:t>
            </a:r>
            <a:r>
              <a:rPr lang="zh-CN" altLang="en-US" dirty="0">
                <a:latin typeface="+mn-ea"/>
              </a:rPr>
              <a:t>；</a:t>
            </a:r>
            <a:endParaRPr lang="en-US" altLang="zh-CN" dirty="0">
              <a:latin typeface="+mn-ea"/>
            </a:endParaRPr>
          </a:p>
          <a:p>
            <a:pPr marL="342900" indent="-342900">
              <a:lnSpc>
                <a:spcPct val="150000"/>
              </a:lnSpc>
              <a:buFont typeface="+mj-ea"/>
              <a:buAutoNum type="circleNumDbPlain"/>
            </a:pPr>
            <a:r>
              <a:rPr lang="zh-CN" altLang="en-US" dirty="0">
                <a:latin typeface="+mn-ea"/>
              </a:rPr>
              <a:t>把</a:t>
            </a:r>
            <a:r>
              <a:rPr lang="en-US" altLang="zh-CN" dirty="0">
                <a:latin typeface="+mn-ea"/>
              </a:rPr>
              <a:t>t</a:t>
            </a:r>
            <a:r>
              <a:rPr lang="zh-CN" altLang="en-US" dirty="0">
                <a:latin typeface="+mn-ea"/>
              </a:rPr>
              <a:t>中的红墨水倒入瓶子</a:t>
            </a:r>
            <a:r>
              <a:rPr lang="en-US" altLang="zh-CN" dirty="0">
                <a:latin typeface="+mn-ea"/>
              </a:rPr>
              <a:t>b</a:t>
            </a:r>
            <a:r>
              <a:rPr lang="zh-CN" altLang="en-US" dirty="0">
                <a:latin typeface="+mn-ea"/>
              </a:rPr>
              <a:t>。</a:t>
            </a:r>
            <a:endParaRPr lang="zh-CN" altLang="en-US" dirty="0">
              <a:latin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7" dur="2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0" dur="2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 animBg="1"/>
      <p:bldP spid="5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object 2"/>
          <p:cNvSpPr/>
          <p:nvPr/>
        </p:nvSpPr>
        <p:spPr>
          <a:xfrm>
            <a:off x="31814" y="289190"/>
            <a:ext cx="9080372" cy="4543313"/>
          </a:xfrm>
          <a:custGeom>
            <a:avLst/>
            <a:gdLst/>
            <a:ahLst/>
            <a:cxnLst/>
            <a:rect l="l" t="t" r="r" b="b"/>
            <a:pathLst>
              <a:path w="10970260" h="5869305">
                <a:moveTo>
                  <a:pt x="10713720" y="5868924"/>
                </a:moveTo>
                <a:lnTo>
                  <a:pt x="256032" y="5868924"/>
                </a:lnTo>
                <a:lnTo>
                  <a:pt x="210025" y="5864912"/>
                </a:lnTo>
                <a:lnTo>
                  <a:pt x="166722" y="5853104"/>
                </a:lnTo>
                <a:lnTo>
                  <a:pt x="126844" y="5834224"/>
                </a:lnTo>
                <a:lnTo>
                  <a:pt x="91115" y="5808994"/>
                </a:lnTo>
                <a:lnTo>
                  <a:pt x="60258" y="5778137"/>
                </a:lnTo>
                <a:lnTo>
                  <a:pt x="34995" y="5742375"/>
                </a:lnTo>
                <a:lnTo>
                  <a:pt x="16049" y="5702432"/>
                </a:lnTo>
                <a:lnTo>
                  <a:pt x="4143" y="5659030"/>
                </a:lnTo>
                <a:lnTo>
                  <a:pt x="0" y="5612892"/>
                </a:lnTo>
                <a:lnTo>
                  <a:pt x="0" y="256031"/>
                </a:lnTo>
                <a:lnTo>
                  <a:pt x="4143" y="210194"/>
                </a:lnTo>
                <a:lnTo>
                  <a:pt x="16049" y="167018"/>
                </a:lnTo>
                <a:lnTo>
                  <a:pt x="34995" y="127225"/>
                </a:lnTo>
                <a:lnTo>
                  <a:pt x="60258" y="91539"/>
                </a:lnTo>
                <a:lnTo>
                  <a:pt x="91115" y="60681"/>
                </a:lnTo>
                <a:lnTo>
                  <a:pt x="126844" y="35376"/>
                </a:lnTo>
                <a:lnTo>
                  <a:pt x="166722" y="16345"/>
                </a:lnTo>
                <a:lnTo>
                  <a:pt x="210025" y="4312"/>
                </a:lnTo>
                <a:lnTo>
                  <a:pt x="256032" y="0"/>
                </a:lnTo>
                <a:lnTo>
                  <a:pt x="10713720" y="0"/>
                </a:lnTo>
                <a:lnTo>
                  <a:pt x="10759726" y="4312"/>
                </a:lnTo>
                <a:lnTo>
                  <a:pt x="10803029" y="16345"/>
                </a:lnTo>
                <a:lnTo>
                  <a:pt x="10842907" y="35376"/>
                </a:lnTo>
                <a:lnTo>
                  <a:pt x="10878636" y="60681"/>
                </a:lnTo>
                <a:lnTo>
                  <a:pt x="10909493" y="91539"/>
                </a:lnTo>
                <a:lnTo>
                  <a:pt x="10934756" y="127225"/>
                </a:lnTo>
                <a:lnTo>
                  <a:pt x="10953702" y="167018"/>
                </a:lnTo>
                <a:lnTo>
                  <a:pt x="10965608" y="210194"/>
                </a:lnTo>
                <a:lnTo>
                  <a:pt x="10969752" y="256031"/>
                </a:lnTo>
                <a:lnTo>
                  <a:pt x="10969752" y="5612892"/>
                </a:lnTo>
                <a:lnTo>
                  <a:pt x="10965608" y="5659030"/>
                </a:lnTo>
                <a:lnTo>
                  <a:pt x="10953702" y="5702432"/>
                </a:lnTo>
                <a:lnTo>
                  <a:pt x="10934756" y="5742375"/>
                </a:lnTo>
                <a:lnTo>
                  <a:pt x="10909493" y="5778137"/>
                </a:lnTo>
                <a:lnTo>
                  <a:pt x="10878636" y="5808994"/>
                </a:lnTo>
                <a:lnTo>
                  <a:pt x="10842907" y="5834224"/>
                </a:lnTo>
                <a:lnTo>
                  <a:pt x="10803029" y="5853104"/>
                </a:lnTo>
                <a:lnTo>
                  <a:pt x="10759726" y="5864912"/>
                </a:lnTo>
                <a:lnTo>
                  <a:pt x="10713720" y="586892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7" name="object 3"/>
          <p:cNvSpPr/>
          <p:nvPr/>
        </p:nvSpPr>
        <p:spPr>
          <a:xfrm>
            <a:off x="107504" y="428533"/>
            <a:ext cx="8824928" cy="4335392"/>
          </a:xfrm>
          <a:custGeom>
            <a:avLst/>
            <a:gdLst/>
            <a:ahLst/>
            <a:cxnLst/>
            <a:rect l="l" t="t" r="r" b="b"/>
            <a:pathLst>
              <a:path w="10661650" h="5600700">
                <a:moveTo>
                  <a:pt x="10490479" y="12699"/>
                </a:moveTo>
                <a:lnTo>
                  <a:pt x="170840" y="12699"/>
                </a:lnTo>
                <a:lnTo>
                  <a:pt x="182841" y="0"/>
                </a:lnTo>
                <a:lnTo>
                  <a:pt x="10478477" y="0"/>
                </a:lnTo>
                <a:lnTo>
                  <a:pt x="10490479" y="12699"/>
                </a:lnTo>
                <a:close/>
              </a:path>
              <a:path w="10661650" h="5600700">
                <a:moveTo>
                  <a:pt x="10513860" y="25399"/>
                </a:moveTo>
                <a:lnTo>
                  <a:pt x="147459" y="25399"/>
                </a:lnTo>
                <a:lnTo>
                  <a:pt x="159004" y="12699"/>
                </a:lnTo>
                <a:lnTo>
                  <a:pt x="10502315" y="12699"/>
                </a:lnTo>
                <a:lnTo>
                  <a:pt x="10513860" y="25399"/>
                </a:lnTo>
                <a:close/>
              </a:path>
              <a:path w="10661650" h="5600700">
                <a:moveTo>
                  <a:pt x="172211" y="50799"/>
                </a:moveTo>
                <a:lnTo>
                  <a:pt x="104533" y="50799"/>
                </a:lnTo>
                <a:lnTo>
                  <a:pt x="114744" y="38099"/>
                </a:lnTo>
                <a:lnTo>
                  <a:pt x="125310" y="25399"/>
                </a:lnTo>
                <a:lnTo>
                  <a:pt x="226250" y="25399"/>
                </a:lnTo>
                <a:lnTo>
                  <a:pt x="220243" y="38099"/>
                </a:lnTo>
                <a:lnTo>
                  <a:pt x="183248" y="38099"/>
                </a:lnTo>
                <a:lnTo>
                  <a:pt x="172211" y="50799"/>
                </a:lnTo>
                <a:close/>
              </a:path>
              <a:path w="10661650" h="5600700">
                <a:moveTo>
                  <a:pt x="10556786" y="50799"/>
                </a:moveTo>
                <a:lnTo>
                  <a:pt x="10489107" y="50799"/>
                </a:lnTo>
                <a:lnTo>
                  <a:pt x="10478071" y="38099"/>
                </a:lnTo>
                <a:lnTo>
                  <a:pt x="10441076" y="38099"/>
                </a:lnTo>
                <a:lnTo>
                  <a:pt x="10435069" y="25399"/>
                </a:lnTo>
                <a:lnTo>
                  <a:pt x="10536008" y="25399"/>
                </a:lnTo>
                <a:lnTo>
                  <a:pt x="10546575" y="38099"/>
                </a:lnTo>
                <a:lnTo>
                  <a:pt x="10556786" y="50799"/>
                </a:lnTo>
                <a:close/>
              </a:path>
              <a:path w="10661650" h="5600700">
                <a:moveTo>
                  <a:pt x="125120" y="76199"/>
                </a:moveTo>
                <a:lnTo>
                  <a:pt x="76212" y="76199"/>
                </a:lnTo>
                <a:lnTo>
                  <a:pt x="85255" y="63499"/>
                </a:lnTo>
                <a:lnTo>
                  <a:pt x="94703" y="50799"/>
                </a:lnTo>
                <a:lnTo>
                  <a:pt x="153263" y="50799"/>
                </a:lnTo>
                <a:lnTo>
                  <a:pt x="143090" y="63499"/>
                </a:lnTo>
                <a:lnTo>
                  <a:pt x="134645" y="63499"/>
                </a:lnTo>
                <a:lnTo>
                  <a:pt x="125120" y="76199"/>
                </a:lnTo>
                <a:close/>
              </a:path>
              <a:path w="10661650" h="5600700">
                <a:moveTo>
                  <a:pt x="10585119" y="76199"/>
                </a:moveTo>
                <a:lnTo>
                  <a:pt x="10536199" y="76199"/>
                </a:lnTo>
                <a:lnTo>
                  <a:pt x="10526674" y="63499"/>
                </a:lnTo>
                <a:lnTo>
                  <a:pt x="10518228" y="63499"/>
                </a:lnTo>
                <a:lnTo>
                  <a:pt x="10508056" y="50799"/>
                </a:lnTo>
                <a:lnTo>
                  <a:pt x="10566615" y="50799"/>
                </a:lnTo>
                <a:lnTo>
                  <a:pt x="10576064" y="63499"/>
                </a:lnTo>
                <a:lnTo>
                  <a:pt x="10585119" y="76199"/>
                </a:lnTo>
                <a:close/>
              </a:path>
              <a:path w="10661650" h="5600700">
                <a:moveTo>
                  <a:pt x="86067" y="114299"/>
                </a:moveTo>
                <a:lnTo>
                  <a:pt x="44411" y="114299"/>
                </a:lnTo>
                <a:lnTo>
                  <a:pt x="51663" y="101599"/>
                </a:lnTo>
                <a:lnTo>
                  <a:pt x="59397" y="88899"/>
                </a:lnTo>
                <a:lnTo>
                  <a:pt x="67589" y="76199"/>
                </a:lnTo>
                <a:lnTo>
                  <a:pt x="117246" y="76199"/>
                </a:lnTo>
                <a:lnTo>
                  <a:pt x="108432" y="88899"/>
                </a:lnTo>
                <a:lnTo>
                  <a:pt x="101193" y="88899"/>
                </a:lnTo>
                <a:lnTo>
                  <a:pt x="93154" y="101599"/>
                </a:lnTo>
                <a:lnTo>
                  <a:pt x="93713" y="101599"/>
                </a:lnTo>
                <a:lnTo>
                  <a:pt x="86067" y="114299"/>
                </a:lnTo>
                <a:close/>
              </a:path>
              <a:path w="10661650" h="5600700">
                <a:moveTo>
                  <a:pt x="10616907" y="114299"/>
                </a:moveTo>
                <a:lnTo>
                  <a:pt x="10575251" y="114299"/>
                </a:lnTo>
                <a:lnTo>
                  <a:pt x="10567606" y="101599"/>
                </a:lnTo>
                <a:lnTo>
                  <a:pt x="10568165" y="101599"/>
                </a:lnTo>
                <a:lnTo>
                  <a:pt x="10560126" y="88899"/>
                </a:lnTo>
                <a:lnTo>
                  <a:pt x="10552887" y="88899"/>
                </a:lnTo>
                <a:lnTo>
                  <a:pt x="10544073" y="76199"/>
                </a:lnTo>
                <a:lnTo>
                  <a:pt x="10593730" y="76199"/>
                </a:lnTo>
                <a:lnTo>
                  <a:pt x="10601921" y="88899"/>
                </a:lnTo>
                <a:lnTo>
                  <a:pt x="10609656" y="101599"/>
                </a:lnTo>
                <a:lnTo>
                  <a:pt x="10616907" y="114299"/>
                </a:lnTo>
                <a:close/>
              </a:path>
              <a:path w="10661650" h="5600700">
                <a:moveTo>
                  <a:pt x="48374" y="177799"/>
                </a:moveTo>
                <a:lnTo>
                  <a:pt x="11658" y="177799"/>
                </a:lnTo>
                <a:lnTo>
                  <a:pt x="15722" y="165099"/>
                </a:lnTo>
                <a:lnTo>
                  <a:pt x="20383" y="152399"/>
                </a:lnTo>
                <a:lnTo>
                  <a:pt x="25603" y="139699"/>
                </a:lnTo>
                <a:lnTo>
                  <a:pt x="31356" y="126999"/>
                </a:lnTo>
                <a:lnTo>
                  <a:pt x="37630" y="114299"/>
                </a:lnTo>
                <a:lnTo>
                  <a:pt x="79882" y="114299"/>
                </a:lnTo>
                <a:lnTo>
                  <a:pt x="73113" y="126999"/>
                </a:lnTo>
                <a:lnTo>
                  <a:pt x="73583" y="126999"/>
                </a:lnTo>
                <a:lnTo>
                  <a:pt x="67259" y="139699"/>
                </a:lnTo>
                <a:lnTo>
                  <a:pt x="67703" y="139699"/>
                </a:lnTo>
                <a:lnTo>
                  <a:pt x="61848" y="152399"/>
                </a:lnTo>
                <a:lnTo>
                  <a:pt x="57251" y="152399"/>
                </a:lnTo>
                <a:lnTo>
                  <a:pt x="52387" y="165099"/>
                </a:lnTo>
                <a:lnTo>
                  <a:pt x="52717" y="165099"/>
                </a:lnTo>
                <a:lnTo>
                  <a:pt x="48374" y="177799"/>
                </a:lnTo>
                <a:close/>
              </a:path>
              <a:path w="10661650" h="5600700">
                <a:moveTo>
                  <a:pt x="10649661" y="177799"/>
                </a:moveTo>
                <a:lnTo>
                  <a:pt x="10612945" y="177799"/>
                </a:lnTo>
                <a:lnTo>
                  <a:pt x="10608602" y="165099"/>
                </a:lnTo>
                <a:lnTo>
                  <a:pt x="10608932" y="165099"/>
                </a:lnTo>
                <a:lnTo>
                  <a:pt x="10604068" y="152399"/>
                </a:lnTo>
                <a:lnTo>
                  <a:pt x="10599470" y="152399"/>
                </a:lnTo>
                <a:lnTo>
                  <a:pt x="10593616" y="139699"/>
                </a:lnTo>
                <a:lnTo>
                  <a:pt x="10594060" y="139699"/>
                </a:lnTo>
                <a:lnTo>
                  <a:pt x="10587736" y="126999"/>
                </a:lnTo>
                <a:lnTo>
                  <a:pt x="10588205" y="126999"/>
                </a:lnTo>
                <a:lnTo>
                  <a:pt x="10581436" y="114299"/>
                </a:lnTo>
                <a:lnTo>
                  <a:pt x="10623689" y="114299"/>
                </a:lnTo>
                <a:lnTo>
                  <a:pt x="10629963" y="126999"/>
                </a:lnTo>
                <a:lnTo>
                  <a:pt x="10635716" y="139699"/>
                </a:lnTo>
                <a:lnTo>
                  <a:pt x="10640936" y="152399"/>
                </a:lnTo>
                <a:lnTo>
                  <a:pt x="10645597" y="165099"/>
                </a:lnTo>
                <a:lnTo>
                  <a:pt x="10649661" y="177799"/>
                </a:lnTo>
                <a:close/>
              </a:path>
              <a:path w="10661650" h="5600700">
                <a:moveTo>
                  <a:pt x="44843" y="190499"/>
                </a:moveTo>
                <a:lnTo>
                  <a:pt x="8115" y="190499"/>
                </a:lnTo>
                <a:lnTo>
                  <a:pt x="9791" y="177799"/>
                </a:lnTo>
                <a:lnTo>
                  <a:pt x="48666" y="177799"/>
                </a:lnTo>
                <a:lnTo>
                  <a:pt x="44843" y="190499"/>
                </a:lnTo>
                <a:close/>
              </a:path>
              <a:path w="10661650" h="5600700">
                <a:moveTo>
                  <a:pt x="10653204" y="190499"/>
                </a:moveTo>
                <a:lnTo>
                  <a:pt x="10616476" y="190499"/>
                </a:lnTo>
                <a:lnTo>
                  <a:pt x="10612653" y="177799"/>
                </a:lnTo>
                <a:lnTo>
                  <a:pt x="10651528" y="177799"/>
                </a:lnTo>
                <a:lnTo>
                  <a:pt x="10653204" y="190499"/>
                </a:lnTo>
                <a:close/>
              </a:path>
              <a:path w="10661650" h="5600700">
                <a:moveTo>
                  <a:pt x="41884" y="203199"/>
                </a:moveTo>
                <a:lnTo>
                  <a:pt x="5207" y="203199"/>
                </a:lnTo>
                <a:lnTo>
                  <a:pt x="6578" y="190499"/>
                </a:lnTo>
                <a:lnTo>
                  <a:pt x="43446" y="190499"/>
                </a:lnTo>
                <a:lnTo>
                  <a:pt x="41884" y="203199"/>
                </a:lnTo>
                <a:close/>
              </a:path>
              <a:path w="10661650" h="5600700">
                <a:moveTo>
                  <a:pt x="10656112" y="203199"/>
                </a:moveTo>
                <a:lnTo>
                  <a:pt x="10619435" y="203199"/>
                </a:lnTo>
                <a:lnTo>
                  <a:pt x="10617873" y="190499"/>
                </a:lnTo>
                <a:lnTo>
                  <a:pt x="10654741" y="190499"/>
                </a:lnTo>
                <a:lnTo>
                  <a:pt x="10656112" y="203199"/>
                </a:lnTo>
                <a:close/>
              </a:path>
              <a:path w="10661650" h="5600700">
                <a:moveTo>
                  <a:pt x="38328" y="215899"/>
                </a:moveTo>
                <a:lnTo>
                  <a:pt x="2908" y="215899"/>
                </a:lnTo>
                <a:lnTo>
                  <a:pt x="3975" y="203199"/>
                </a:lnTo>
                <a:lnTo>
                  <a:pt x="39458" y="203199"/>
                </a:lnTo>
                <a:lnTo>
                  <a:pt x="38328" y="215899"/>
                </a:lnTo>
                <a:close/>
              </a:path>
              <a:path w="10661650" h="5600700">
                <a:moveTo>
                  <a:pt x="10658411" y="215899"/>
                </a:moveTo>
                <a:lnTo>
                  <a:pt x="10622991" y="215899"/>
                </a:lnTo>
                <a:lnTo>
                  <a:pt x="10621860" y="203199"/>
                </a:lnTo>
                <a:lnTo>
                  <a:pt x="10657344" y="203199"/>
                </a:lnTo>
                <a:lnTo>
                  <a:pt x="10658411" y="215899"/>
                </a:lnTo>
                <a:close/>
              </a:path>
              <a:path w="10661650" h="5600700">
                <a:moveTo>
                  <a:pt x="36626" y="228599"/>
                </a:moveTo>
                <a:lnTo>
                  <a:pt x="1257" y="228599"/>
                </a:lnTo>
                <a:lnTo>
                  <a:pt x="2006" y="215899"/>
                </a:lnTo>
                <a:lnTo>
                  <a:pt x="37465" y="215899"/>
                </a:lnTo>
                <a:lnTo>
                  <a:pt x="36626" y="228599"/>
                </a:lnTo>
                <a:close/>
              </a:path>
              <a:path w="10661650" h="5600700">
                <a:moveTo>
                  <a:pt x="10660062" y="228599"/>
                </a:moveTo>
                <a:lnTo>
                  <a:pt x="10624692" y="228599"/>
                </a:lnTo>
                <a:lnTo>
                  <a:pt x="10623854" y="215899"/>
                </a:lnTo>
                <a:lnTo>
                  <a:pt x="10659313" y="215899"/>
                </a:lnTo>
                <a:lnTo>
                  <a:pt x="10660062" y="228599"/>
                </a:lnTo>
                <a:close/>
              </a:path>
              <a:path w="10661650" h="5600700">
                <a:moveTo>
                  <a:pt x="35483" y="241299"/>
                </a:moveTo>
                <a:lnTo>
                  <a:pt x="254" y="241299"/>
                </a:lnTo>
                <a:lnTo>
                  <a:pt x="673" y="228599"/>
                </a:lnTo>
                <a:lnTo>
                  <a:pt x="36029" y="228599"/>
                </a:lnTo>
                <a:lnTo>
                  <a:pt x="35483" y="241299"/>
                </a:lnTo>
                <a:close/>
              </a:path>
              <a:path w="10661650" h="5600700">
                <a:moveTo>
                  <a:pt x="10661065" y="241299"/>
                </a:moveTo>
                <a:lnTo>
                  <a:pt x="10625836" y="241299"/>
                </a:lnTo>
                <a:lnTo>
                  <a:pt x="10625289" y="228599"/>
                </a:lnTo>
                <a:lnTo>
                  <a:pt x="10660646" y="228599"/>
                </a:lnTo>
                <a:lnTo>
                  <a:pt x="10661065" y="241299"/>
                </a:lnTo>
                <a:close/>
              </a:path>
              <a:path w="10661650" h="5600700">
                <a:moveTo>
                  <a:pt x="34912" y="5346700"/>
                </a:moveTo>
                <a:lnTo>
                  <a:pt x="0" y="5346700"/>
                </a:lnTo>
                <a:lnTo>
                  <a:pt x="0" y="241299"/>
                </a:lnTo>
                <a:lnTo>
                  <a:pt x="35140" y="241299"/>
                </a:lnTo>
                <a:lnTo>
                  <a:pt x="34899" y="253999"/>
                </a:lnTo>
                <a:lnTo>
                  <a:pt x="34912" y="5346700"/>
                </a:lnTo>
                <a:close/>
              </a:path>
              <a:path w="10661650" h="5600700">
                <a:moveTo>
                  <a:pt x="10661319" y="5346700"/>
                </a:moveTo>
                <a:lnTo>
                  <a:pt x="10626407" y="5346700"/>
                </a:lnTo>
                <a:lnTo>
                  <a:pt x="10626483" y="254000"/>
                </a:lnTo>
                <a:lnTo>
                  <a:pt x="10626178" y="241299"/>
                </a:lnTo>
                <a:lnTo>
                  <a:pt x="10661319" y="241299"/>
                </a:lnTo>
                <a:lnTo>
                  <a:pt x="10661319" y="5346700"/>
                </a:lnTo>
                <a:close/>
              </a:path>
              <a:path w="10661650" h="5600700">
                <a:moveTo>
                  <a:pt x="36677" y="5372100"/>
                </a:moveTo>
                <a:lnTo>
                  <a:pt x="1257" y="5372100"/>
                </a:lnTo>
                <a:lnTo>
                  <a:pt x="673" y="5359400"/>
                </a:lnTo>
                <a:lnTo>
                  <a:pt x="254" y="5346700"/>
                </a:lnTo>
                <a:lnTo>
                  <a:pt x="35115" y="5346700"/>
                </a:lnTo>
                <a:lnTo>
                  <a:pt x="35509" y="5359400"/>
                </a:lnTo>
                <a:lnTo>
                  <a:pt x="35979" y="5359400"/>
                </a:lnTo>
                <a:lnTo>
                  <a:pt x="36677" y="5372100"/>
                </a:lnTo>
                <a:close/>
              </a:path>
              <a:path w="10661650" h="5600700">
                <a:moveTo>
                  <a:pt x="10660062" y="5372100"/>
                </a:moveTo>
                <a:lnTo>
                  <a:pt x="10624642" y="5372100"/>
                </a:lnTo>
                <a:lnTo>
                  <a:pt x="10625340" y="5359400"/>
                </a:lnTo>
                <a:lnTo>
                  <a:pt x="10625810" y="5359400"/>
                </a:lnTo>
                <a:lnTo>
                  <a:pt x="10626204" y="5346700"/>
                </a:lnTo>
                <a:lnTo>
                  <a:pt x="10661065" y="5346700"/>
                </a:lnTo>
                <a:lnTo>
                  <a:pt x="10660646" y="5359400"/>
                </a:lnTo>
                <a:lnTo>
                  <a:pt x="10660062" y="5372100"/>
                </a:lnTo>
                <a:close/>
              </a:path>
              <a:path w="10661650" h="5600700">
                <a:moveTo>
                  <a:pt x="38404" y="5384800"/>
                </a:moveTo>
                <a:lnTo>
                  <a:pt x="2908" y="5384800"/>
                </a:lnTo>
                <a:lnTo>
                  <a:pt x="2006" y="5372100"/>
                </a:lnTo>
                <a:lnTo>
                  <a:pt x="37401" y="5372100"/>
                </a:lnTo>
                <a:lnTo>
                  <a:pt x="38404" y="5384800"/>
                </a:lnTo>
                <a:close/>
              </a:path>
              <a:path w="10661650" h="5600700">
                <a:moveTo>
                  <a:pt x="10658411" y="5384800"/>
                </a:moveTo>
                <a:lnTo>
                  <a:pt x="10622915" y="5384800"/>
                </a:lnTo>
                <a:lnTo>
                  <a:pt x="10623918" y="5372100"/>
                </a:lnTo>
                <a:lnTo>
                  <a:pt x="10659313" y="5372100"/>
                </a:lnTo>
                <a:lnTo>
                  <a:pt x="10658411" y="5384800"/>
                </a:lnTo>
                <a:close/>
              </a:path>
              <a:path w="10661650" h="5600700">
                <a:moveTo>
                  <a:pt x="41986" y="5397500"/>
                </a:moveTo>
                <a:lnTo>
                  <a:pt x="5207" y="5397500"/>
                </a:lnTo>
                <a:lnTo>
                  <a:pt x="3975" y="5384800"/>
                </a:lnTo>
                <a:lnTo>
                  <a:pt x="40563" y="5384800"/>
                </a:lnTo>
                <a:lnTo>
                  <a:pt x="41986" y="5397500"/>
                </a:lnTo>
                <a:close/>
              </a:path>
              <a:path w="10661650" h="5600700">
                <a:moveTo>
                  <a:pt x="10656112" y="5397500"/>
                </a:moveTo>
                <a:lnTo>
                  <a:pt x="10619333" y="5397500"/>
                </a:lnTo>
                <a:lnTo>
                  <a:pt x="10620756" y="5384800"/>
                </a:lnTo>
                <a:lnTo>
                  <a:pt x="10657344" y="5384800"/>
                </a:lnTo>
                <a:lnTo>
                  <a:pt x="10656112" y="5397500"/>
                </a:lnTo>
                <a:close/>
              </a:path>
              <a:path w="10661650" h="5600700">
                <a:moveTo>
                  <a:pt x="45034" y="5410200"/>
                </a:moveTo>
                <a:lnTo>
                  <a:pt x="8115" y="5410200"/>
                </a:lnTo>
                <a:lnTo>
                  <a:pt x="6578" y="5397500"/>
                </a:lnTo>
                <a:lnTo>
                  <a:pt x="43332" y="5397500"/>
                </a:lnTo>
                <a:lnTo>
                  <a:pt x="45034" y="5410200"/>
                </a:lnTo>
                <a:close/>
              </a:path>
              <a:path w="10661650" h="5600700">
                <a:moveTo>
                  <a:pt x="10653204" y="5410200"/>
                </a:moveTo>
                <a:lnTo>
                  <a:pt x="10616285" y="5410200"/>
                </a:lnTo>
                <a:lnTo>
                  <a:pt x="10617987" y="5397500"/>
                </a:lnTo>
                <a:lnTo>
                  <a:pt x="10654741" y="5397500"/>
                </a:lnTo>
                <a:lnTo>
                  <a:pt x="10653204" y="5410200"/>
                </a:lnTo>
                <a:close/>
              </a:path>
              <a:path w="10661650" h="5600700">
                <a:moveTo>
                  <a:pt x="48666" y="5422900"/>
                </a:moveTo>
                <a:lnTo>
                  <a:pt x="11658" y="5422900"/>
                </a:lnTo>
                <a:lnTo>
                  <a:pt x="9791" y="5410200"/>
                </a:lnTo>
                <a:lnTo>
                  <a:pt x="44843" y="5410200"/>
                </a:lnTo>
                <a:lnTo>
                  <a:pt x="48666" y="5422900"/>
                </a:lnTo>
                <a:close/>
              </a:path>
              <a:path w="10661650" h="5600700">
                <a:moveTo>
                  <a:pt x="10649661" y="5422900"/>
                </a:moveTo>
                <a:lnTo>
                  <a:pt x="10612653" y="5422900"/>
                </a:lnTo>
                <a:lnTo>
                  <a:pt x="10616476" y="5410200"/>
                </a:lnTo>
                <a:lnTo>
                  <a:pt x="10651528" y="5410200"/>
                </a:lnTo>
                <a:lnTo>
                  <a:pt x="10649661" y="5422900"/>
                </a:lnTo>
                <a:close/>
              </a:path>
              <a:path w="10661650" h="5600700">
                <a:moveTo>
                  <a:pt x="101193" y="5499100"/>
                </a:moveTo>
                <a:lnTo>
                  <a:pt x="51663" y="5499100"/>
                </a:lnTo>
                <a:lnTo>
                  <a:pt x="44411" y="5486400"/>
                </a:lnTo>
                <a:lnTo>
                  <a:pt x="25603" y="5448300"/>
                </a:lnTo>
                <a:lnTo>
                  <a:pt x="15722" y="5422900"/>
                </a:lnTo>
                <a:lnTo>
                  <a:pt x="52387" y="5422900"/>
                </a:lnTo>
                <a:lnTo>
                  <a:pt x="57251" y="5435600"/>
                </a:lnTo>
                <a:lnTo>
                  <a:pt x="56883" y="5435600"/>
                </a:lnTo>
                <a:lnTo>
                  <a:pt x="62255" y="5448300"/>
                </a:lnTo>
                <a:lnTo>
                  <a:pt x="61848" y="5448300"/>
                </a:lnTo>
                <a:lnTo>
                  <a:pt x="67703" y="5461000"/>
                </a:lnTo>
                <a:lnTo>
                  <a:pt x="73113" y="5461000"/>
                </a:lnTo>
                <a:lnTo>
                  <a:pt x="79882" y="5473700"/>
                </a:lnTo>
                <a:lnTo>
                  <a:pt x="79387" y="5473700"/>
                </a:lnTo>
                <a:lnTo>
                  <a:pt x="86601" y="5486400"/>
                </a:lnTo>
                <a:lnTo>
                  <a:pt x="93154" y="5486400"/>
                </a:lnTo>
                <a:lnTo>
                  <a:pt x="101193" y="5499100"/>
                </a:lnTo>
                <a:close/>
              </a:path>
              <a:path w="10661650" h="5600700">
                <a:moveTo>
                  <a:pt x="10609656" y="5499100"/>
                </a:moveTo>
                <a:lnTo>
                  <a:pt x="10560126" y="5499100"/>
                </a:lnTo>
                <a:lnTo>
                  <a:pt x="10568165" y="5486400"/>
                </a:lnTo>
                <a:lnTo>
                  <a:pt x="10574718" y="5486400"/>
                </a:lnTo>
                <a:lnTo>
                  <a:pt x="10581932" y="5473700"/>
                </a:lnTo>
                <a:lnTo>
                  <a:pt x="10581436" y="5473700"/>
                </a:lnTo>
                <a:lnTo>
                  <a:pt x="10588205" y="5461000"/>
                </a:lnTo>
                <a:lnTo>
                  <a:pt x="10593616" y="5461000"/>
                </a:lnTo>
                <a:lnTo>
                  <a:pt x="10599470" y="5448300"/>
                </a:lnTo>
                <a:lnTo>
                  <a:pt x="10599064" y="5448300"/>
                </a:lnTo>
                <a:lnTo>
                  <a:pt x="10604436" y="5435600"/>
                </a:lnTo>
                <a:lnTo>
                  <a:pt x="10604068" y="5435600"/>
                </a:lnTo>
                <a:lnTo>
                  <a:pt x="10608932" y="5422900"/>
                </a:lnTo>
                <a:lnTo>
                  <a:pt x="10645597" y="5422900"/>
                </a:lnTo>
                <a:lnTo>
                  <a:pt x="10629963" y="5461000"/>
                </a:lnTo>
                <a:lnTo>
                  <a:pt x="10616907" y="5486400"/>
                </a:lnTo>
                <a:lnTo>
                  <a:pt x="10609656" y="5499100"/>
                </a:lnTo>
                <a:close/>
              </a:path>
              <a:path w="10661650" h="5600700">
                <a:moveTo>
                  <a:pt x="143814" y="5537200"/>
                </a:moveTo>
                <a:lnTo>
                  <a:pt x="85255" y="5537200"/>
                </a:lnTo>
                <a:lnTo>
                  <a:pt x="76212" y="5524500"/>
                </a:lnTo>
                <a:lnTo>
                  <a:pt x="67589" y="5511800"/>
                </a:lnTo>
                <a:lnTo>
                  <a:pt x="59397" y="5499100"/>
                </a:lnTo>
                <a:lnTo>
                  <a:pt x="100609" y="5499100"/>
                </a:lnTo>
                <a:lnTo>
                  <a:pt x="109042" y="5511800"/>
                </a:lnTo>
                <a:lnTo>
                  <a:pt x="116611" y="5511800"/>
                </a:lnTo>
                <a:lnTo>
                  <a:pt x="125780" y="5524500"/>
                </a:lnTo>
                <a:lnTo>
                  <a:pt x="133946" y="5524500"/>
                </a:lnTo>
                <a:lnTo>
                  <a:pt x="143814" y="5537200"/>
                </a:lnTo>
                <a:close/>
              </a:path>
              <a:path w="10661650" h="5600700">
                <a:moveTo>
                  <a:pt x="10576064" y="5537200"/>
                </a:moveTo>
                <a:lnTo>
                  <a:pt x="10517505" y="5537200"/>
                </a:lnTo>
                <a:lnTo>
                  <a:pt x="10527372" y="5524500"/>
                </a:lnTo>
                <a:lnTo>
                  <a:pt x="10535539" y="5524500"/>
                </a:lnTo>
                <a:lnTo>
                  <a:pt x="10544708" y="5511800"/>
                </a:lnTo>
                <a:lnTo>
                  <a:pt x="10552277" y="5511800"/>
                </a:lnTo>
                <a:lnTo>
                  <a:pt x="10560710" y="5499100"/>
                </a:lnTo>
                <a:lnTo>
                  <a:pt x="10601921" y="5499100"/>
                </a:lnTo>
                <a:lnTo>
                  <a:pt x="10593730" y="5511800"/>
                </a:lnTo>
                <a:lnTo>
                  <a:pt x="10585119" y="5524500"/>
                </a:lnTo>
                <a:lnTo>
                  <a:pt x="10576064" y="5537200"/>
                </a:lnTo>
                <a:close/>
              </a:path>
              <a:path w="10661650" h="5600700">
                <a:moveTo>
                  <a:pt x="172999" y="5549900"/>
                </a:moveTo>
                <a:lnTo>
                  <a:pt x="104533" y="5549900"/>
                </a:lnTo>
                <a:lnTo>
                  <a:pt x="94703" y="5537200"/>
                </a:lnTo>
                <a:lnTo>
                  <a:pt x="162229" y="5537200"/>
                </a:lnTo>
                <a:lnTo>
                  <a:pt x="172999" y="5549900"/>
                </a:lnTo>
                <a:close/>
              </a:path>
              <a:path w="10661650" h="5600700">
                <a:moveTo>
                  <a:pt x="10556786" y="5549900"/>
                </a:moveTo>
                <a:lnTo>
                  <a:pt x="10488320" y="5549900"/>
                </a:lnTo>
                <a:lnTo>
                  <a:pt x="10499090" y="5537200"/>
                </a:lnTo>
                <a:lnTo>
                  <a:pt x="10566615" y="5537200"/>
                </a:lnTo>
                <a:lnTo>
                  <a:pt x="10556786" y="5549900"/>
                </a:lnTo>
                <a:close/>
              </a:path>
              <a:path w="10661650" h="5600700">
                <a:moveTo>
                  <a:pt x="198856" y="5562600"/>
                </a:moveTo>
                <a:lnTo>
                  <a:pt x="125310" y="5562600"/>
                </a:lnTo>
                <a:lnTo>
                  <a:pt x="114744" y="5549900"/>
                </a:lnTo>
                <a:lnTo>
                  <a:pt x="193116" y="5549900"/>
                </a:lnTo>
                <a:lnTo>
                  <a:pt x="198856" y="5562600"/>
                </a:lnTo>
                <a:close/>
              </a:path>
              <a:path w="10661650" h="5600700">
                <a:moveTo>
                  <a:pt x="10536008" y="5562600"/>
                </a:moveTo>
                <a:lnTo>
                  <a:pt x="10462463" y="5562600"/>
                </a:lnTo>
                <a:lnTo>
                  <a:pt x="10468203" y="5549900"/>
                </a:lnTo>
                <a:lnTo>
                  <a:pt x="10546575" y="5549900"/>
                </a:lnTo>
                <a:lnTo>
                  <a:pt x="10536008" y="5562600"/>
                </a:lnTo>
                <a:close/>
              </a:path>
              <a:path w="10661650" h="5600700">
                <a:moveTo>
                  <a:pt x="10513860" y="5575300"/>
                </a:moveTo>
                <a:lnTo>
                  <a:pt x="147459" y="5575300"/>
                </a:lnTo>
                <a:lnTo>
                  <a:pt x="136220" y="5562600"/>
                </a:lnTo>
                <a:lnTo>
                  <a:pt x="10525099" y="5562600"/>
                </a:lnTo>
                <a:lnTo>
                  <a:pt x="10513860" y="5575300"/>
                </a:lnTo>
                <a:close/>
              </a:path>
              <a:path w="10661650" h="5600700">
                <a:moveTo>
                  <a:pt x="10490479" y="5588000"/>
                </a:moveTo>
                <a:lnTo>
                  <a:pt x="170840" y="5588000"/>
                </a:lnTo>
                <a:lnTo>
                  <a:pt x="159004" y="5575300"/>
                </a:lnTo>
                <a:lnTo>
                  <a:pt x="10502315" y="5575300"/>
                </a:lnTo>
                <a:lnTo>
                  <a:pt x="10490479" y="5588000"/>
                </a:lnTo>
                <a:close/>
              </a:path>
              <a:path w="10661650" h="5600700">
                <a:moveTo>
                  <a:pt x="10453395" y="5600700"/>
                </a:moveTo>
                <a:lnTo>
                  <a:pt x="207924" y="5600700"/>
                </a:lnTo>
                <a:lnTo>
                  <a:pt x="201587" y="5588000"/>
                </a:lnTo>
                <a:lnTo>
                  <a:pt x="10459732" y="5588000"/>
                </a:lnTo>
                <a:lnTo>
                  <a:pt x="10453395" y="5600700"/>
                </a:lnTo>
                <a:close/>
              </a:path>
            </a:pathLst>
          </a:custGeom>
          <a:solidFill>
            <a:srgbClr val="36A9E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矩形 2"/>
          <p:cNvSpPr/>
          <p:nvPr/>
        </p:nvSpPr>
        <p:spPr>
          <a:xfrm>
            <a:off x="335818" y="1166432"/>
            <a:ext cx="7543298" cy="36625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600" dirty="0"/>
              <a:t>#include&lt;</a:t>
            </a:r>
            <a:r>
              <a:rPr lang="en-US" altLang="zh-CN" sz="1600" dirty="0" err="1"/>
              <a:t>iostream</a:t>
            </a:r>
            <a:r>
              <a:rPr lang="en-US" altLang="zh-CN" sz="1600" dirty="0"/>
              <a:t>&gt;</a:t>
            </a:r>
            <a:endParaRPr lang="en-US" altLang="zh-CN" sz="1600" dirty="0"/>
          </a:p>
          <a:p>
            <a:r>
              <a:rPr lang="en-US" altLang="zh-CN" sz="1600" dirty="0"/>
              <a:t>using namespace </a:t>
            </a:r>
            <a:r>
              <a:rPr lang="en-US" altLang="zh-CN" sz="1600" dirty="0" err="1"/>
              <a:t>std</a:t>
            </a:r>
            <a:r>
              <a:rPr lang="en-US" altLang="zh-CN" sz="1600" dirty="0"/>
              <a:t>;</a:t>
            </a:r>
            <a:endParaRPr lang="en-US" altLang="zh-CN" sz="1600" dirty="0"/>
          </a:p>
          <a:p>
            <a:r>
              <a:rPr lang="en-US" altLang="zh-CN" sz="1600" dirty="0" err="1"/>
              <a:t>int</a:t>
            </a:r>
            <a:r>
              <a:rPr lang="en-US" altLang="zh-CN" sz="1600" dirty="0"/>
              <a:t> main()</a:t>
            </a:r>
            <a:endParaRPr lang="en-US" altLang="zh-CN" sz="1600" dirty="0"/>
          </a:p>
          <a:p>
            <a:r>
              <a:rPr lang="en-US" altLang="zh-CN" sz="1600" dirty="0"/>
              <a:t>{</a:t>
            </a:r>
            <a:endParaRPr lang="en-US" altLang="zh-CN" sz="1600" dirty="0"/>
          </a:p>
          <a:p>
            <a:r>
              <a:rPr lang="en-US" altLang="zh-CN" sz="1600" dirty="0"/>
              <a:t>    </a:t>
            </a:r>
            <a:r>
              <a:rPr lang="en-US" altLang="zh-CN" sz="1600" dirty="0" err="1"/>
              <a:t>int</a:t>
            </a:r>
            <a:r>
              <a:rPr lang="en-US" altLang="zh-CN" sz="1600" dirty="0"/>
              <a:t> </a:t>
            </a:r>
            <a:r>
              <a:rPr lang="en-US" altLang="zh-CN" sz="1600" dirty="0" err="1"/>
              <a:t>a,b,t</a:t>
            </a:r>
            <a:r>
              <a:rPr lang="en-US" altLang="zh-CN" sz="1600" dirty="0"/>
              <a:t>; </a:t>
            </a:r>
            <a:endParaRPr lang="en-US" altLang="zh-CN" sz="1600" dirty="0"/>
          </a:p>
          <a:p>
            <a:r>
              <a:rPr lang="en-US" altLang="zh-CN" sz="1600" dirty="0"/>
              <a:t>    a=10;</a:t>
            </a:r>
            <a:endParaRPr lang="en-US" altLang="zh-CN" sz="1600" dirty="0"/>
          </a:p>
          <a:p>
            <a:r>
              <a:rPr lang="en-US" altLang="zh-CN" sz="1600" dirty="0"/>
              <a:t>    b=20; </a:t>
            </a:r>
            <a:endParaRPr lang="en-US" altLang="zh-CN" sz="1600" dirty="0"/>
          </a:p>
          <a:p>
            <a:r>
              <a:rPr lang="en-US" altLang="zh-CN" sz="1600" dirty="0"/>
              <a:t>    </a:t>
            </a:r>
            <a:r>
              <a:rPr lang="en-US" altLang="zh-CN" sz="1600" dirty="0" err="1"/>
              <a:t>cout</a:t>
            </a:r>
            <a:r>
              <a:rPr lang="en-US" altLang="zh-CN" sz="1600" dirty="0"/>
              <a:t>&lt;&lt;"a="&lt;&lt;a&lt;&lt;"  b="&lt;&lt;b&lt;&lt;</a:t>
            </a:r>
            <a:r>
              <a:rPr lang="en-US" altLang="zh-CN" sz="1600" dirty="0" err="1"/>
              <a:t>endl</a:t>
            </a:r>
            <a:r>
              <a:rPr lang="en-US" altLang="zh-CN" sz="1600" dirty="0"/>
              <a:t>;  //</a:t>
            </a:r>
            <a:r>
              <a:rPr lang="zh-CN" altLang="en-US" sz="1600" dirty="0"/>
              <a:t>输出交换前</a:t>
            </a:r>
            <a:r>
              <a:rPr lang="en-US" altLang="zh-CN" sz="1600" dirty="0" err="1"/>
              <a:t>a,b</a:t>
            </a:r>
            <a:r>
              <a:rPr lang="zh-CN" altLang="en-US" sz="1600" dirty="0"/>
              <a:t>的值 </a:t>
            </a:r>
            <a:endParaRPr lang="zh-CN" altLang="en-US" sz="1600" dirty="0"/>
          </a:p>
          <a:p>
            <a:r>
              <a:rPr lang="zh-CN" altLang="en-US" sz="1600" dirty="0"/>
              <a:t>    </a:t>
            </a:r>
            <a:r>
              <a:rPr lang="en-US" altLang="zh-CN" sz="1600" dirty="0">
                <a:solidFill>
                  <a:srgbClr val="C00000"/>
                </a:solidFill>
              </a:rPr>
              <a:t>t=a;</a:t>
            </a:r>
            <a:endParaRPr lang="en-US" altLang="zh-CN" sz="1600" dirty="0">
              <a:solidFill>
                <a:srgbClr val="C00000"/>
              </a:solidFill>
            </a:endParaRPr>
          </a:p>
          <a:p>
            <a:r>
              <a:rPr lang="en-US" altLang="zh-CN" sz="1600" dirty="0">
                <a:solidFill>
                  <a:srgbClr val="C00000"/>
                </a:solidFill>
              </a:rPr>
              <a:t>    a=b;</a:t>
            </a:r>
            <a:endParaRPr lang="en-US" altLang="zh-CN" sz="1600" dirty="0">
              <a:solidFill>
                <a:srgbClr val="C00000"/>
              </a:solidFill>
            </a:endParaRPr>
          </a:p>
          <a:p>
            <a:r>
              <a:rPr lang="en-US" altLang="zh-CN" sz="1600" dirty="0">
                <a:solidFill>
                  <a:srgbClr val="C00000"/>
                </a:solidFill>
              </a:rPr>
              <a:t>    b=t;</a:t>
            </a:r>
            <a:endParaRPr lang="en-US" altLang="zh-CN" sz="1600" dirty="0">
              <a:solidFill>
                <a:srgbClr val="C00000"/>
              </a:solidFill>
            </a:endParaRPr>
          </a:p>
          <a:p>
            <a:r>
              <a:rPr lang="en-US" altLang="zh-CN" sz="1600" dirty="0"/>
              <a:t>    </a:t>
            </a:r>
            <a:r>
              <a:rPr lang="en-US" altLang="zh-CN" sz="1600" dirty="0" err="1"/>
              <a:t>cout</a:t>
            </a:r>
            <a:r>
              <a:rPr lang="en-US" altLang="zh-CN" sz="1600" dirty="0"/>
              <a:t>&lt;&lt;"a="&lt;&lt;a&lt;&lt;"  b="&lt;&lt;b&lt;&lt;</a:t>
            </a:r>
            <a:r>
              <a:rPr lang="en-US" altLang="zh-CN" sz="1600" dirty="0" err="1"/>
              <a:t>endl</a:t>
            </a:r>
            <a:r>
              <a:rPr lang="en-US" altLang="zh-CN" sz="1600" dirty="0"/>
              <a:t>;  //</a:t>
            </a:r>
            <a:r>
              <a:rPr lang="zh-CN" altLang="en-US" sz="1600" dirty="0"/>
              <a:t>输出交换后</a:t>
            </a:r>
            <a:r>
              <a:rPr lang="en-US" altLang="zh-CN" sz="1600" dirty="0" err="1"/>
              <a:t>a,b</a:t>
            </a:r>
            <a:r>
              <a:rPr lang="zh-CN" altLang="en-US" sz="1600" dirty="0"/>
              <a:t>的值</a:t>
            </a:r>
            <a:endParaRPr lang="zh-CN" altLang="en-US" sz="1600" dirty="0"/>
          </a:p>
          <a:p>
            <a:r>
              <a:rPr lang="zh-CN" altLang="en-US" sz="1600" dirty="0"/>
              <a:t>    </a:t>
            </a:r>
            <a:r>
              <a:rPr lang="en-US" altLang="zh-CN" sz="1600" dirty="0"/>
              <a:t>return 0;</a:t>
            </a:r>
            <a:endParaRPr lang="en-US" altLang="zh-CN" sz="1600" dirty="0"/>
          </a:p>
          <a:p>
            <a:r>
              <a:rPr lang="en-US" altLang="zh-CN" sz="1600" dirty="0"/>
              <a:t> }</a:t>
            </a:r>
            <a:endParaRPr lang="en-US" altLang="zh-CN" sz="1600" dirty="0"/>
          </a:p>
        </p:txBody>
      </p:sp>
      <p:grpSp>
        <p:nvGrpSpPr>
          <p:cNvPr id="41" name="组合 40"/>
          <p:cNvGrpSpPr/>
          <p:nvPr/>
        </p:nvGrpSpPr>
        <p:grpSpPr>
          <a:xfrm>
            <a:off x="5580112" y="843557"/>
            <a:ext cx="1944216" cy="2154145"/>
            <a:chOff x="5652120" y="1203598"/>
            <a:chExt cx="1944216" cy="2154145"/>
          </a:xfrm>
        </p:grpSpPr>
        <p:sp>
          <p:nvSpPr>
            <p:cNvPr id="11" name="矩形 10"/>
            <p:cNvSpPr/>
            <p:nvPr/>
          </p:nvSpPr>
          <p:spPr>
            <a:xfrm>
              <a:off x="5652120" y="1554531"/>
              <a:ext cx="504056" cy="36004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/>
                <a:t>10</a:t>
              </a:r>
              <a:endParaRPr lang="zh-CN" altLang="en-US" dirty="0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5724128" y="1220562"/>
              <a:ext cx="29527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/>
                <a:t>a</a:t>
              </a:r>
              <a:endParaRPr lang="zh-CN" altLang="en-US" dirty="0"/>
            </a:p>
          </p:txBody>
        </p:sp>
        <p:sp>
          <p:nvSpPr>
            <p:cNvPr id="31" name="矩形 30"/>
            <p:cNvSpPr/>
            <p:nvPr/>
          </p:nvSpPr>
          <p:spPr>
            <a:xfrm>
              <a:off x="7092280" y="1537567"/>
              <a:ext cx="504056" cy="36004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/>
                <a:t>20</a:t>
              </a:r>
              <a:endParaRPr lang="zh-CN" altLang="en-US" dirty="0"/>
            </a:p>
          </p:txBody>
        </p:sp>
        <p:sp>
          <p:nvSpPr>
            <p:cNvPr id="32" name="TextBox 31"/>
            <p:cNvSpPr txBox="1"/>
            <p:nvPr/>
          </p:nvSpPr>
          <p:spPr>
            <a:xfrm>
              <a:off x="7164288" y="1203598"/>
              <a:ext cx="30649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/>
                <a:t>b</a:t>
              </a:r>
              <a:endParaRPr lang="zh-CN" altLang="en-US" dirty="0"/>
            </a:p>
          </p:txBody>
        </p:sp>
        <p:sp>
          <p:nvSpPr>
            <p:cNvPr id="33" name="矩形 32"/>
            <p:cNvSpPr/>
            <p:nvPr/>
          </p:nvSpPr>
          <p:spPr>
            <a:xfrm>
              <a:off x="6300192" y="2997703"/>
              <a:ext cx="504056" cy="36004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/>
                <a:t>10</a:t>
              </a:r>
              <a:endParaRPr lang="zh-CN" altLang="en-US" dirty="0"/>
            </a:p>
          </p:txBody>
        </p:sp>
        <p:sp>
          <p:nvSpPr>
            <p:cNvPr id="34" name="TextBox 33"/>
            <p:cNvSpPr txBox="1"/>
            <p:nvPr/>
          </p:nvSpPr>
          <p:spPr>
            <a:xfrm>
              <a:off x="6372200" y="2663734"/>
              <a:ext cx="26161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/>
                <a:t>t</a:t>
              </a:r>
              <a:endParaRPr lang="zh-CN" altLang="en-US" dirty="0"/>
            </a:p>
          </p:txBody>
        </p:sp>
        <p:cxnSp>
          <p:nvCxnSpPr>
            <p:cNvPr id="36" name="直接箭头连接符 35"/>
            <p:cNvCxnSpPr/>
            <p:nvPr/>
          </p:nvCxnSpPr>
          <p:spPr>
            <a:xfrm>
              <a:off x="5796136" y="1995686"/>
              <a:ext cx="504056" cy="852714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直接箭头连接符 37"/>
            <p:cNvCxnSpPr>
              <a:stCxn id="31" idx="1"/>
              <a:endCxn id="11" idx="3"/>
            </p:cNvCxnSpPr>
            <p:nvPr/>
          </p:nvCxnSpPr>
          <p:spPr>
            <a:xfrm flipH="1">
              <a:off x="6156176" y="1717587"/>
              <a:ext cx="936104" cy="16964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直接箭头连接符 39"/>
            <p:cNvCxnSpPr>
              <a:endCxn id="31" idx="2"/>
            </p:cNvCxnSpPr>
            <p:nvPr/>
          </p:nvCxnSpPr>
          <p:spPr>
            <a:xfrm flipV="1">
              <a:off x="6876256" y="1897607"/>
              <a:ext cx="468052" cy="950793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4" name="图片 3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92492" y="3349350"/>
            <a:ext cx="1551062" cy="119482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20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7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2"/>
          <p:cNvSpPr/>
          <p:nvPr/>
        </p:nvSpPr>
        <p:spPr>
          <a:xfrm>
            <a:off x="31814" y="289190"/>
            <a:ext cx="9080372" cy="4543313"/>
          </a:xfrm>
          <a:custGeom>
            <a:avLst/>
            <a:gdLst/>
            <a:ahLst/>
            <a:cxnLst/>
            <a:rect l="l" t="t" r="r" b="b"/>
            <a:pathLst>
              <a:path w="10970260" h="5869305">
                <a:moveTo>
                  <a:pt x="10713720" y="5868924"/>
                </a:moveTo>
                <a:lnTo>
                  <a:pt x="256032" y="5868924"/>
                </a:lnTo>
                <a:lnTo>
                  <a:pt x="210025" y="5864912"/>
                </a:lnTo>
                <a:lnTo>
                  <a:pt x="166722" y="5853104"/>
                </a:lnTo>
                <a:lnTo>
                  <a:pt x="126844" y="5834224"/>
                </a:lnTo>
                <a:lnTo>
                  <a:pt x="91115" y="5808994"/>
                </a:lnTo>
                <a:lnTo>
                  <a:pt x="60258" y="5778137"/>
                </a:lnTo>
                <a:lnTo>
                  <a:pt x="34995" y="5742375"/>
                </a:lnTo>
                <a:lnTo>
                  <a:pt x="16049" y="5702432"/>
                </a:lnTo>
                <a:lnTo>
                  <a:pt x="4143" y="5659030"/>
                </a:lnTo>
                <a:lnTo>
                  <a:pt x="0" y="5612892"/>
                </a:lnTo>
                <a:lnTo>
                  <a:pt x="0" y="256031"/>
                </a:lnTo>
                <a:lnTo>
                  <a:pt x="4143" y="210194"/>
                </a:lnTo>
                <a:lnTo>
                  <a:pt x="16049" y="167018"/>
                </a:lnTo>
                <a:lnTo>
                  <a:pt x="34995" y="127225"/>
                </a:lnTo>
                <a:lnTo>
                  <a:pt x="60258" y="91539"/>
                </a:lnTo>
                <a:lnTo>
                  <a:pt x="91115" y="60681"/>
                </a:lnTo>
                <a:lnTo>
                  <a:pt x="126844" y="35376"/>
                </a:lnTo>
                <a:lnTo>
                  <a:pt x="166722" y="16345"/>
                </a:lnTo>
                <a:lnTo>
                  <a:pt x="210025" y="4312"/>
                </a:lnTo>
                <a:lnTo>
                  <a:pt x="256032" y="0"/>
                </a:lnTo>
                <a:lnTo>
                  <a:pt x="10713720" y="0"/>
                </a:lnTo>
                <a:lnTo>
                  <a:pt x="10759726" y="4312"/>
                </a:lnTo>
                <a:lnTo>
                  <a:pt x="10803029" y="16345"/>
                </a:lnTo>
                <a:lnTo>
                  <a:pt x="10842907" y="35376"/>
                </a:lnTo>
                <a:lnTo>
                  <a:pt x="10878636" y="60681"/>
                </a:lnTo>
                <a:lnTo>
                  <a:pt x="10909493" y="91539"/>
                </a:lnTo>
                <a:lnTo>
                  <a:pt x="10934756" y="127225"/>
                </a:lnTo>
                <a:lnTo>
                  <a:pt x="10953702" y="167018"/>
                </a:lnTo>
                <a:lnTo>
                  <a:pt x="10965608" y="210194"/>
                </a:lnTo>
                <a:lnTo>
                  <a:pt x="10969752" y="256031"/>
                </a:lnTo>
                <a:lnTo>
                  <a:pt x="10969752" y="5612892"/>
                </a:lnTo>
                <a:lnTo>
                  <a:pt x="10965608" y="5659030"/>
                </a:lnTo>
                <a:lnTo>
                  <a:pt x="10953702" y="5702432"/>
                </a:lnTo>
                <a:lnTo>
                  <a:pt x="10934756" y="5742375"/>
                </a:lnTo>
                <a:lnTo>
                  <a:pt x="10909493" y="5778137"/>
                </a:lnTo>
                <a:lnTo>
                  <a:pt x="10878636" y="5808994"/>
                </a:lnTo>
                <a:lnTo>
                  <a:pt x="10842907" y="5834224"/>
                </a:lnTo>
                <a:lnTo>
                  <a:pt x="10803029" y="5853104"/>
                </a:lnTo>
                <a:lnTo>
                  <a:pt x="10759726" y="5864912"/>
                </a:lnTo>
                <a:lnTo>
                  <a:pt x="10713720" y="586892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8" name="object 3"/>
          <p:cNvSpPr/>
          <p:nvPr/>
        </p:nvSpPr>
        <p:spPr>
          <a:xfrm>
            <a:off x="107504" y="428533"/>
            <a:ext cx="8824928" cy="4335392"/>
          </a:xfrm>
          <a:custGeom>
            <a:avLst/>
            <a:gdLst/>
            <a:ahLst/>
            <a:cxnLst/>
            <a:rect l="l" t="t" r="r" b="b"/>
            <a:pathLst>
              <a:path w="10661650" h="5600700">
                <a:moveTo>
                  <a:pt x="10490479" y="12699"/>
                </a:moveTo>
                <a:lnTo>
                  <a:pt x="170840" y="12699"/>
                </a:lnTo>
                <a:lnTo>
                  <a:pt x="182841" y="0"/>
                </a:lnTo>
                <a:lnTo>
                  <a:pt x="10478477" y="0"/>
                </a:lnTo>
                <a:lnTo>
                  <a:pt x="10490479" y="12699"/>
                </a:lnTo>
                <a:close/>
              </a:path>
              <a:path w="10661650" h="5600700">
                <a:moveTo>
                  <a:pt x="10513860" y="25399"/>
                </a:moveTo>
                <a:lnTo>
                  <a:pt x="147459" y="25399"/>
                </a:lnTo>
                <a:lnTo>
                  <a:pt x="159004" y="12699"/>
                </a:lnTo>
                <a:lnTo>
                  <a:pt x="10502315" y="12699"/>
                </a:lnTo>
                <a:lnTo>
                  <a:pt x="10513860" y="25399"/>
                </a:lnTo>
                <a:close/>
              </a:path>
              <a:path w="10661650" h="5600700">
                <a:moveTo>
                  <a:pt x="172211" y="50799"/>
                </a:moveTo>
                <a:lnTo>
                  <a:pt x="104533" y="50799"/>
                </a:lnTo>
                <a:lnTo>
                  <a:pt x="114744" y="38099"/>
                </a:lnTo>
                <a:lnTo>
                  <a:pt x="125310" y="25399"/>
                </a:lnTo>
                <a:lnTo>
                  <a:pt x="226250" y="25399"/>
                </a:lnTo>
                <a:lnTo>
                  <a:pt x="220243" y="38099"/>
                </a:lnTo>
                <a:lnTo>
                  <a:pt x="183248" y="38099"/>
                </a:lnTo>
                <a:lnTo>
                  <a:pt x="172211" y="50799"/>
                </a:lnTo>
                <a:close/>
              </a:path>
              <a:path w="10661650" h="5600700">
                <a:moveTo>
                  <a:pt x="10556786" y="50799"/>
                </a:moveTo>
                <a:lnTo>
                  <a:pt x="10489107" y="50799"/>
                </a:lnTo>
                <a:lnTo>
                  <a:pt x="10478071" y="38099"/>
                </a:lnTo>
                <a:lnTo>
                  <a:pt x="10441076" y="38099"/>
                </a:lnTo>
                <a:lnTo>
                  <a:pt x="10435069" y="25399"/>
                </a:lnTo>
                <a:lnTo>
                  <a:pt x="10536008" y="25399"/>
                </a:lnTo>
                <a:lnTo>
                  <a:pt x="10546575" y="38099"/>
                </a:lnTo>
                <a:lnTo>
                  <a:pt x="10556786" y="50799"/>
                </a:lnTo>
                <a:close/>
              </a:path>
              <a:path w="10661650" h="5600700">
                <a:moveTo>
                  <a:pt x="125120" y="76199"/>
                </a:moveTo>
                <a:lnTo>
                  <a:pt x="76212" y="76199"/>
                </a:lnTo>
                <a:lnTo>
                  <a:pt x="85255" y="63499"/>
                </a:lnTo>
                <a:lnTo>
                  <a:pt x="94703" y="50799"/>
                </a:lnTo>
                <a:lnTo>
                  <a:pt x="153263" y="50799"/>
                </a:lnTo>
                <a:lnTo>
                  <a:pt x="143090" y="63499"/>
                </a:lnTo>
                <a:lnTo>
                  <a:pt x="134645" y="63499"/>
                </a:lnTo>
                <a:lnTo>
                  <a:pt x="125120" y="76199"/>
                </a:lnTo>
                <a:close/>
              </a:path>
              <a:path w="10661650" h="5600700">
                <a:moveTo>
                  <a:pt x="10585119" y="76199"/>
                </a:moveTo>
                <a:lnTo>
                  <a:pt x="10536199" y="76199"/>
                </a:lnTo>
                <a:lnTo>
                  <a:pt x="10526674" y="63499"/>
                </a:lnTo>
                <a:lnTo>
                  <a:pt x="10518228" y="63499"/>
                </a:lnTo>
                <a:lnTo>
                  <a:pt x="10508056" y="50799"/>
                </a:lnTo>
                <a:lnTo>
                  <a:pt x="10566615" y="50799"/>
                </a:lnTo>
                <a:lnTo>
                  <a:pt x="10576064" y="63499"/>
                </a:lnTo>
                <a:lnTo>
                  <a:pt x="10585119" y="76199"/>
                </a:lnTo>
                <a:close/>
              </a:path>
              <a:path w="10661650" h="5600700">
                <a:moveTo>
                  <a:pt x="86067" y="114299"/>
                </a:moveTo>
                <a:lnTo>
                  <a:pt x="44411" y="114299"/>
                </a:lnTo>
                <a:lnTo>
                  <a:pt x="51663" y="101599"/>
                </a:lnTo>
                <a:lnTo>
                  <a:pt x="59397" y="88899"/>
                </a:lnTo>
                <a:lnTo>
                  <a:pt x="67589" y="76199"/>
                </a:lnTo>
                <a:lnTo>
                  <a:pt x="117246" y="76199"/>
                </a:lnTo>
                <a:lnTo>
                  <a:pt x="108432" y="88899"/>
                </a:lnTo>
                <a:lnTo>
                  <a:pt x="101193" y="88899"/>
                </a:lnTo>
                <a:lnTo>
                  <a:pt x="93154" y="101599"/>
                </a:lnTo>
                <a:lnTo>
                  <a:pt x="93713" y="101599"/>
                </a:lnTo>
                <a:lnTo>
                  <a:pt x="86067" y="114299"/>
                </a:lnTo>
                <a:close/>
              </a:path>
              <a:path w="10661650" h="5600700">
                <a:moveTo>
                  <a:pt x="10616907" y="114299"/>
                </a:moveTo>
                <a:lnTo>
                  <a:pt x="10575251" y="114299"/>
                </a:lnTo>
                <a:lnTo>
                  <a:pt x="10567606" y="101599"/>
                </a:lnTo>
                <a:lnTo>
                  <a:pt x="10568165" y="101599"/>
                </a:lnTo>
                <a:lnTo>
                  <a:pt x="10560126" y="88899"/>
                </a:lnTo>
                <a:lnTo>
                  <a:pt x="10552887" y="88899"/>
                </a:lnTo>
                <a:lnTo>
                  <a:pt x="10544073" y="76199"/>
                </a:lnTo>
                <a:lnTo>
                  <a:pt x="10593730" y="76199"/>
                </a:lnTo>
                <a:lnTo>
                  <a:pt x="10601921" y="88899"/>
                </a:lnTo>
                <a:lnTo>
                  <a:pt x="10609656" y="101599"/>
                </a:lnTo>
                <a:lnTo>
                  <a:pt x="10616907" y="114299"/>
                </a:lnTo>
                <a:close/>
              </a:path>
              <a:path w="10661650" h="5600700">
                <a:moveTo>
                  <a:pt x="48374" y="177799"/>
                </a:moveTo>
                <a:lnTo>
                  <a:pt x="11658" y="177799"/>
                </a:lnTo>
                <a:lnTo>
                  <a:pt x="15722" y="165099"/>
                </a:lnTo>
                <a:lnTo>
                  <a:pt x="20383" y="152399"/>
                </a:lnTo>
                <a:lnTo>
                  <a:pt x="25603" y="139699"/>
                </a:lnTo>
                <a:lnTo>
                  <a:pt x="31356" y="126999"/>
                </a:lnTo>
                <a:lnTo>
                  <a:pt x="37630" y="114299"/>
                </a:lnTo>
                <a:lnTo>
                  <a:pt x="79882" y="114299"/>
                </a:lnTo>
                <a:lnTo>
                  <a:pt x="73113" y="126999"/>
                </a:lnTo>
                <a:lnTo>
                  <a:pt x="73583" y="126999"/>
                </a:lnTo>
                <a:lnTo>
                  <a:pt x="67259" y="139699"/>
                </a:lnTo>
                <a:lnTo>
                  <a:pt x="67703" y="139699"/>
                </a:lnTo>
                <a:lnTo>
                  <a:pt x="61848" y="152399"/>
                </a:lnTo>
                <a:lnTo>
                  <a:pt x="57251" y="152399"/>
                </a:lnTo>
                <a:lnTo>
                  <a:pt x="52387" y="165099"/>
                </a:lnTo>
                <a:lnTo>
                  <a:pt x="52717" y="165099"/>
                </a:lnTo>
                <a:lnTo>
                  <a:pt x="48374" y="177799"/>
                </a:lnTo>
                <a:close/>
              </a:path>
              <a:path w="10661650" h="5600700">
                <a:moveTo>
                  <a:pt x="10649661" y="177799"/>
                </a:moveTo>
                <a:lnTo>
                  <a:pt x="10612945" y="177799"/>
                </a:lnTo>
                <a:lnTo>
                  <a:pt x="10608602" y="165099"/>
                </a:lnTo>
                <a:lnTo>
                  <a:pt x="10608932" y="165099"/>
                </a:lnTo>
                <a:lnTo>
                  <a:pt x="10604068" y="152399"/>
                </a:lnTo>
                <a:lnTo>
                  <a:pt x="10599470" y="152399"/>
                </a:lnTo>
                <a:lnTo>
                  <a:pt x="10593616" y="139699"/>
                </a:lnTo>
                <a:lnTo>
                  <a:pt x="10594060" y="139699"/>
                </a:lnTo>
                <a:lnTo>
                  <a:pt x="10587736" y="126999"/>
                </a:lnTo>
                <a:lnTo>
                  <a:pt x="10588205" y="126999"/>
                </a:lnTo>
                <a:lnTo>
                  <a:pt x="10581436" y="114299"/>
                </a:lnTo>
                <a:lnTo>
                  <a:pt x="10623689" y="114299"/>
                </a:lnTo>
                <a:lnTo>
                  <a:pt x="10629963" y="126999"/>
                </a:lnTo>
                <a:lnTo>
                  <a:pt x="10635716" y="139699"/>
                </a:lnTo>
                <a:lnTo>
                  <a:pt x="10640936" y="152399"/>
                </a:lnTo>
                <a:lnTo>
                  <a:pt x="10645597" y="165099"/>
                </a:lnTo>
                <a:lnTo>
                  <a:pt x="10649661" y="177799"/>
                </a:lnTo>
                <a:close/>
              </a:path>
              <a:path w="10661650" h="5600700">
                <a:moveTo>
                  <a:pt x="44843" y="190499"/>
                </a:moveTo>
                <a:lnTo>
                  <a:pt x="8115" y="190499"/>
                </a:lnTo>
                <a:lnTo>
                  <a:pt x="9791" y="177799"/>
                </a:lnTo>
                <a:lnTo>
                  <a:pt x="48666" y="177799"/>
                </a:lnTo>
                <a:lnTo>
                  <a:pt x="44843" y="190499"/>
                </a:lnTo>
                <a:close/>
              </a:path>
              <a:path w="10661650" h="5600700">
                <a:moveTo>
                  <a:pt x="10653204" y="190499"/>
                </a:moveTo>
                <a:lnTo>
                  <a:pt x="10616476" y="190499"/>
                </a:lnTo>
                <a:lnTo>
                  <a:pt x="10612653" y="177799"/>
                </a:lnTo>
                <a:lnTo>
                  <a:pt x="10651528" y="177799"/>
                </a:lnTo>
                <a:lnTo>
                  <a:pt x="10653204" y="190499"/>
                </a:lnTo>
                <a:close/>
              </a:path>
              <a:path w="10661650" h="5600700">
                <a:moveTo>
                  <a:pt x="41884" y="203199"/>
                </a:moveTo>
                <a:lnTo>
                  <a:pt x="5207" y="203199"/>
                </a:lnTo>
                <a:lnTo>
                  <a:pt x="6578" y="190499"/>
                </a:lnTo>
                <a:lnTo>
                  <a:pt x="43446" y="190499"/>
                </a:lnTo>
                <a:lnTo>
                  <a:pt x="41884" y="203199"/>
                </a:lnTo>
                <a:close/>
              </a:path>
              <a:path w="10661650" h="5600700">
                <a:moveTo>
                  <a:pt x="10656112" y="203199"/>
                </a:moveTo>
                <a:lnTo>
                  <a:pt x="10619435" y="203199"/>
                </a:lnTo>
                <a:lnTo>
                  <a:pt x="10617873" y="190499"/>
                </a:lnTo>
                <a:lnTo>
                  <a:pt x="10654741" y="190499"/>
                </a:lnTo>
                <a:lnTo>
                  <a:pt x="10656112" y="203199"/>
                </a:lnTo>
                <a:close/>
              </a:path>
              <a:path w="10661650" h="5600700">
                <a:moveTo>
                  <a:pt x="38328" y="215899"/>
                </a:moveTo>
                <a:lnTo>
                  <a:pt x="2908" y="215899"/>
                </a:lnTo>
                <a:lnTo>
                  <a:pt x="3975" y="203199"/>
                </a:lnTo>
                <a:lnTo>
                  <a:pt x="39458" y="203199"/>
                </a:lnTo>
                <a:lnTo>
                  <a:pt x="38328" y="215899"/>
                </a:lnTo>
                <a:close/>
              </a:path>
              <a:path w="10661650" h="5600700">
                <a:moveTo>
                  <a:pt x="10658411" y="215899"/>
                </a:moveTo>
                <a:lnTo>
                  <a:pt x="10622991" y="215899"/>
                </a:lnTo>
                <a:lnTo>
                  <a:pt x="10621860" y="203199"/>
                </a:lnTo>
                <a:lnTo>
                  <a:pt x="10657344" y="203199"/>
                </a:lnTo>
                <a:lnTo>
                  <a:pt x="10658411" y="215899"/>
                </a:lnTo>
                <a:close/>
              </a:path>
              <a:path w="10661650" h="5600700">
                <a:moveTo>
                  <a:pt x="36626" y="228599"/>
                </a:moveTo>
                <a:lnTo>
                  <a:pt x="1257" y="228599"/>
                </a:lnTo>
                <a:lnTo>
                  <a:pt x="2006" y="215899"/>
                </a:lnTo>
                <a:lnTo>
                  <a:pt x="37465" y="215899"/>
                </a:lnTo>
                <a:lnTo>
                  <a:pt x="36626" y="228599"/>
                </a:lnTo>
                <a:close/>
              </a:path>
              <a:path w="10661650" h="5600700">
                <a:moveTo>
                  <a:pt x="10660062" y="228599"/>
                </a:moveTo>
                <a:lnTo>
                  <a:pt x="10624692" y="228599"/>
                </a:lnTo>
                <a:lnTo>
                  <a:pt x="10623854" y="215899"/>
                </a:lnTo>
                <a:lnTo>
                  <a:pt x="10659313" y="215899"/>
                </a:lnTo>
                <a:lnTo>
                  <a:pt x="10660062" y="228599"/>
                </a:lnTo>
                <a:close/>
              </a:path>
              <a:path w="10661650" h="5600700">
                <a:moveTo>
                  <a:pt x="35483" y="241299"/>
                </a:moveTo>
                <a:lnTo>
                  <a:pt x="254" y="241299"/>
                </a:lnTo>
                <a:lnTo>
                  <a:pt x="673" y="228599"/>
                </a:lnTo>
                <a:lnTo>
                  <a:pt x="36029" y="228599"/>
                </a:lnTo>
                <a:lnTo>
                  <a:pt x="35483" y="241299"/>
                </a:lnTo>
                <a:close/>
              </a:path>
              <a:path w="10661650" h="5600700">
                <a:moveTo>
                  <a:pt x="10661065" y="241299"/>
                </a:moveTo>
                <a:lnTo>
                  <a:pt x="10625836" y="241299"/>
                </a:lnTo>
                <a:lnTo>
                  <a:pt x="10625289" y="228599"/>
                </a:lnTo>
                <a:lnTo>
                  <a:pt x="10660646" y="228599"/>
                </a:lnTo>
                <a:lnTo>
                  <a:pt x="10661065" y="241299"/>
                </a:lnTo>
                <a:close/>
              </a:path>
              <a:path w="10661650" h="5600700">
                <a:moveTo>
                  <a:pt x="34912" y="5346700"/>
                </a:moveTo>
                <a:lnTo>
                  <a:pt x="0" y="5346700"/>
                </a:lnTo>
                <a:lnTo>
                  <a:pt x="0" y="241299"/>
                </a:lnTo>
                <a:lnTo>
                  <a:pt x="35140" y="241299"/>
                </a:lnTo>
                <a:lnTo>
                  <a:pt x="34899" y="253999"/>
                </a:lnTo>
                <a:lnTo>
                  <a:pt x="34912" y="5346700"/>
                </a:lnTo>
                <a:close/>
              </a:path>
              <a:path w="10661650" h="5600700">
                <a:moveTo>
                  <a:pt x="10661319" y="5346700"/>
                </a:moveTo>
                <a:lnTo>
                  <a:pt x="10626407" y="5346700"/>
                </a:lnTo>
                <a:lnTo>
                  <a:pt x="10626483" y="254000"/>
                </a:lnTo>
                <a:lnTo>
                  <a:pt x="10626178" y="241299"/>
                </a:lnTo>
                <a:lnTo>
                  <a:pt x="10661319" y="241299"/>
                </a:lnTo>
                <a:lnTo>
                  <a:pt x="10661319" y="5346700"/>
                </a:lnTo>
                <a:close/>
              </a:path>
              <a:path w="10661650" h="5600700">
                <a:moveTo>
                  <a:pt x="36677" y="5372100"/>
                </a:moveTo>
                <a:lnTo>
                  <a:pt x="1257" y="5372100"/>
                </a:lnTo>
                <a:lnTo>
                  <a:pt x="673" y="5359400"/>
                </a:lnTo>
                <a:lnTo>
                  <a:pt x="254" y="5346700"/>
                </a:lnTo>
                <a:lnTo>
                  <a:pt x="35115" y="5346700"/>
                </a:lnTo>
                <a:lnTo>
                  <a:pt x="35509" y="5359400"/>
                </a:lnTo>
                <a:lnTo>
                  <a:pt x="35979" y="5359400"/>
                </a:lnTo>
                <a:lnTo>
                  <a:pt x="36677" y="5372100"/>
                </a:lnTo>
                <a:close/>
              </a:path>
              <a:path w="10661650" h="5600700">
                <a:moveTo>
                  <a:pt x="10660062" y="5372100"/>
                </a:moveTo>
                <a:lnTo>
                  <a:pt x="10624642" y="5372100"/>
                </a:lnTo>
                <a:lnTo>
                  <a:pt x="10625340" y="5359400"/>
                </a:lnTo>
                <a:lnTo>
                  <a:pt x="10625810" y="5359400"/>
                </a:lnTo>
                <a:lnTo>
                  <a:pt x="10626204" y="5346700"/>
                </a:lnTo>
                <a:lnTo>
                  <a:pt x="10661065" y="5346700"/>
                </a:lnTo>
                <a:lnTo>
                  <a:pt x="10660646" y="5359400"/>
                </a:lnTo>
                <a:lnTo>
                  <a:pt x="10660062" y="5372100"/>
                </a:lnTo>
                <a:close/>
              </a:path>
              <a:path w="10661650" h="5600700">
                <a:moveTo>
                  <a:pt x="38404" y="5384800"/>
                </a:moveTo>
                <a:lnTo>
                  <a:pt x="2908" y="5384800"/>
                </a:lnTo>
                <a:lnTo>
                  <a:pt x="2006" y="5372100"/>
                </a:lnTo>
                <a:lnTo>
                  <a:pt x="37401" y="5372100"/>
                </a:lnTo>
                <a:lnTo>
                  <a:pt x="38404" y="5384800"/>
                </a:lnTo>
                <a:close/>
              </a:path>
              <a:path w="10661650" h="5600700">
                <a:moveTo>
                  <a:pt x="10658411" y="5384800"/>
                </a:moveTo>
                <a:lnTo>
                  <a:pt x="10622915" y="5384800"/>
                </a:lnTo>
                <a:lnTo>
                  <a:pt x="10623918" y="5372100"/>
                </a:lnTo>
                <a:lnTo>
                  <a:pt x="10659313" y="5372100"/>
                </a:lnTo>
                <a:lnTo>
                  <a:pt x="10658411" y="5384800"/>
                </a:lnTo>
                <a:close/>
              </a:path>
              <a:path w="10661650" h="5600700">
                <a:moveTo>
                  <a:pt x="41986" y="5397500"/>
                </a:moveTo>
                <a:lnTo>
                  <a:pt x="5207" y="5397500"/>
                </a:lnTo>
                <a:lnTo>
                  <a:pt x="3975" y="5384800"/>
                </a:lnTo>
                <a:lnTo>
                  <a:pt x="40563" y="5384800"/>
                </a:lnTo>
                <a:lnTo>
                  <a:pt x="41986" y="5397500"/>
                </a:lnTo>
                <a:close/>
              </a:path>
              <a:path w="10661650" h="5600700">
                <a:moveTo>
                  <a:pt x="10656112" y="5397500"/>
                </a:moveTo>
                <a:lnTo>
                  <a:pt x="10619333" y="5397500"/>
                </a:lnTo>
                <a:lnTo>
                  <a:pt x="10620756" y="5384800"/>
                </a:lnTo>
                <a:lnTo>
                  <a:pt x="10657344" y="5384800"/>
                </a:lnTo>
                <a:lnTo>
                  <a:pt x="10656112" y="5397500"/>
                </a:lnTo>
                <a:close/>
              </a:path>
              <a:path w="10661650" h="5600700">
                <a:moveTo>
                  <a:pt x="45034" y="5410200"/>
                </a:moveTo>
                <a:lnTo>
                  <a:pt x="8115" y="5410200"/>
                </a:lnTo>
                <a:lnTo>
                  <a:pt x="6578" y="5397500"/>
                </a:lnTo>
                <a:lnTo>
                  <a:pt x="43332" y="5397500"/>
                </a:lnTo>
                <a:lnTo>
                  <a:pt x="45034" y="5410200"/>
                </a:lnTo>
                <a:close/>
              </a:path>
              <a:path w="10661650" h="5600700">
                <a:moveTo>
                  <a:pt x="10653204" y="5410200"/>
                </a:moveTo>
                <a:lnTo>
                  <a:pt x="10616285" y="5410200"/>
                </a:lnTo>
                <a:lnTo>
                  <a:pt x="10617987" y="5397500"/>
                </a:lnTo>
                <a:lnTo>
                  <a:pt x="10654741" y="5397500"/>
                </a:lnTo>
                <a:lnTo>
                  <a:pt x="10653204" y="5410200"/>
                </a:lnTo>
                <a:close/>
              </a:path>
              <a:path w="10661650" h="5600700">
                <a:moveTo>
                  <a:pt x="48666" y="5422900"/>
                </a:moveTo>
                <a:lnTo>
                  <a:pt x="11658" y="5422900"/>
                </a:lnTo>
                <a:lnTo>
                  <a:pt x="9791" y="5410200"/>
                </a:lnTo>
                <a:lnTo>
                  <a:pt x="44843" y="5410200"/>
                </a:lnTo>
                <a:lnTo>
                  <a:pt x="48666" y="5422900"/>
                </a:lnTo>
                <a:close/>
              </a:path>
              <a:path w="10661650" h="5600700">
                <a:moveTo>
                  <a:pt x="10649661" y="5422900"/>
                </a:moveTo>
                <a:lnTo>
                  <a:pt x="10612653" y="5422900"/>
                </a:lnTo>
                <a:lnTo>
                  <a:pt x="10616476" y="5410200"/>
                </a:lnTo>
                <a:lnTo>
                  <a:pt x="10651528" y="5410200"/>
                </a:lnTo>
                <a:lnTo>
                  <a:pt x="10649661" y="5422900"/>
                </a:lnTo>
                <a:close/>
              </a:path>
              <a:path w="10661650" h="5600700">
                <a:moveTo>
                  <a:pt x="101193" y="5499100"/>
                </a:moveTo>
                <a:lnTo>
                  <a:pt x="51663" y="5499100"/>
                </a:lnTo>
                <a:lnTo>
                  <a:pt x="44411" y="5486400"/>
                </a:lnTo>
                <a:lnTo>
                  <a:pt x="25603" y="5448300"/>
                </a:lnTo>
                <a:lnTo>
                  <a:pt x="15722" y="5422900"/>
                </a:lnTo>
                <a:lnTo>
                  <a:pt x="52387" y="5422900"/>
                </a:lnTo>
                <a:lnTo>
                  <a:pt x="57251" y="5435600"/>
                </a:lnTo>
                <a:lnTo>
                  <a:pt x="56883" y="5435600"/>
                </a:lnTo>
                <a:lnTo>
                  <a:pt x="62255" y="5448300"/>
                </a:lnTo>
                <a:lnTo>
                  <a:pt x="61848" y="5448300"/>
                </a:lnTo>
                <a:lnTo>
                  <a:pt x="67703" y="5461000"/>
                </a:lnTo>
                <a:lnTo>
                  <a:pt x="73113" y="5461000"/>
                </a:lnTo>
                <a:lnTo>
                  <a:pt x="79882" y="5473700"/>
                </a:lnTo>
                <a:lnTo>
                  <a:pt x="79387" y="5473700"/>
                </a:lnTo>
                <a:lnTo>
                  <a:pt x="86601" y="5486400"/>
                </a:lnTo>
                <a:lnTo>
                  <a:pt x="93154" y="5486400"/>
                </a:lnTo>
                <a:lnTo>
                  <a:pt x="101193" y="5499100"/>
                </a:lnTo>
                <a:close/>
              </a:path>
              <a:path w="10661650" h="5600700">
                <a:moveTo>
                  <a:pt x="10609656" y="5499100"/>
                </a:moveTo>
                <a:lnTo>
                  <a:pt x="10560126" y="5499100"/>
                </a:lnTo>
                <a:lnTo>
                  <a:pt x="10568165" y="5486400"/>
                </a:lnTo>
                <a:lnTo>
                  <a:pt x="10574718" y="5486400"/>
                </a:lnTo>
                <a:lnTo>
                  <a:pt x="10581932" y="5473700"/>
                </a:lnTo>
                <a:lnTo>
                  <a:pt x="10581436" y="5473700"/>
                </a:lnTo>
                <a:lnTo>
                  <a:pt x="10588205" y="5461000"/>
                </a:lnTo>
                <a:lnTo>
                  <a:pt x="10593616" y="5461000"/>
                </a:lnTo>
                <a:lnTo>
                  <a:pt x="10599470" y="5448300"/>
                </a:lnTo>
                <a:lnTo>
                  <a:pt x="10599064" y="5448300"/>
                </a:lnTo>
                <a:lnTo>
                  <a:pt x="10604436" y="5435600"/>
                </a:lnTo>
                <a:lnTo>
                  <a:pt x="10604068" y="5435600"/>
                </a:lnTo>
                <a:lnTo>
                  <a:pt x="10608932" y="5422900"/>
                </a:lnTo>
                <a:lnTo>
                  <a:pt x="10645597" y="5422900"/>
                </a:lnTo>
                <a:lnTo>
                  <a:pt x="10629963" y="5461000"/>
                </a:lnTo>
                <a:lnTo>
                  <a:pt x="10616907" y="5486400"/>
                </a:lnTo>
                <a:lnTo>
                  <a:pt x="10609656" y="5499100"/>
                </a:lnTo>
                <a:close/>
              </a:path>
              <a:path w="10661650" h="5600700">
                <a:moveTo>
                  <a:pt x="143814" y="5537200"/>
                </a:moveTo>
                <a:lnTo>
                  <a:pt x="85255" y="5537200"/>
                </a:lnTo>
                <a:lnTo>
                  <a:pt x="76212" y="5524500"/>
                </a:lnTo>
                <a:lnTo>
                  <a:pt x="67589" y="5511800"/>
                </a:lnTo>
                <a:lnTo>
                  <a:pt x="59397" y="5499100"/>
                </a:lnTo>
                <a:lnTo>
                  <a:pt x="100609" y="5499100"/>
                </a:lnTo>
                <a:lnTo>
                  <a:pt x="109042" y="5511800"/>
                </a:lnTo>
                <a:lnTo>
                  <a:pt x="116611" y="5511800"/>
                </a:lnTo>
                <a:lnTo>
                  <a:pt x="125780" y="5524500"/>
                </a:lnTo>
                <a:lnTo>
                  <a:pt x="133946" y="5524500"/>
                </a:lnTo>
                <a:lnTo>
                  <a:pt x="143814" y="5537200"/>
                </a:lnTo>
                <a:close/>
              </a:path>
              <a:path w="10661650" h="5600700">
                <a:moveTo>
                  <a:pt x="10576064" y="5537200"/>
                </a:moveTo>
                <a:lnTo>
                  <a:pt x="10517505" y="5537200"/>
                </a:lnTo>
                <a:lnTo>
                  <a:pt x="10527372" y="5524500"/>
                </a:lnTo>
                <a:lnTo>
                  <a:pt x="10535539" y="5524500"/>
                </a:lnTo>
                <a:lnTo>
                  <a:pt x="10544708" y="5511800"/>
                </a:lnTo>
                <a:lnTo>
                  <a:pt x="10552277" y="5511800"/>
                </a:lnTo>
                <a:lnTo>
                  <a:pt x="10560710" y="5499100"/>
                </a:lnTo>
                <a:lnTo>
                  <a:pt x="10601921" y="5499100"/>
                </a:lnTo>
                <a:lnTo>
                  <a:pt x="10593730" y="5511800"/>
                </a:lnTo>
                <a:lnTo>
                  <a:pt x="10585119" y="5524500"/>
                </a:lnTo>
                <a:lnTo>
                  <a:pt x="10576064" y="5537200"/>
                </a:lnTo>
                <a:close/>
              </a:path>
              <a:path w="10661650" h="5600700">
                <a:moveTo>
                  <a:pt x="172999" y="5549900"/>
                </a:moveTo>
                <a:lnTo>
                  <a:pt x="104533" y="5549900"/>
                </a:lnTo>
                <a:lnTo>
                  <a:pt x="94703" y="5537200"/>
                </a:lnTo>
                <a:lnTo>
                  <a:pt x="162229" y="5537200"/>
                </a:lnTo>
                <a:lnTo>
                  <a:pt x="172999" y="5549900"/>
                </a:lnTo>
                <a:close/>
              </a:path>
              <a:path w="10661650" h="5600700">
                <a:moveTo>
                  <a:pt x="10556786" y="5549900"/>
                </a:moveTo>
                <a:lnTo>
                  <a:pt x="10488320" y="5549900"/>
                </a:lnTo>
                <a:lnTo>
                  <a:pt x="10499090" y="5537200"/>
                </a:lnTo>
                <a:lnTo>
                  <a:pt x="10566615" y="5537200"/>
                </a:lnTo>
                <a:lnTo>
                  <a:pt x="10556786" y="5549900"/>
                </a:lnTo>
                <a:close/>
              </a:path>
              <a:path w="10661650" h="5600700">
                <a:moveTo>
                  <a:pt x="198856" y="5562600"/>
                </a:moveTo>
                <a:lnTo>
                  <a:pt x="125310" y="5562600"/>
                </a:lnTo>
                <a:lnTo>
                  <a:pt x="114744" y="5549900"/>
                </a:lnTo>
                <a:lnTo>
                  <a:pt x="193116" y="5549900"/>
                </a:lnTo>
                <a:lnTo>
                  <a:pt x="198856" y="5562600"/>
                </a:lnTo>
                <a:close/>
              </a:path>
              <a:path w="10661650" h="5600700">
                <a:moveTo>
                  <a:pt x="10536008" y="5562600"/>
                </a:moveTo>
                <a:lnTo>
                  <a:pt x="10462463" y="5562600"/>
                </a:lnTo>
                <a:lnTo>
                  <a:pt x="10468203" y="5549900"/>
                </a:lnTo>
                <a:lnTo>
                  <a:pt x="10546575" y="5549900"/>
                </a:lnTo>
                <a:lnTo>
                  <a:pt x="10536008" y="5562600"/>
                </a:lnTo>
                <a:close/>
              </a:path>
              <a:path w="10661650" h="5600700">
                <a:moveTo>
                  <a:pt x="10513860" y="5575300"/>
                </a:moveTo>
                <a:lnTo>
                  <a:pt x="147459" y="5575300"/>
                </a:lnTo>
                <a:lnTo>
                  <a:pt x="136220" y="5562600"/>
                </a:lnTo>
                <a:lnTo>
                  <a:pt x="10525099" y="5562600"/>
                </a:lnTo>
                <a:lnTo>
                  <a:pt x="10513860" y="5575300"/>
                </a:lnTo>
                <a:close/>
              </a:path>
              <a:path w="10661650" h="5600700">
                <a:moveTo>
                  <a:pt x="10490479" y="5588000"/>
                </a:moveTo>
                <a:lnTo>
                  <a:pt x="170840" y="5588000"/>
                </a:lnTo>
                <a:lnTo>
                  <a:pt x="159004" y="5575300"/>
                </a:lnTo>
                <a:lnTo>
                  <a:pt x="10502315" y="5575300"/>
                </a:lnTo>
                <a:lnTo>
                  <a:pt x="10490479" y="5588000"/>
                </a:lnTo>
                <a:close/>
              </a:path>
              <a:path w="10661650" h="5600700">
                <a:moveTo>
                  <a:pt x="10453395" y="5600700"/>
                </a:moveTo>
                <a:lnTo>
                  <a:pt x="207924" y="5600700"/>
                </a:lnTo>
                <a:lnTo>
                  <a:pt x="201587" y="5588000"/>
                </a:lnTo>
                <a:lnTo>
                  <a:pt x="10459732" y="5588000"/>
                </a:lnTo>
                <a:lnTo>
                  <a:pt x="10453395" y="5600700"/>
                </a:lnTo>
                <a:close/>
              </a:path>
            </a:pathLst>
          </a:custGeom>
          <a:solidFill>
            <a:srgbClr val="36A9E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矩形 13"/>
          <p:cNvSpPr/>
          <p:nvPr/>
        </p:nvSpPr>
        <p:spPr>
          <a:xfrm>
            <a:off x="3347865" y="2139702"/>
            <a:ext cx="1728191" cy="2585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fr-FR" altLang="zh-CN" sz="3600" dirty="0">
                <a:latin typeface="Consolas" panose="020B0609020204030204" pitchFamily="49" charset="0"/>
                <a:ea typeface="楷体" panose="02010609060101010101" pitchFamily="49" charset="-122"/>
                <a:cs typeface="Calibri" panose="020F0502020204030204" pitchFamily="34" charset="0"/>
              </a:rPr>
              <a:t>t=a;</a:t>
            </a:r>
            <a:endParaRPr lang="fr-FR" altLang="zh-CN" sz="3600" dirty="0">
              <a:latin typeface="Consolas" panose="020B0609020204030204" pitchFamily="49" charset="0"/>
              <a:ea typeface="楷体" panose="02010609060101010101" pitchFamily="49" charset="-122"/>
              <a:cs typeface="Calibri" panose="020F0502020204030204" pitchFamily="34" charset="0"/>
            </a:endParaRPr>
          </a:p>
          <a:p>
            <a:pPr>
              <a:lnSpc>
                <a:spcPct val="150000"/>
              </a:lnSpc>
            </a:pPr>
            <a:r>
              <a:rPr lang="fr-FR" altLang="zh-CN" sz="3600" dirty="0">
                <a:latin typeface="Consolas" panose="020B0609020204030204" pitchFamily="49" charset="0"/>
                <a:ea typeface="楷体" panose="02010609060101010101" pitchFamily="49" charset="-122"/>
                <a:cs typeface="Calibri" panose="020F0502020204030204" pitchFamily="34" charset="0"/>
              </a:rPr>
              <a:t>a=b;</a:t>
            </a:r>
            <a:endParaRPr lang="fr-FR" altLang="zh-CN" sz="3600" dirty="0">
              <a:latin typeface="Consolas" panose="020B0609020204030204" pitchFamily="49" charset="0"/>
              <a:ea typeface="楷体" panose="02010609060101010101" pitchFamily="49" charset="-122"/>
              <a:cs typeface="Calibri" panose="020F0502020204030204" pitchFamily="34" charset="0"/>
            </a:endParaRPr>
          </a:p>
          <a:p>
            <a:pPr>
              <a:lnSpc>
                <a:spcPct val="150000"/>
              </a:lnSpc>
            </a:pPr>
            <a:r>
              <a:rPr lang="fr-FR" altLang="zh-CN" sz="3600" dirty="0">
                <a:latin typeface="Consolas" panose="020B0609020204030204" pitchFamily="49" charset="0"/>
                <a:ea typeface="楷体" panose="02010609060101010101" pitchFamily="49" charset="-122"/>
                <a:cs typeface="Calibri" panose="020F0502020204030204" pitchFamily="34" charset="0"/>
              </a:rPr>
              <a:t>b=t;</a:t>
            </a:r>
            <a:endParaRPr lang="nn-NO" altLang="zh-CN" sz="3600" dirty="0">
              <a:latin typeface="Consolas" panose="020B0609020204030204" pitchFamily="49" charset="0"/>
              <a:ea typeface="楷体" panose="02010609060101010101" pitchFamily="49" charset="-122"/>
              <a:cs typeface="Calibri" panose="020F0502020204030204" pitchFamily="34" charset="0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1763688" y="1131590"/>
            <a:ext cx="5593199" cy="101566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eaLnBrk="1" hangingPunct="1"/>
            <a:r>
              <a:rPr lang="zh-CN" altLang="en-US" sz="6000" b="1" dirty="0">
                <a:latin typeface="楷体" panose="02010609060101010101" pitchFamily="49" charset="-122"/>
                <a:ea typeface="楷体" panose="02010609060101010101" pitchFamily="49" charset="-122"/>
              </a:rPr>
              <a:t>阿布拉卡达布拉</a:t>
            </a:r>
            <a:endParaRPr lang="zh-CN" altLang="en-US" sz="60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60233" y="2829295"/>
            <a:ext cx="1809750" cy="180975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2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7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5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2"/>
          <p:cNvSpPr/>
          <p:nvPr/>
        </p:nvSpPr>
        <p:spPr>
          <a:xfrm>
            <a:off x="31814" y="289190"/>
            <a:ext cx="9080372" cy="4543313"/>
          </a:xfrm>
          <a:custGeom>
            <a:avLst/>
            <a:gdLst/>
            <a:ahLst/>
            <a:cxnLst/>
            <a:rect l="l" t="t" r="r" b="b"/>
            <a:pathLst>
              <a:path w="10970260" h="5869305">
                <a:moveTo>
                  <a:pt x="10713720" y="5868924"/>
                </a:moveTo>
                <a:lnTo>
                  <a:pt x="256032" y="5868924"/>
                </a:lnTo>
                <a:lnTo>
                  <a:pt x="210025" y="5864912"/>
                </a:lnTo>
                <a:lnTo>
                  <a:pt x="166722" y="5853104"/>
                </a:lnTo>
                <a:lnTo>
                  <a:pt x="126844" y="5834224"/>
                </a:lnTo>
                <a:lnTo>
                  <a:pt x="91115" y="5808994"/>
                </a:lnTo>
                <a:lnTo>
                  <a:pt x="60258" y="5778137"/>
                </a:lnTo>
                <a:lnTo>
                  <a:pt x="34995" y="5742375"/>
                </a:lnTo>
                <a:lnTo>
                  <a:pt x="16049" y="5702432"/>
                </a:lnTo>
                <a:lnTo>
                  <a:pt x="4143" y="5659030"/>
                </a:lnTo>
                <a:lnTo>
                  <a:pt x="0" y="5612892"/>
                </a:lnTo>
                <a:lnTo>
                  <a:pt x="0" y="256031"/>
                </a:lnTo>
                <a:lnTo>
                  <a:pt x="4143" y="210194"/>
                </a:lnTo>
                <a:lnTo>
                  <a:pt x="16049" y="167018"/>
                </a:lnTo>
                <a:lnTo>
                  <a:pt x="34995" y="127225"/>
                </a:lnTo>
                <a:lnTo>
                  <a:pt x="60258" y="91539"/>
                </a:lnTo>
                <a:lnTo>
                  <a:pt x="91115" y="60681"/>
                </a:lnTo>
                <a:lnTo>
                  <a:pt x="126844" y="35376"/>
                </a:lnTo>
                <a:lnTo>
                  <a:pt x="166722" y="16345"/>
                </a:lnTo>
                <a:lnTo>
                  <a:pt x="210025" y="4312"/>
                </a:lnTo>
                <a:lnTo>
                  <a:pt x="256032" y="0"/>
                </a:lnTo>
                <a:lnTo>
                  <a:pt x="10713720" y="0"/>
                </a:lnTo>
                <a:lnTo>
                  <a:pt x="10759726" y="4312"/>
                </a:lnTo>
                <a:lnTo>
                  <a:pt x="10803029" y="16345"/>
                </a:lnTo>
                <a:lnTo>
                  <a:pt x="10842907" y="35376"/>
                </a:lnTo>
                <a:lnTo>
                  <a:pt x="10878636" y="60681"/>
                </a:lnTo>
                <a:lnTo>
                  <a:pt x="10909493" y="91539"/>
                </a:lnTo>
                <a:lnTo>
                  <a:pt x="10934756" y="127225"/>
                </a:lnTo>
                <a:lnTo>
                  <a:pt x="10953702" y="167018"/>
                </a:lnTo>
                <a:lnTo>
                  <a:pt x="10965608" y="210194"/>
                </a:lnTo>
                <a:lnTo>
                  <a:pt x="10969752" y="256031"/>
                </a:lnTo>
                <a:lnTo>
                  <a:pt x="10969752" y="5612892"/>
                </a:lnTo>
                <a:lnTo>
                  <a:pt x="10965608" y="5659030"/>
                </a:lnTo>
                <a:lnTo>
                  <a:pt x="10953702" y="5702432"/>
                </a:lnTo>
                <a:lnTo>
                  <a:pt x="10934756" y="5742375"/>
                </a:lnTo>
                <a:lnTo>
                  <a:pt x="10909493" y="5778137"/>
                </a:lnTo>
                <a:lnTo>
                  <a:pt x="10878636" y="5808994"/>
                </a:lnTo>
                <a:lnTo>
                  <a:pt x="10842907" y="5834224"/>
                </a:lnTo>
                <a:lnTo>
                  <a:pt x="10803029" y="5853104"/>
                </a:lnTo>
                <a:lnTo>
                  <a:pt x="10759726" y="5864912"/>
                </a:lnTo>
                <a:lnTo>
                  <a:pt x="10713720" y="586892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8" name="object 3"/>
          <p:cNvSpPr/>
          <p:nvPr/>
        </p:nvSpPr>
        <p:spPr>
          <a:xfrm>
            <a:off x="107504" y="428533"/>
            <a:ext cx="8824928" cy="4335392"/>
          </a:xfrm>
          <a:custGeom>
            <a:avLst/>
            <a:gdLst/>
            <a:ahLst/>
            <a:cxnLst/>
            <a:rect l="l" t="t" r="r" b="b"/>
            <a:pathLst>
              <a:path w="10661650" h="5600700">
                <a:moveTo>
                  <a:pt x="10490479" y="12699"/>
                </a:moveTo>
                <a:lnTo>
                  <a:pt x="170840" y="12699"/>
                </a:lnTo>
                <a:lnTo>
                  <a:pt x="182841" y="0"/>
                </a:lnTo>
                <a:lnTo>
                  <a:pt x="10478477" y="0"/>
                </a:lnTo>
                <a:lnTo>
                  <a:pt x="10490479" y="12699"/>
                </a:lnTo>
                <a:close/>
              </a:path>
              <a:path w="10661650" h="5600700">
                <a:moveTo>
                  <a:pt x="10513860" y="25399"/>
                </a:moveTo>
                <a:lnTo>
                  <a:pt x="147459" y="25399"/>
                </a:lnTo>
                <a:lnTo>
                  <a:pt x="159004" y="12699"/>
                </a:lnTo>
                <a:lnTo>
                  <a:pt x="10502315" y="12699"/>
                </a:lnTo>
                <a:lnTo>
                  <a:pt x="10513860" y="25399"/>
                </a:lnTo>
                <a:close/>
              </a:path>
              <a:path w="10661650" h="5600700">
                <a:moveTo>
                  <a:pt x="172211" y="50799"/>
                </a:moveTo>
                <a:lnTo>
                  <a:pt x="104533" y="50799"/>
                </a:lnTo>
                <a:lnTo>
                  <a:pt x="114744" y="38099"/>
                </a:lnTo>
                <a:lnTo>
                  <a:pt x="125310" y="25399"/>
                </a:lnTo>
                <a:lnTo>
                  <a:pt x="226250" y="25399"/>
                </a:lnTo>
                <a:lnTo>
                  <a:pt x="220243" y="38099"/>
                </a:lnTo>
                <a:lnTo>
                  <a:pt x="183248" y="38099"/>
                </a:lnTo>
                <a:lnTo>
                  <a:pt x="172211" y="50799"/>
                </a:lnTo>
                <a:close/>
              </a:path>
              <a:path w="10661650" h="5600700">
                <a:moveTo>
                  <a:pt x="10556786" y="50799"/>
                </a:moveTo>
                <a:lnTo>
                  <a:pt x="10489107" y="50799"/>
                </a:lnTo>
                <a:lnTo>
                  <a:pt x="10478071" y="38099"/>
                </a:lnTo>
                <a:lnTo>
                  <a:pt x="10441076" y="38099"/>
                </a:lnTo>
                <a:lnTo>
                  <a:pt x="10435069" y="25399"/>
                </a:lnTo>
                <a:lnTo>
                  <a:pt x="10536008" y="25399"/>
                </a:lnTo>
                <a:lnTo>
                  <a:pt x="10546575" y="38099"/>
                </a:lnTo>
                <a:lnTo>
                  <a:pt x="10556786" y="50799"/>
                </a:lnTo>
                <a:close/>
              </a:path>
              <a:path w="10661650" h="5600700">
                <a:moveTo>
                  <a:pt x="125120" y="76199"/>
                </a:moveTo>
                <a:lnTo>
                  <a:pt x="76212" y="76199"/>
                </a:lnTo>
                <a:lnTo>
                  <a:pt x="85255" y="63499"/>
                </a:lnTo>
                <a:lnTo>
                  <a:pt x="94703" y="50799"/>
                </a:lnTo>
                <a:lnTo>
                  <a:pt x="153263" y="50799"/>
                </a:lnTo>
                <a:lnTo>
                  <a:pt x="143090" y="63499"/>
                </a:lnTo>
                <a:lnTo>
                  <a:pt x="134645" y="63499"/>
                </a:lnTo>
                <a:lnTo>
                  <a:pt x="125120" y="76199"/>
                </a:lnTo>
                <a:close/>
              </a:path>
              <a:path w="10661650" h="5600700">
                <a:moveTo>
                  <a:pt x="10585119" y="76199"/>
                </a:moveTo>
                <a:lnTo>
                  <a:pt x="10536199" y="76199"/>
                </a:lnTo>
                <a:lnTo>
                  <a:pt x="10526674" y="63499"/>
                </a:lnTo>
                <a:lnTo>
                  <a:pt x="10518228" y="63499"/>
                </a:lnTo>
                <a:lnTo>
                  <a:pt x="10508056" y="50799"/>
                </a:lnTo>
                <a:lnTo>
                  <a:pt x="10566615" y="50799"/>
                </a:lnTo>
                <a:lnTo>
                  <a:pt x="10576064" y="63499"/>
                </a:lnTo>
                <a:lnTo>
                  <a:pt x="10585119" y="76199"/>
                </a:lnTo>
                <a:close/>
              </a:path>
              <a:path w="10661650" h="5600700">
                <a:moveTo>
                  <a:pt x="86067" y="114299"/>
                </a:moveTo>
                <a:lnTo>
                  <a:pt x="44411" y="114299"/>
                </a:lnTo>
                <a:lnTo>
                  <a:pt x="51663" y="101599"/>
                </a:lnTo>
                <a:lnTo>
                  <a:pt x="59397" y="88899"/>
                </a:lnTo>
                <a:lnTo>
                  <a:pt x="67589" y="76199"/>
                </a:lnTo>
                <a:lnTo>
                  <a:pt x="117246" y="76199"/>
                </a:lnTo>
                <a:lnTo>
                  <a:pt x="108432" y="88899"/>
                </a:lnTo>
                <a:lnTo>
                  <a:pt x="101193" y="88899"/>
                </a:lnTo>
                <a:lnTo>
                  <a:pt x="93154" y="101599"/>
                </a:lnTo>
                <a:lnTo>
                  <a:pt x="93713" y="101599"/>
                </a:lnTo>
                <a:lnTo>
                  <a:pt x="86067" y="114299"/>
                </a:lnTo>
                <a:close/>
              </a:path>
              <a:path w="10661650" h="5600700">
                <a:moveTo>
                  <a:pt x="10616907" y="114299"/>
                </a:moveTo>
                <a:lnTo>
                  <a:pt x="10575251" y="114299"/>
                </a:lnTo>
                <a:lnTo>
                  <a:pt x="10567606" y="101599"/>
                </a:lnTo>
                <a:lnTo>
                  <a:pt x="10568165" y="101599"/>
                </a:lnTo>
                <a:lnTo>
                  <a:pt x="10560126" y="88899"/>
                </a:lnTo>
                <a:lnTo>
                  <a:pt x="10552887" y="88899"/>
                </a:lnTo>
                <a:lnTo>
                  <a:pt x="10544073" y="76199"/>
                </a:lnTo>
                <a:lnTo>
                  <a:pt x="10593730" y="76199"/>
                </a:lnTo>
                <a:lnTo>
                  <a:pt x="10601921" y="88899"/>
                </a:lnTo>
                <a:lnTo>
                  <a:pt x="10609656" y="101599"/>
                </a:lnTo>
                <a:lnTo>
                  <a:pt x="10616907" y="114299"/>
                </a:lnTo>
                <a:close/>
              </a:path>
              <a:path w="10661650" h="5600700">
                <a:moveTo>
                  <a:pt x="48374" y="177799"/>
                </a:moveTo>
                <a:lnTo>
                  <a:pt x="11658" y="177799"/>
                </a:lnTo>
                <a:lnTo>
                  <a:pt x="15722" y="165099"/>
                </a:lnTo>
                <a:lnTo>
                  <a:pt x="20383" y="152399"/>
                </a:lnTo>
                <a:lnTo>
                  <a:pt x="25603" y="139699"/>
                </a:lnTo>
                <a:lnTo>
                  <a:pt x="31356" y="126999"/>
                </a:lnTo>
                <a:lnTo>
                  <a:pt x="37630" y="114299"/>
                </a:lnTo>
                <a:lnTo>
                  <a:pt x="79882" y="114299"/>
                </a:lnTo>
                <a:lnTo>
                  <a:pt x="73113" y="126999"/>
                </a:lnTo>
                <a:lnTo>
                  <a:pt x="73583" y="126999"/>
                </a:lnTo>
                <a:lnTo>
                  <a:pt x="67259" y="139699"/>
                </a:lnTo>
                <a:lnTo>
                  <a:pt x="67703" y="139699"/>
                </a:lnTo>
                <a:lnTo>
                  <a:pt x="61848" y="152399"/>
                </a:lnTo>
                <a:lnTo>
                  <a:pt x="57251" y="152399"/>
                </a:lnTo>
                <a:lnTo>
                  <a:pt x="52387" y="165099"/>
                </a:lnTo>
                <a:lnTo>
                  <a:pt x="52717" y="165099"/>
                </a:lnTo>
                <a:lnTo>
                  <a:pt x="48374" y="177799"/>
                </a:lnTo>
                <a:close/>
              </a:path>
              <a:path w="10661650" h="5600700">
                <a:moveTo>
                  <a:pt x="10649661" y="177799"/>
                </a:moveTo>
                <a:lnTo>
                  <a:pt x="10612945" y="177799"/>
                </a:lnTo>
                <a:lnTo>
                  <a:pt x="10608602" y="165099"/>
                </a:lnTo>
                <a:lnTo>
                  <a:pt x="10608932" y="165099"/>
                </a:lnTo>
                <a:lnTo>
                  <a:pt x="10604068" y="152399"/>
                </a:lnTo>
                <a:lnTo>
                  <a:pt x="10599470" y="152399"/>
                </a:lnTo>
                <a:lnTo>
                  <a:pt x="10593616" y="139699"/>
                </a:lnTo>
                <a:lnTo>
                  <a:pt x="10594060" y="139699"/>
                </a:lnTo>
                <a:lnTo>
                  <a:pt x="10587736" y="126999"/>
                </a:lnTo>
                <a:lnTo>
                  <a:pt x="10588205" y="126999"/>
                </a:lnTo>
                <a:lnTo>
                  <a:pt x="10581436" y="114299"/>
                </a:lnTo>
                <a:lnTo>
                  <a:pt x="10623689" y="114299"/>
                </a:lnTo>
                <a:lnTo>
                  <a:pt x="10629963" y="126999"/>
                </a:lnTo>
                <a:lnTo>
                  <a:pt x="10635716" y="139699"/>
                </a:lnTo>
                <a:lnTo>
                  <a:pt x="10640936" y="152399"/>
                </a:lnTo>
                <a:lnTo>
                  <a:pt x="10645597" y="165099"/>
                </a:lnTo>
                <a:lnTo>
                  <a:pt x="10649661" y="177799"/>
                </a:lnTo>
                <a:close/>
              </a:path>
              <a:path w="10661650" h="5600700">
                <a:moveTo>
                  <a:pt x="44843" y="190499"/>
                </a:moveTo>
                <a:lnTo>
                  <a:pt x="8115" y="190499"/>
                </a:lnTo>
                <a:lnTo>
                  <a:pt x="9791" y="177799"/>
                </a:lnTo>
                <a:lnTo>
                  <a:pt x="48666" y="177799"/>
                </a:lnTo>
                <a:lnTo>
                  <a:pt x="44843" y="190499"/>
                </a:lnTo>
                <a:close/>
              </a:path>
              <a:path w="10661650" h="5600700">
                <a:moveTo>
                  <a:pt x="10653204" y="190499"/>
                </a:moveTo>
                <a:lnTo>
                  <a:pt x="10616476" y="190499"/>
                </a:lnTo>
                <a:lnTo>
                  <a:pt x="10612653" y="177799"/>
                </a:lnTo>
                <a:lnTo>
                  <a:pt x="10651528" y="177799"/>
                </a:lnTo>
                <a:lnTo>
                  <a:pt x="10653204" y="190499"/>
                </a:lnTo>
                <a:close/>
              </a:path>
              <a:path w="10661650" h="5600700">
                <a:moveTo>
                  <a:pt x="41884" y="203199"/>
                </a:moveTo>
                <a:lnTo>
                  <a:pt x="5207" y="203199"/>
                </a:lnTo>
                <a:lnTo>
                  <a:pt x="6578" y="190499"/>
                </a:lnTo>
                <a:lnTo>
                  <a:pt x="43446" y="190499"/>
                </a:lnTo>
                <a:lnTo>
                  <a:pt x="41884" y="203199"/>
                </a:lnTo>
                <a:close/>
              </a:path>
              <a:path w="10661650" h="5600700">
                <a:moveTo>
                  <a:pt x="10656112" y="203199"/>
                </a:moveTo>
                <a:lnTo>
                  <a:pt x="10619435" y="203199"/>
                </a:lnTo>
                <a:lnTo>
                  <a:pt x="10617873" y="190499"/>
                </a:lnTo>
                <a:lnTo>
                  <a:pt x="10654741" y="190499"/>
                </a:lnTo>
                <a:lnTo>
                  <a:pt x="10656112" y="203199"/>
                </a:lnTo>
                <a:close/>
              </a:path>
              <a:path w="10661650" h="5600700">
                <a:moveTo>
                  <a:pt x="38328" y="215899"/>
                </a:moveTo>
                <a:lnTo>
                  <a:pt x="2908" y="215899"/>
                </a:lnTo>
                <a:lnTo>
                  <a:pt x="3975" y="203199"/>
                </a:lnTo>
                <a:lnTo>
                  <a:pt x="39458" y="203199"/>
                </a:lnTo>
                <a:lnTo>
                  <a:pt x="38328" y="215899"/>
                </a:lnTo>
                <a:close/>
              </a:path>
              <a:path w="10661650" h="5600700">
                <a:moveTo>
                  <a:pt x="10658411" y="215899"/>
                </a:moveTo>
                <a:lnTo>
                  <a:pt x="10622991" y="215899"/>
                </a:lnTo>
                <a:lnTo>
                  <a:pt x="10621860" y="203199"/>
                </a:lnTo>
                <a:lnTo>
                  <a:pt x="10657344" y="203199"/>
                </a:lnTo>
                <a:lnTo>
                  <a:pt x="10658411" y="215899"/>
                </a:lnTo>
                <a:close/>
              </a:path>
              <a:path w="10661650" h="5600700">
                <a:moveTo>
                  <a:pt x="36626" y="228599"/>
                </a:moveTo>
                <a:lnTo>
                  <a:pt x="1257" y="228599"/>
                </a:lnTo>
                <a:lnTo>
                  <a:pt x="2006" y="215899"/>
                </a:lnTo>
                <a:lnTo>
                  <a:pt x="37465" y="215899"/>
                </a:lnTo>
                <a:lnTo>
                  <a:pt x="36626" y="228599"/>
                </a:lnTo>
                <a:close/>
              </a:path>
              <a:path w="10661650" h="5600700">
                <a:moveTo>
                  <a:pt x="10660062" y="228599"/>
                </a:moveTo>
                <a:lnTo>
                  <a:pt x="10624692" y="228599"/>
                </a:lnTo>
                <a:lnTo>
                  <a:pt x="10623854" y="215899"/>
                </a:lnTo>
                <a:lnTo>
                  <a:pt x="10659313" y="215899"/>
                </a:lnTo>
                <a:lnTo>
                  <a:pt x="10660062" y="228599"/>
                </a:lnTo>
                <a:close/>
              </a:path>
              <a:path w="10661650" h="5600700">
                <a:moveTo>
                  <a:pt x="35483" y="241299"/>
                </a:moveTo>
                <a:lnTo>
                  <a:pt x="254" y="241299"/>
                </a:lnTo>
                <a:lnTo>
                  <a:pt x="673" y="228599"/>
                </a:lnTo>
                <a:lnTo>
                  <a:pt x="36029" y="228599"/>
                </a:lnTo>
                <a:lnTo>
                  <a:pt x="35483" y="241299"/>
                </a:lnTo>
                <a:close/>
              </a:path>
              <a:path w="10661650" h="5600700">
                <a:moveTo>
                  <a:pt x="10661065" y="241299"/>
                </a:moveTo>
                <a:lnTo>
                  <a:pt x="10625836" y="241299"/>
                </a:lnTo>
                <a:lnTo>
                  <a:pt x="10625289" y="228599"/>
                </a:lnTo>
                <a:lnTo>
                  <a:pt x="10660646" y="228599"/>
                </a:lnTo>
                <a:lnTo>
                  <a:pt x="10661065" y="241299"/>
                </a:lnTo>
                <a:close/>
              </a:path>
              <a:path w="10661650" h="5600700">
                <a:moveTo>
                  <a:pt x="34912" y="5346700"/>
                </a:moveTo>
                <a:lnTo>
                  <a:pt x="0" y="5346700"/>
                </a:lnTo>
                <a:lnTo>
                  <a:pt x="0" y="241299"/>
                </a:lnTo>
                <a:lnTo>
                  <a:pt x="35140" y="241299"/>
                </a:lnTo>
                <a:lnTo>
                  <a:pt x="34899" y="253999"/>
                </a:lnTo>
                <a:lnTo>
                  <a:pt x="34912" y="5346700"/>
                </a:lnTo>
                <a:close/>
              </a:path>
              <a:path w="10661650" h="5600700">
                <a:moveTo>
                  <a:pt x="10661319" y="5346700"/>
                </a:moveTo>
                <a:lnTo>
                  <a:pt x="10626407" y="5346700"/>
                </a:lnTo>
                <a:lnTo>
                  <a:pt x="10626483" y="254000"/>
                </a:lnTo>
                <a:lnTo>
                  <a:pt x="10626178" y="241299"/>
                </a:lnTo>
                <a:lnTo>
                  <a:pt x="10661319" y="241299"/>
                </a:lnTo>
                <a:lnTo>
                  <a:pt x="10661319" y="5346700"/>
                </a:lnTo>
                <a:close/>
              </a:path>
              <a:path w="10661650" h="5600700">
                <a:moveTo>
                  <a:pt x="36677" y="5372100"/>
                </a:moveTo>
                <a:lnTo>
                  <a:pt x="1257" y="5372100"/>
                </a:lnTo>
                <a:lnTo>
                  <a:pt x="673" y="5359400"/>
                </a:lnTo>
                <a:lnTo>
                  <a:pt x="254" y="5346700"/>
                </a:lnTo>
                <a:lnTo>
                  <a:pt x="35115" y="5346700"/>
                </a:lnTo>
                <a:lnTo>
                  <a:pt x="35509" y="5359400"/>
                </a:lnTo>
                <a:lnTo>
                  <a:pt x="35979" y="5359400"/>
                </a:lnTo>
                <a:lnTo>
                  <a:pt x="36677" y="5372100"/>
                </a:lnTo>
                <a:close/>
              </a:path>
              <a:path w="10661650" h="5600700">
                <a:moveTo>
                  <a:pt x="10660062" y="5372100"/>
                </a:moveTo>
                <a:lnTo>
                  <a:pt x="10624642" y="5372100"/>
                </a:lnTo>
                <a:lnTo>
                  <a:pt x="10625340" y="5359400"/>
                </a:lnTo>
                <a:lnTo>
                  <a:pt x="10625810" y="5359400"/>
                </a:lnTo>
                <a:lnTo>
                  <a:pt x="10626204" y="5346700"/>
                </a:lnTo>
                <a:lnTo>
                  <a:pt x="10661065" y="5346700"/>
                </a:lnTo>
                <a:lnTo>
                  <a:pt x="10660646" y="5359400"/>
                </a:lnTo>
                <a:lnTo>
                  <a:pt x="10660062" y="5372100"/>
                </a:lnTo>
                <a:close/>
              </a:path>
              <a:path w="10661650" h="5600700">
                <a:moveTo>
                  <a:pt x="38404" y="5384800"/>
                </a:moveTo>
                <a:lnTo>
                  <a:pt x="2908" y="5384800"/>
                </a:lnTo>
                <a:lnTo>
                  <a:pt x="2006" y="5372100"/>
                </a:lnTo>
                <a:lnTo>
                  <a:pt x="37401" y="5372100"/>
                </a:lnTo>
                <a:lnTo>
                  <a:pt x="38404" y="5384800"/>
                </a:lnTo>
                <a:close/>
              </a:path>
              <a:path w="10661650" h="5600700">
                <a:moveTo>
                  <a:pt x="10658411" y="5384800"/>
                </a:moveTo>
                <a:lnTo>
                  <a:pt x="10622915" y="5384800"/>
                </a:lnTo>
                <a:lnTo>
                  <a:pt x="10623918" y="5372100"/>
                </a:lnTo>
                <a:lnTo>
                  <a:pt x="10659313" y="5372100"/>
                </a:lnTo>
                <a:lnTo>
                  <a:pt x="10658411" y="5384800"/>
                </a:lnTo>
                <a:close/>
              </a:path>
              <a:path w="10661650" h="5600700">
                <a:moveTo>
                  <a:pt x="41986" y="5397500"/>
                </a:moveTo>
                <a:lnTo>
                  <a:pt x="5207" y="5397500"/>
                </a:lnTo>
                <a:lnTo>
                  <a:pt x="3975" y="5384800"/>
                </a:lnTo>
                <a:lnTo>
                  <a:pt x="40563" y="5384800"/>
                </a:lnTo>
                <a:lnTo>
                  <a:pt x="41986" y="5397500"/>
                </a:lnTo>
                <a:close/>
              </a:path>
              <a:path w="10661650" h="5600700">
                <a:moveTo>
                  <a:pt x="10656112" y="5397500"/>
                </a:moveTo>
                <a:lnTo>
                  <a:pt x="10619333" y="5397500"/>
                </a:lnTo>
                <a:lnTo>
                  <a:pt x="10620756" y="5384800"/>
                </a:lnTo>
                <a:lnTo>
                  <a:pt x="10657344" y="5384800"/>
                </a:lnTo>
                <a:lnTo>
                  <a:pt x="10656112" y="5397500"/>
                </a:lnTo>
                <a:close/>
              </a:path>
              <a:path w="10661650" h="5600700">
                <a:moveTo>
                  <a:pt x="45034" y="5410200"/>
                </a:moveTo>
                <a:lnTo>
                  <a:pt x="8115" y="5410200"/>
                </a:lnTo>
                <a:lnTo>
                  <a:pt x="6578" y="5397500"/>
                </a:lnTo>
                <a:lnTo>
                  <a:pt x="43332" y="5397500"/>
                </a:lnTo>
                <a:lnTo>
                  <a:pt x="45034" y="5410200"/>
                </a:lnTo>
                <a:close/>
              </a:path>
              <a:path w="10661650" h="5600700">
                <a:moveTo>
                  <a:pt x="10653204" y="5410200"/>
                </a:moveTo>
                <a:lnTo>
                  <a:pt x="10616285" y="5410200"/>
                </a:lnTo>
                <a:lnTo>
                  <a:pt x="10617987" y="5397500"/>
                </a:lnTo>
                <a:lnTo>
                  <a:pt x="10654741" y="5397500"/>
                </a:lnTo>
                <a:lnTo>
                  <a:pt x="10653204" y="5410200"/>
                </a:lnTo>
                <a:close/>
              </a:path>
              <a:path w="10661650" h="5600700">
                <a:moveTo>
                  <a:pt x="48666" y="5422900"/>
                </a:moveTo>
                <a:lnTo>
                  <a:pt x="11658" y="5422900"/>
                </a:lnTo>
                <a:lnTo>
                  <a:pt x="9791" y="5410200"/>
                </a:lnTo>
                <a:lnTo>
                  <a:pt x="44843" y="5410200"/>
                </a:lnTo>
                <a:lnTo>
                  <a:pt x="48666" y="5422900"/>
                </a:lnTo>
                <a:close/>
              </a:path>
              <a:path w="10661650" h="5600700">
                <a:moveTo>
                  <a:pt x="10649661" y="5422900"/>
                </a:moveTo>
                <a:lnTo>
                  <a:pt x="10612653" y="5422900"/>
                </a:lnTo>
                <a:lnTo>
                  <a:pt x="10616476" y="5410200"/>
                </a:lnTo>
                <a:lnTo>
                  <a:pt x="10651528" y="5410200"/>
                </a:lnTo>
                <a:lnTo>
                  <a:pt x="10649661" y="5422900"/>
                </a:lnTo>
                <a:close/>
              </a:path>
              <a:path w="10661650" h="5600700">
                <a:moveTo>
                  <a:pt x="101193" y="5499100"/>
                </a:moveTo>
                <a:lnTo>
                  <a:pt x="51663" y="5499100"/>
                </a:lnTo>
                <a:lnTo>
                  <a:pt x="44411" y="5486400"/>
                </a:lnTo>
                <a:lnTo>
                  <a:pt x="25603" y="5448300"/>
                </a:lnTo>
                <a:lnTo>
                  <a:pt x="15722" y="5422900"/>
                </a:lnTo>
                <a:lnTo>
                  <a:pt x="52387" y="5422900"/>
                </a:lnTo>
                <a:lnTo>
                  <a:pt x="57251" y="5435600"/>
                </a:lnTo>
                <a:lnTo>
                  <a:pt x="56883" y="5435600"/>
                </a:lnTo>
                <a:lnTo>
                  <a:pt x="62255" y="5448300"/>
                </a:lnTo>
                <a:lnTo>
                  <a:pt x="61848" y="5448300"/>
                </a:lnTo>
                <a:lnTo>
                  <a:pt x="67703" y="5461000"/>
                </a:lnTo>
                <a:lnTo>
                  <a:pt x="73113" y="5461000"/>
                </a:lnTo>
                <a:lnTo>
                  <a:pt x="79882" y="5473700"/>
                </a:lnTo>
                <a:lnTo>
                  <a:pt x="79387" y="5473700"/>
                </a:lnTo>
                <a:lnTo>
                  <a:pt x="86601" y="5486400"/>
                </a:lnTo>
                <a:lnTo>
                  <a:pt x="93154" y="5486400"/>
                </a:lnTo>
                <a:lnTo>
                  <a:pt x="101193" y="5499100"/>
                </a:lnTo>
                <a:close/>
              </a:path>
              <a:path w="10661650" h="5600700">
                <a:moveTo>
                  <a:pt x="10609656" y="5499100"/>
                </a:moveTo>
                <a:lnTo>
                  <a:pt x="10560126" y="5499100"/>
                </a:lnTo>
                <a:lnTo>
                  <a:pt x="10568165" y="5486400"/>
                </a:lnTo>
                <a:lnTo>
                  <a:pt x="10574718" y="5486400"/>
                </a:lnTo>
                <a:lnTo>
                  <a:pt x="10581932" y="5473700"/>
                </a:lnTo>
                <a:lnTo>
                  <a:pt x="10581436" y="5473700"/>
                </a:lnTo>
                <a:lnTo>
                  <a:pt x="10588205" y="5461000"/>
                </a:lnTo>
                <a:lnTo>
                  <a:pt x="10593616" y="5461000"/>
                </a:lnTo>
                <a:lnTo>
                  <a:pt x="10599470" y="5448300"/>
                </a:lnTo>
                <a:lnTo>
                  <a:pt x="10599064" y="5448300"/>
                </a:lnTo>
                <a:lnTo>
                  <a:pt x="10604436" y="5435600"/>
                </a:lnTo>
                <a:lnTo>
                  <a:pt x="10604068" y="5435600"/>
                </a:lnTo>
                <a:lnTo>
                  <a:pt x="10608932" y="5422900"/>
                </a:lnTo>
                <a:lnTo>
                  <a:pt x="10645597" y="5422900"/>
                </a:lnTo>
                <a:lnTo>
                  <a:pt x="10629963" y="5461000"/>
                </a:lnTo>
                <a:lnTo>
                  <a:pt x="10616907" y="5486400"/>
                </a:lnTo>
                <a:lnTo>
                  <a:pt x="10609656" y="5499100"/>
                </a:lnTo>
                <a:close/>
              </a:path>
              <a:path w="10661650" h="5600700">
                <a:moveTo>
                  <a:pt x="143814" y="5537200"/>
                </a:moveTo>
                <a:lnTo>
                  <a:pt x="85255" y="5537200"/>
                </a:lnTo>
                <a:lnTo>
                  <a:pt x="76212" y="5524500"/>
                </a:lnTo>
                <a:lnTo>
                  <a:pt x="67589" y="5511800"/>
                </a:lnTo>
                <a:lnTo>
                  <a:pt x="59397" y="5499100"/>
                </a:lnTo>
                <a:lnTo>
                  <a:pt x="100609" y="5499100"/>
                </a:lnTo>
                <a:lnTo>
                  <a:pt x="109042" y="5511800"/>
                </a:lnTo>
                <a:lnTo>
                  <a:pt x="116611" y="5511800"/>
                </a:lnTo>
                <a:lnTo>
                  <a:pt x="125780" y="5524500"/>
                </a:lnTo>
                <a:lnTo>
                  <a:pt x="133946" y="5524500"/>
                </a:lnTo>
                <a:lnTo>
                  <a:pt x="143814" y="5537200"/>
                </a:lnTo>
                <a:close/>
              </a:path>
              <a:path w="10661650" h="5600700">
                <a:moveTo>
                  <a:pt x="10576064" y="5537200"/>
                </a:moveTo>
                <a:lnTo>
                  <a:pt x="10517505" y="5537200"/>
                </a:lnTo>
                <a:lnTo>
                  <a:pt x="10527372" y="5524500"/>
                </a:lnTo>
                <a:lnTo>
                  <a:pt x="10535539" y="5524500"/>
                </a:lnTo>
                <a:lnTo>
                  <a:pt x="10544708" y="5511800"/>
                </a:lnTo>
                <a:lnTo>
                  <a:pt x="10552277" y="5511800"/>
                </a:lnTo>
                <a:lnTo>
                  <a:pt x="10560710" y="5499100"/>
                </a:lnTo>
                <a:lnTo>
                  <a:pt x="10601921" y="5499100"/>
                </a:lnTo>
                <a:lnTo>
                  <a:pt x="10593730" y="5511800"/>
                </a:lnTo>
                <a:lnTo>
                  <a:pt x="10585119" y="5524500"/>
                </a:lnTo>
                <a:lnTo>
                  <a:pt x="10576064" y="5537200"/>
                </a:lnTo>
                <a:close/>
              </a:path>
              <a:path w="10661650" h="5600700">
                <a:moveTo>
                  <a:pt x="172999" y="5549900"/>
                </a:moveTo>
                <a:lnTo>
                  <a:pt x="104533" y="5549900"/>
                </a:lnTo>
                <a:lnTo>
                  <a:pt x="94703" y="5537200"/>
                </a:lnTo>
                <a:lnTo>
                  <a:pt x="162229" y="5537200"/>
                </a:lnTo>
                <a:lnTo>
                  <a:pt x="172999" y="5549900"/>
                </a:lnTo>
                <a:close/>
              </a:path>
              <a:path w="10661650" h="5600700">
                <a:moveTo>
                  <a:pt x="10556786" y="5549900"/>
                </a:moveTo>
                <a:lnTo>
                  <a:pt x="10488320" y="5549900"/>
                </a:lnTo>
                <a:lnTo>
                  <a:pt x="10499090" y="5537200"/>
                </a:lnTo>
                <a:lnTo>
                  <a:pt x="10566615" y="5537200"/>
                </a:lnTo>
                <a:lnTo>
                  <a:pt x="10556786" y="5549900"/>
                </a:lnTo>
                <a:close/>
              </a:path>
              <a:path w="10661650" h="5600700">
                <a:moveTo>
                  <a:pt x="198856" y="5562600"/>
                </a:moveTo>
                <a:lnTo>
                  <a:pt x="125310" y="5562600"/>
                </a:lnTo>
                <a:lnTo>
                  <a:pt x="114744" y="5549900"/>
                </a:lnTo>
                <a:lnTo>
                  <a:pt x="193116" y="5549900"/>
                </a:lnTo>
                <a:lnTo>
                  <a:pt x="198856" y="5562600"/>
                </a:lnTo>
                <a:close/>
              </a:path>
              <a:path w="10661650" h="5600700">
                <a:moveTo>
                  <a:pt x="10536008" y="5562600"/>
                </a:moveTo>
                <a:lnTo>
                  <a:pt x="10462463" y="5562600"/>
                </a:lnTo>
                <a:lnTo>
                  <a:pt x="10468203" y="5549900"/>
                </a:lnTo>
                <a:lnTo>
                  <a:pt x="10546575" y="5549900"/>
                </a:lnTo>
                <a:lnTo>
                  <a:pt x="10536008" y="5562600"/>
                </a:lnTo>
                <a:close/>
              </a:path>
              <a:path w="10661650" h="5600700">
                <a:moveTo>
                  <a:pt x="10513860" y="5575300"/>
                </a:moveTo>
                <a:lnTo>
                  <a:pt x="147459" y="5575300"/>
                </a:lnTo>
                <a:lnTo>
                  <a:pt x="136220" y="5562600"/>
                </a:lnTo>
                <a:lnTo>
                  <a:pt x="10525099" y="5562600"/>
                </a:lnTo>
                <a:lnTo>
                  <a:pt x="10513860" y="5575300"/>
                </a:lnTo>
                <a:close/>
              </a:path>
              <a:path w="10661650" h="5600700">
                <a:moveTo>
                  <a:pt x="10490479" y="5588000"/>
                </a:moveTo>
                <a:lnTo>
                  <a:pt x="170840" y="5588000"/>
                </a:lnTo>
                <a:lnTo>
                  <a:pt x="159004" y="5575300"/>
                </a:lnTo>
                <a:lnTo>
                  <a:pt x="10502315" y="5575300"/>
                </a:lnTo>
                <a:lnTo>
                  <a:pt x="10490479" y="5588000"/>
                </a:lnTo>
                <a:close/>
              </a:path>
              <a:path w="10661650" h="5600700">
                <a:moveTo>
                  <a:pt x="10453395" y="5600700"/>
                </a:moveTo>
                <a:lnTo>
                  <a:pt x="207924" y="5600700"/>
                </a:lnTo>
                <a:lnTo>
                  <a:pt x="201587" y="5588000"/>
                </a:lnTo>
                <a:lnTo>
                  <a:pt x="10459732" y="5588000"/>
                </a:lnTo>
                <a:lnTo>
                  <a:pt x="10453395" y="5600700"/>
                </a:lnTo>
                <a:close/>
              </a:path>
            </a:pathLst>
          </a:custGeom>
          <a:solidFill>
            <a:srgbClr val="36A9E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762911" y="1131590"/>
            <a:ext cx="6173485" cy="1846659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altLang="zh-CN" sz="2400" b="1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C++</a:t>
            </a:r>
            <a:r>
              <a:rPr lang="zh-CN" altLang="en-US" sz="2400" b="1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中的注释：</a:t>
            </a:r>
            <a:endParaRPr lang="en-US" altLang="zh-CN" sz="2400" b="1" dirty="0">
              <a:solidFill>
                <a:srgbClr val="C0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在程序中加入必要的注释，以增加程序的可读性；</a:t>
            </a:r>
            <a:endParaRPr lang="en-US" altLang="zh-CN" sz="20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注释是给人看的；</a:t>
            </a:r>
            <a:endParaRPr lang="en-US" altLang="zh-CN" sz="20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计算机执行时会忽略注释；</a:t>
            </a:r>
            <a:endParaRPr lang="zh-CN" altLang="en-US" sz="20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55576" y="3219822"/>
            <a:ext cx="5688631" cy="1338828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+mj-ea"/>
              <a:buAutoNum type="circleNumDbPlain"/>
            </a:pPr>
            <a:r>
              <a:rPr lang="en-US" altLang="zh-CN" b="1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//   :</a:t>
            </a:r>
            <a:r>
              <a:rPr lang="zh-CN" altLang="en-US" b="1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单行注释，从</a:t>
            </a:r>
            <a:r>
              <a:rPr lang="en-US" altLang="zh-CN" b="1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//</a:t>
            </a:r>
            <a:r>
              <a:rPr lang="zh-CN" altLang="en-US" b="1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开始，到行的末尾。</a:t>
            </a:r>
            <a:endParaRPr lang="en-US" altLang="zh-CN" b="1" dirty="0">
              <a:solidFill>
                <a:srgbClr val="C0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342900" indent="-342900">
              <a:lnSpc>
                <a:spcPct val="150000"/>
              </a:lnSpc>
              <a:buFont typeface="+mj-ea"/>
              <a:buAutoNum type="circleNumDbPlain"/>
            </a:pPr>
            <a:r>
              <a:rPr lang="en-US" altLang="zh-CN" b="1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/*  </a:t>
            </a:r>
            <a:r>
              <a:rPr lang="zh-CN" altLang="en-US" b="1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。。。</a:t>
            </a:r>
            <a:r>
              <a:rPr lang="en-US" altLang="zh-CN" b="1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  */  :</a:t>
            </a:r>
            <a:r>
              <a:rPr lang="zh-CN" altLang="en-US" b="1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多行注释，从</a:t>
            </a:r>
            <a:r>
              <a:rPr lang="en-US" altLang="zh-CN" b="1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/*</a:t>
            </a:r>
            <a:r>
              <a:rPr lang="zh-CN" altLang="en-US" b="1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开始，到</a:t>
            </a:r>
            <a:r>
              <a:rPr lang="en-US" altLang="zh-CN" b="1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*/</a:t>
            </a:r>
            <a:r>
              <a:rPr lang="zh-CN" altLang="en-US" b="1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结束，中间的内容都是注释</a:t>
            </a:r>
            <a:endParaRPr lang="zh-CN" altLang="en-US" b="1" dirty="0">
              <a:solidFill>
                <a:srgbClr val="C0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0112" y="3592304"/>
            <a:ext cx="1683073" cy="89450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2"/>
          <p:cNvSpPr/>
          <p:nvPr/>
        </p:nvSpPr>
        <p:spPr>
          <a:xfrm>
            <a:off x="31814" y="289190"/>
            <a:ext cx="9080372" cy="4543313"/>
          </a:xfrm>
          <a:custGeom>
            <a:avLst/>
            <a:gdLst/>
            <a:ahLst/>
            <a:cxnLst/>
            <a:rect l="l" t="t" r="r" b="b"/>
            <a:pathLst>
              <a:path w="10970260" h="5869305">
                <a:moveTo>
                  <a:pt x="10713720" y="5868924"/>
                </a:moveTo>
                <a:lnTo>
                  <a:pt x="256032" y="5868924"/>
                </a:lnTo>
                <a:lnTo>
                  <a:pt x="210025" y="5864912"/>
                </a:lnTo>
                <a:lnTo>
                  <a:pt x="166722" y="5853104"/>
                </a:lnTo>
                <a:lnTo>
                  <a:pt x="126844" y="5834224"/>
                </a:lnTo>
                <a:lnTo>
                  <a:pt x="91115" y="5808994"/>
                </a:lnTo>
                <a:lnTo>
                  <a:pt x="60258" y="5778137"/>
                </a:lnTo>
                <a:lnTo>
                  <a:pt x="34995" y="5742375"/>
                </a:lnTo>
                <a:lnTo>
                  <a:pt x="16049" y="5702432"/>
                </a:lnTo>
                <a:lnTo>
                  <a:pt x="4143" y="5659030"/>
                </a:lnTo>
                <a:lnTo>
                  <a:pt x="0" y="5612892"/>
                </a:lnTo>
                <a:lnTo>
                  <a:pt x="0" y="256031"/>
                </a:lnTo>
                <a:lnTo>
                  <a:pt x="4143" y="210194"/>
                </a:lnTo>
                <a:lnTo>
                  <a:pt x="16049" y="167018"/>
                </a:lnTo>
                <a:lnTo>
                  <a:pt x="34995" y="127225"/>
                </a:lnTo>
                <a:lnTo>
                  <a:pt x="60258" y="91539"/>
                </a:lnTo>
                <a:lnTo>
                  <a:pt x="91115" y="60681"/>
                </a:lnTo>
                <a:lnTo>
                  <a:pt x="126844" y="35376"/>
                </a:lnTo>
                <a:lnTo>
                  <a:pt x="166722" y="16345"/>
                </a:lnTo>
                <a:lnTo>
                  <a:pt x="210025" y="4312"/>
                </a:lnTo>
                <a:lnTo>
                  <a:pt x="256032" y="0"/>
                </a:lnTo>
                <a:lnTo>
                  <a:pt x="10713720" y="0"/>
                </a:lnTo>
                <a:lnTo>
                  <a:pt x="10759726" y="4312"/>
                </a:lnTo>
                <a:lnTo>
                  <a:pt x="10803029" y="16345"/>
                </a:lnTo>
                <a:lnTo>
                  <a:pt x="10842907" y="35376"/>
                </a:lnTo>
                <a:lnTo>
                  <a:pt x="10878636" y="60681"/>
                </a:lnTo>
                <a:lnTo>
                  <a:pt x="10909493" y="91539"/>
                </a:lnTo>
                <a:lnTo>
                  <a:pt x="10934756" y="127225"/>
                </a:lnTo>
                <a:lnTo>
                  <a:pt x="10953702" y="167018"/>
                </a:lnTo>
                <a:lnTo>
                  <a:pt x="10965608" y="210194"/>
                </a:lnTo>
                <a:lnTo>
                  <a:pt x="10969752" y="256031"/>
                </a:lnTo>
                <a:lnTo>
                  <a:pt x="10969752" y="5612892"/>
                </a:lnTo>
                <a:lnTo>
                  <a:pt x="10965608" y="5659030"/>
                </a:lnTo>
                <a:lnTo>
                  <a:pt x="10953702" y="5702432"/>
                </a:lnTo>
                <a:lnTo>
                  <a:pt x="10934756" y="5742375"/>
                </a:lnTo>
                <a:lnTo>
                  <a:pt x="10909493" y="5778137"/>
                </a:lnTo>
                <a:lnTo>
                  <a:pt x="10878636" y="5808994"/>
                </a:lnTo>
                <a:lnTo>
                  <a:pt x="10842907" y="5834224"/>
                </a:lnTo>
                <a:lnTo>
                  <a:pt x="10803029" y="5853104"/>
                </a:lnTo>
                <a:lnTo>
                  <a:pt x="10759726" y="5864912"/>
                </a:lnTo>
                <a:lnTo>
                  <a:pt x="10713720" y="586892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" name="object 3"/>
          <p:cNvSpPr/>
          <p:nvPr/>
        </p:nvSpPr>
        <p:spPr>
          <a:xfrm>
            <a:off x="107504" y="428533"/>
            <a:ext cx="8824928" cy="4335392"/>
          </a:xfrm>
          <a:custGeom>
            <a:avLst/>
            <a:gdLst/>
            <a:ahLst/>
            <a:cxnLst/>
            <a:rect l="l" t="t" r="r" b="b"/>
            <a:pathLst>
              <a:path w="10661650" h="5600700">
                <a:moveTo>
                  <a:pt x="10490479" y="12699"/>
                </a:moveTo>
                <a:lnTo>
                  <a:pt x="170840" y="12699"/>
                </a:lnTo>
                <a:lnTo>
                  <a:pt x="182841" y="0"/>
                </a:lnTo>
                <a:lnTo>
                  <a:pt x="10478477" y="0"/>
                </a:lnTo>
                <a:lnTo>
                  <a:pt x="10490479" y="12699"/>
                </a:lnTo>
                <a:close/>
              </a:path>
              <a:path w="10661650" h="5600700">
                <a:moveTo>
                  <a:pt x="10513860" y="25399"/>
                </a:moveTo>
                <a:lnTo>
                  <a:pt x="147459" y="25399"/>
                </a:lnTo>
                <a:lnTo>
                  <a:pt x="159004" y="12699"/>
                </a:lnTo>
                <a:lnTo>
                  <a:pt x="10502315" y="12699"/>
                </a:lnTo>
                <a:lnTo>
                  <a:pt x="10513860" y="25399"/>
                </a:lnTo>
                <a:close/>
              </a:path>
              <a:path w="10661650" h="5600700">
                <a:moveTo>
                  <a:pt x="172211" y="50799"/>
                </a:moveTo>
                <a:lnTo>
                  <a:pt x="104533" y="50799"/>
                </a:lnTo>
                <a:lnTo>
                  <a:pt x="114744" y="38099"/>
                </a:lnTo>
                <a:lnTo>
                  <a:pt x="125310" y="25399"/>
                </a:lnTo>
                <a:lnTo>
                  <a:pt x="226250" y="25399"/>
                </a:lnTo>
                <a:lnTo>
                  <a:pt x="220243" y="38099"/>
                </a:lnTo>
                <a:lnTo>
                  <a:pt x="183248" y="38099"/>
                </a:lnTo>
                <a:lnTo>
                  <a:pt x="172211" y="50799"/>
                </a:lnTo>
                <a:close/>
              </a:path>
              <a:path w="10661650" h="5600700">
                <a:moveTo>
                  <a:pt x="10556786" y="50799"/>
                </a:moveTo>
                <a:lnTo>
                  <a:pt x="10489107" y="50799"/>
                </a:lnTo>
                <a:lnTo>
                  <a:pt x="10478071" y="38099"/>
                </a:lnTo>
                <a:lnTo>
                  <a:pt x="10441076" y="38099"/>
                </a:lnTo>
                <a:lnTo>
                  <a:pt x="10435069" y="25399"/>
                </a:lnTo>
                <a:lnTo>
                  <a:pt x="10536008" y="25399"/>
                </a:lnTo>
                <a:lnTo>
                  <a:pt x="10546575" y="38099"/>
                </a:lnTo>
                <a:lnTo>
                  <a:pt x="10556786" y="50799"/>
                </a:lnTo>
                <a:close/>
              </a:path>
              <a:path w="10661650" h="5600700">
                <a:moveTo>
                  <a:pt x="125120" y="76199"/>
                </a:moveTo>
                <a:lnTo>
                  <a:pt x="76212" y="76199"/>
                </a:lnTo>
                <a:lnTo>
                  <a:pt x="85255" y="63499"/>
                </a:lnTo>
                <a:lnTo>
                  <a:pt x="94703" y="50799"/>
                </a:lnTo>
                <a:lnTo>
                  <a:pt x="153263" y="50799"/>
                </a:lnTo>
                <a:lnTo>
                  <a:pt x="143090" y="63499"/>
                </a:lnTo>
                <a:lnTo>
                  <a:pt x="134645" y="63499"/>
                </a:lnTo>
                <a:lnTo>
                  <a:pt x="125120" y="76199"/>
                </a:lnTo>
                <a:close/>
              </a:path>
              <a:path w="10661650" h="5600700">
                <a:moveTo>
                  <a:pt x="10585119" y="76199"/>
                </a:moveTo>
                <a:lnTo>
                  <a:pt x="10536199" y="76199"/>
                </a:lnTo>
                <a:lnTo>
                  <a:pt x="10526674" y="63499"/>
                </a:lnTo>
                <a:lnTo>
                  <a:pt x="10518228" y="63499"/>
                </a:lnTo>
                <a:lnTo>
                  <a:pt x="10508056" y="50799"/>
                </a:lnTo>
                <a:lnTo>
                  <a:pt x="10566615" y="50799"/>
                </a:lnTo>
                <a:lnTo>
                  <a:pt x="10576064" y="63499"/>
                </a:lnTo>
                <a:lnTo>
                  <a:pt x="10585119" y="76199"/>
                </a:lnTo>
                <a:close/>
              </a:path>
              <a:path w="10661650" h="5600700">
                <a:moveTo>
                  <a:pt x="86067" y="114299"/>
                </a:moveTo>
                <a:lnTo>
                  <a:pt x="44411" y="114299"/>
                </a:lnTo>
                <a:lnTo>
                  <a:pt x="51663" y="101599"/>
                </a:lnTo>
                <a:lnTo>
                  <a:pt x="59397" y="88899"/>
                </a:lnTo>
                <a:lnTo>
                  <a:pt x="67589" y="76199"/>
                </a:lnTo>
                <a:lnTo>
                  <a:pt x="117246" y="76199"/>
                </a:lnTo>
                <a:lnTo>
                  <a:pt x="108432" y="88899"/>
                </a:lnTo>
                <a:lnTo>
                  <a:pt x="101193" y="88899"/>
                </a:lnTo>
                <a:lnTo>
                  <a:pt x="93154" y="101599"/>
                </a:lnTo>
                <a:lnTo>
                  <a:pt x="93713" y="101599"/>
                </a:lnTo>
                <a:lnTo>
                  <a:pt x="86067" y="114299"/>
                </a:lnTo>
                <a:close/>
              </a:path>
              <a:path w="10661650" h="5600700">
                <a:moveTo>
                  <a:pt x="10616907" y="114299"/>
                </a:moveTo>
                <a:lnTo>
                  <a:pt x="10575251" y="114299"/>
                </a:lnTo>
                <a:lnTo>
                  <a:pt x="10567606" y="101599"/>
                </a:lnTo>
                <a:lnTo>
                  <a:pt x="10568165" y="101599"/>
                </a:lnTo>
                <a:lnTo>
                  <a:pt x="10560126" y="88899"/>
                </a:lnTo>
                <a:lnTo>
                  <a:pt x="10552887" y="88899"/>
                </a:lnTo>
                <a:lnTo>
                  <a:pt x="10544073" y="76199"/>
                </a:lnTo>
                <a:lnTo>
                  <a:pt x="10593730" y="76199"/>
                </a:lnTo>
                <a:lnTo>
                  <a:pt x="10601921" y="88899"/>
                </a:lnTo>
                <a:lnTo>
                  <a:pt x="10609656" y="101599"/>
                </a:lnTo>
                <a:lnTo>
                  <a:pt x="10616907" y="114299"/>
                </a:lnTo>
                <a:close/>
              </a:path>
              <a:path w="10661650" h="5600700">
                <a:moveTo>
                  <a:pt x="48374" y="177799"/>
                </a:moveTo>
                <a:lnTo>
                  <a:pt x="11658" y="177799"/>
                </a:lnTo>
                <a:lnTo>
                  <a:pt x="15722" y="165099"/>
                </a:lnTo>
                <a:lnTo>
                  <a:pt x="20383" y="152399"/>
                </a:lnTo>
                <a:lnTo>
                  <a:pt x="25603" y="139699"/>
                </a:lnTo>
                <a:lnTo>
                  <a:pt x="31356" y="126999"/>
                </a:lnTo>
                <a:lnTo>
                  <a:pt x="37630" y="114299"/>
                </a:lnTo>
                <a:lnTo>
                  <a:pt x="79882" y="114299"/>
                </a:lnTo>
                <a:lnTo>
                  <a:pt x="73113" y="126999"/>
                </a:lnTo>
                <a:lnTo>
                  <a:pt x="73583" y="126999"/>
                </a:lnTo>
                <a:lnTo>
                  <a:pt x="67259" y="139699"/>
                </a:lnTo>
                <a:lnTo>
                  <a:pt x="67703" y="139699"/>
                </a:lnTo>
                <a:lnTo>
                  <a:pt x="61848" y="152399"/>
                </a:lnTo>
                <a:lnTo>
                  <a:pt x="57251" y="152399"/>
                </a:lnTo>
                <a:lnTo>
                  <a:pt x="52387" y="165099"/>
                </a:lnTo>
                <a:lnTo>
                  <a:pt x="52717" y="165099"/>
                </a:lnTo>
                <a:lnTo>
                  <a:pt x="48374" y="177799"/>
                </a:lnTo>
                <a:close/>
              </a:path>
              <a:path w="10661650" h="5600700">
                <a:moveTo>
                  <a:pt x="10649661" y="177799"/>
                </a:moveTo>
                <a:lnTo>
                  <a:pt x="10612945" y="177799"/>
                </a:lnTo>
                <a:lnTo>
                  <a:pt x="10608602" y="165099"/>
                </a:lnTo>
                <a:lnTo>
                  <a:pt x="10608932" y="165099"/>
                </a:lnTo>
                <a:lnTo>
                  <a:pt x="10604068" y="152399"/>
                </a:lnTo>
                <a:lnTo>
                  <a:pt x="10599470" y="152399"/>
                </a:lnTo>
                <a:lnTo>
                  <a:pt x="10593616" y="139699"/>
                </a:lnTo>
                <a:lnTo>
                  <a:pt x="10594060" y="139699"/>
                </a:lnTo>
                <a:lnTo>
                  <a:pt x="10587736" y="126999"/>
                </a:lnTo>
                <a:lnTo>
                  <a:pt x="10588205" y="126999"/>
                </a:lnTo>
                <a:lnTo>
                  <a:pt x="10581436" y="114299"/>
                </a:lnTo>
                <a:lnTo>
                  <a:pt x="10623689" y="114299"/>
                </a:lnTo>
                <a:lnTo>
                  <a:pt x="10629963" y="126999"/>
                </a:lnTo>
                <a:lnTo>
                  <a:pt x="10635716" y="139699"/>
                </a:lnTo>
                <a:lnTo>
                  <a:pt x="10640936" y="152399"/>
                </a:lnTo>
                <a:lnTo>
                  <a:pt x="10645597" y="165099"/>
                </a:lnTo>
                <a:lnTo>
                  <a:pt x="10649661" y="177799"/>
                </a:lnTo>
                <a:close/>
              </a:path>
              <a:path w="10661650" h="5600700">
                <a:moveTo>
                  <a:pt x="44843" y="190499"/>
                </a:moveTo>
                <a:lnTo>
                  <a:pt x="8115" y="190499"/>
                </a:lnTo>
                <a:lnTo>
                  <a:pt x="9791" y="177799"/>
                </a:lnTo>
                <a:lnTo>
                  <a:pt x="48666" y="177799"/>
                </a:lnTo>
                <a:lnTo>
                  <a:pt x="44843" y="190499"/>
                </a:lnTo>
                <a:close/>
              </a:path>
              <a:path w="10661650" h="5600700">
                <a:moveTo>
                  <a:pt x="10653204" y="190499"/>
                </a:moveTo>
                <a:lnTo>
                  <a:pt x="10616476" y="190499"/>
                </a:lnTo>
                <a:lnTo>
                  <a:pt x="10612653" y="177799"/>
                </a:lnTo>
                <a:lnTo>
                  <a:pt x="10651528" y="177799"/>
                </a:lnTo>
                <a:lnTo>
                  <a:pt x="10653204" y="190499"/>
                </a:lnTo>
                <a:close/>
              </a:path>
              <a:path w="10661650" h="5600700">
                <a:moveTo>
                  <a:pt x="41884" y="203199"/>
                </a:moveTo>
                <a:lnTo>
                  <a:pt x="5207" y="203199"/>
                </a:lnTo>
                <a:lnTo>
                  <a:pt x="6578" y="190499"/>
                </a:lnTo>
                <a:lnTo>
                  <a:pt x="43446" y="190499"/>
                </a:lnTo>
                <a:lnTo>
                  <a:pt x="41884" y="203199"/>
                </a:lnTo>
                <a:close/>
              </a:path>
              <a:path w="10661650" h="5600700">
                <a:moveTo>
                  <a:pt x="10656112" y="203199"/>
                </a:moveTo>
                <a:lnTo>
                  <a:pt x="10619435" y="203199"/>
                </a:lnTo>
                <a:lnTo>
                  <a:pt x="10617873" y="190499"/>
                </a:lnTo>
                <a:lnTo>
                  <a:pt x="10654741" y="190499"/>
                </a:lnTo>
                <a:lnTo>
                  <a:pt x="10656112" y="203199"/>
                </a:lnTo>
                <a:close/>
              </a:path>
              <a:path w="10661650" h="5600700">
                <a:moveTo>
                  <a:pt x="38328" y="215899"/>
                </a:moveTo>
                <a:lnTo>
                  <a:pt x="2908" y="215899"/>
                </a:lnTo>
                <a:lnTo>
                  <a:pt x="3975" y="203199"/>
                </a:lnTo>
                <a:lnTo>
                  <a:pt x="39458" y="203199"/>
                </a:lnTo>
                <a:lnTo>
                  <a:pt x="38328" y="215899"/>
                </a:lnTo>
                <a:close/>
              </a:path>
              <a:path w="10661650" h="5600700">
                <a:moveTo>
                  <a:pt x="10658411" y="215899"/>
                </a:moveTo>
                <a:lnTo>
                  <a:pt x="10622991" y="215899"/>
                </a:lnTo>
                <a:lnTo>
                  <a:pt x="10621860" y="203199"/>
                </a:lnTo>
                <a:lnTo>
                  <a:pt x="10657344" y="203199"/>
                </a:lnTo>
                <a:lnTo>
                  <a:pt x="10658411" y="215899"/>
                </a:lnTo>
                <a:close/>
              </a:path>
              <a:path w="10661650" h="5600700">
                <a:moveTo>
                  <a:pt x="36626" y="228599"/>
                </a:moveTo>
                <a:lnTo>
                  <a:pt x="1257" y="228599"/>
                </a:lnTo>
                <a:lnTo>
                  <a:pt x="2006" y="215899"/>
                </a:lnTo>
                <a:lnTo>
                  <a:pt x="37465" y="215899"/>
                </a:lnTo>
                <a:lnTo>
                  <a:pt x="36626" y="228599"/>
                </a:lnTo>
                <a:close/>
              </a:path>
              <a:path w="10661650" h="5600700">
                <a:moveTo>
                  <a:pt x="10660062" y="228599"/>
                </a:moveTo>
                <a:lnTo>
                  <a:pt x="10624692" y="228599"/>
                </a:lnTo>
                <a:lnTo>
                  <a:pt x="10623854" y="215899"/>
                </a:lnTo>
                <a:lnTo>
                  <a:pt x="10659313" y="215899"/>
                </a:lnTo>
                <a:lnTo>
                  <a:pt x="10660062" y="228599"/>
                </a:lnTo>
                <a:close/>
              </a:path>
              <a:path w="10661650" h="5600700">
                <a:moveTo>
                  <a:pt x="35483" y="241299"/>
                </a:moveTo>
                <a:lnTo>
                  <a:pt x="254" y="241299"/>
                </a:lnTo>
                <a:lnTo>
                  <a:pt x="673" y="228599"/>
                </a:lnTo>
                <a:lnTo>
                  <a:pt x="36029" y="228599"/>
                </a:lnTo>
                <a:lnTo>
                  <a:pt x="35483" y="241299"/>
                </a:lnTo>
                <a:close/>
              </a:path>
              <a:path w="10661650" h="5600700">
                <a:moveTo>
                  <a:pt x="10661065" y="241299"/>
                </a:moveTo>
                <a:lnTo>
                  <a:pt x="10625836" y="241299"/>
                </a:lnTo>
                <a:lnTo>
                  <a:pt x="10625289" y="228599"/>
                </a:lnTo>
                <a:lnTo>
                  <a:pt x="10660646" y="228599"/>
                </a:lnTo>
                <a:lnTo>
                  <a:pt x="10661065" y="241299"/>
                </a:lnTo>
                <a:close/>
              </a:path>
              <a:path w="10661650" h="5600700">
                <a:moveTo>
                  <a:pt x="34912" y="5346700"/>
                </a:moveTo>
                <a:lnTo>
                  <a:pt x="0" y="5346700"/>
                </a:lnTo>
                <a:lnTo>
                  <a:pt x="0" y="241299"/>
                </a:lnTo>
                <a:lnTo>
                  <a:pt x="35140" y="241299"/>
                </a:lnTo>
                <a:lnTo>
                  <a:pt x="34899" y="253999"/>
                </a:lnTo>
                <a:lnTo>
                  <a:pt x="34912" y="5346700"/>
                </a:lnTo>
                <a:close/>
              </a:path>
              <a:path w="10661650" h="5600700">
                <a:moveTo>
                  <a:pt x="10661319" y="5346700"/>
                </a:moveTo>
                <a:lnTo>
                  <a:pt x="10626407" y="5346700"/>
                </a:lnTo>
                <a:lnTo>
                  <a:pt x="10626483" y="254000"/>
                </a:lnTo>
                <a:lnTo>
                  <a:pt x="10626178" y="241299"/>
                </a:lnTo>
                <a:lnTo>
                  <a:pt x="10661319" y="241299"/>
                </a:lnTo>
                <a:lnTo>
                  <a:pt x="10661319" y="5346700"/>
                </a:lnTo>
                <a:close/>
              </a:path>
              <a:path w="10661650" h="5600700">
                <a:moveTo>
                  <a:pt x="36677" y="5372100"/>
                </a:moveTo>
                <a:lnTo>
                  <a:pt x="1257" y="5372100"/>
                </a:lnTo>
                <a:lnTo>
                  <a:pt x="673" y="5359400"/>
                </a:lnTo>
                <a:lnTo>
                  <a:pt x="254" y="5346700"/>
                </a:lnTo>
                <a:lnTo>
                  <a:pt x="35115" y="5346700"/>
                </a:lnTo>
                <a:lnTo>
                  <a:pt x="35509" y="5359400"/>
                </a:lnTo>
                <a:lnTo>
                  <a:pt x="35979" y="5359400"/>
                </a:lnTo>
                <a:lnTo>
                  <a:pt x="36677" y="5372100"/>
                </a:lnTo>
                <a:close/>
              </a:path>
              <a:path w="10661650" h="5600700">
                <a:moveTo>
                  <a:pt x="10660062" y="5372100"/>
                </a:moveTo>
                <a:lnTo>
                  <a:pt x="10624642" y="5372100"/>
                </a:lnTo>
                <a:lnTo>
                  <a:pt x="10625340" y="5359400"/>
                </a:lnTo>
                <a:lnTo>
                  <a:pt x="10625810" y="5359400"/>
                </a:lnTo>
                <a:lnTo>
                  <a:pt x="10626204" y="5346700"/>
                </a:lnTo>
                <a:lnTo>
                  <a:pt x="10661065" y="5346700"/>
                </a:lnTo>
                <a:lnTo>
                  <a:pt x="10660646" y="5359400"/>
                </a:lnTo>
                <a:lnTo>
                  <a:pt x="10660062" y="5372100"/>
                </a:lnTo>
                <a:close/>
              </a:path>
              <a:path w="10661650" h="5600700">
                <a:moveTo>
                  <a:pt x="38404" y="5384800"/>
                </a:moveTo>
                <a:lnTo>
                  <a:pt x="2908" y="5384800"/>
                </a:lnTo>
                <a:lnTo>
                  <a:pt x="2006" y="5372100"/>
                </a:lnTo>
                <a:lnTo>
                  <a:pt x="37401" y="5372100"/>
                </a:lnTo>
                <a:lnTo>
                  <a:pt x="38404" y="5384800"/>
                </a:lnTo>
                <a:close/>
              </a:path>
              <a:path w="10661650" h="5600700">
                <a:moveTo>
                  <a:pt x="10658411" y="5384800"/>
                </a:moveTo>
                <a:lnTo>
                  <a:pt x="10622915" y="5384800"/>
                </a:lnTo>
                <a:lnTo>
                  <a:pt x="10623918" y="5372100"/>
                </a:lnTo>
                <a:lnTo>
                  <a:pt x="10659313" y="5372100"/>
                </a:lnTo>
                <a:lnTo>
                  <a:pt x="10658411" y="5384800"/>
                </a:lnTo>
                <a:close/>
              </a:path>
              <a:path w="10661650" h="5600700">
                <a:moveTo>
                  <a:pt x="41986" y="5397500"/>
                </a:moveTo>
                <a:lnTo>
                  <a:pt x="5207" y="5397500"/>
                </a:lnTo>
                <a:lnTo>
                  <a:pt x="3975" y="5384800"/>
                </a:lnTo>
                <a:lnTo>
                  <a:pt x="40563" y="5384800"/>
                </a:lnTo>
                <a:lnTo>
                  <a:pt x="41986" y="5397500"/>
                </a:lnTo>
                <a:close/>
              </a:path>
              <a:path w="10661650" h="5600700">
                <a:moveTo>
                  <a:pt x="10656112" y="5397500"/>
                </a:moveTo>
                <a:lnTo>
                  <a:pt x="10619333" y="5397500"/>
                </a:lnTo>
                <a:lnTo>
                  <a:pt x="10620756" y="5384800"/>
                </a:lnTo>
                <a:lnTo>
                  <a:pt x="10657344" y="5384800"/>
                </a:lnTo>
                <a:lnTo>
                  <a:pt x="10656112" y="5397500"/>
                </a:lnTo>
                <a:close/>
              </a:path>
              <a:path w="10661650" h="5600700">
                <a:moveTo>
                  <a:pt x="45034" y="5410200"/>
                </a:moveTo>
                <a:lnTo>
                  <a:pt x="8115" y="5410200"/>
                </a:lnTo>
                <a:lnTo>
                  <a:pt x="6578" y="5397500"/>
                </a:lnTo>
                <a:lnTo>
                  <a:pt x="43332" y="5397500"/>
                </a:lnTo>
                <a:lnTo>
                  <a:pt x="45034" y="5410200"/>
                </a:lnTo>
                <a:close/>
              </a:path>
              <a:path w="10661650" h="5600700">
                <a:moveTo>
                  <a:pt x="10653204" y="5410200"/>
                </a:moveTo>
                <a:lnTo>
                  <a:pt x="10616285" y="5410200"/>
                </a:lnTo>
                <a:lnTo>
                  <a:pt x="10617987" y="5397500"/>
                </a:lnTo>
                <a:lnTo>
                  <a:pt x="10654741" y="5397500"/>
                </a:lnTo>
                <a:lnTo>
                  <a:pt x="10653204" y="5410200"/>
                </a:lnTo>
                <a:close/>
              </a:path>
              <a:path w="10661650" h="5600700">
                <a:moveTo>
                  <a:pt x="48666" y="5422900"/>
                </a:moveTo>
                <a:lnTo>
                  <a:pt x="11658" y="5422900"/>
                </a:lnTo>
                <a:lnTo>
                  <a:pt x="9791" y="5410200"/>
                </a:lnTo>
                <a:lnTo>
                  <a:pt x="44843" y="5410200"/>
                </a:lnTo>
                <a:lnTo>
                  <a:pt x="48666" y="5422900"/>
                </a:lnTo>
                <a:close/>
              </a:path>
              <a:path w="10661650" h="5600700">
                <a:moveTo>
                  <a:pt x="10649661" y="5422900"/>
                </a:moveTo>
                <a:lnTo>
                  <a:pt x="10612653" y="5422900"/>
                </a:lnTo>
                <a:lnTo>
                  <a:pt x="10616476" y="5410200"/>
                </a:lnTo>
                <a:lnTo>
                  <a:pt x="10651528" y="5410200"/>
                </a:lnTo>
                <a:lnTo>
                  <a:pt x="10649661" y="5422900"/>
                </a:lnTo>
                <a:close/>
              </a:path>
              <a:path w="10661650" h="5600700">
                <a:moveTo>
                  <a:pt x="101193" y="5499100"/>
                </a:moveTo>
                <a:lnTo>
                  <a:pt x="51663" y="5499100"/>
                </a:lnTo>
                <a:lnTo>
                  <a:pt x="44411" y="5486400"/>
                </a:lnTo>
                <a:lnTo>
                  <a:pt x="25603" y="5448300"/>
                </a:lnTo>
                <a:lnTo>
                  <a:pt x="15722" y="5422900"/>
                </a:lnTo>
                <a:lnTo>
                  <a:pt x="52387" y="5422900"/>
                </a:lnTo>
                <a:lnTo>
                  <a:pt x="57251" y="5435600"/>
                </a:lnTo>
                <a:lnTo>
                  <a:pt x="56883" y="5435600"/>
                </a:lnTo>
                <a:lnTo>
                  <a:pt x="62255" y="5448300"/>
                </a:lnTo>
                <a:lnTo>
                  <a:pt x="61848" y="5448300"/>
                </a:lnTo>
                <a:lnTo>
                  <a:pt x="67703" y="5461000"/>
                </a:lnTo>
                <a:lnTo>
                  <a:pt x="73113" y="5461000"/>
                </a:lnTo>
                <a:lnTo>
                  <a:pt x="79882" y="5473700"/>
                </a:lnTo>
                <a:lnTo>
                  <a:pt x="79387" y="5473700"/>
                </a:lnTo>
                <a:lnTo>
                  <a:pt x="86601" y="5486400"/>
                </a:lnTo>
                <a:lnTo>
                  <a:pt x="93154" y="5486400"/>
                </a:lnTo>
                <a:lnTo>
                  <a:pt x="101193" y="5499100"/>
                </a:lnTo>
                <a:close/>
              </a:path>
              <a:path w="10661650" h="5600700">
                <a:moveTo>
                  <a:pt x="10609656" y="5499100"/>
                </a:moveTo>
                <a:lnTo>
                  <a:pt x="10560126" y="5499100"/>
                </a:lnTo>
                <a:lnTo>
                  <a:pt x="10568165" y="5486400"/>
                </a:lnTo>
                <a:lnTo>
                  <a:pt x="10574718" y="5486400"/>
                </a:lnTo>
                <a:lnTo>
                  <a:pt x="10581932" y="5473700"/>
                </a:lnTo>
                <a:lnTo>
                  <a:pt x="10581436" y="5473700"/>
                </a:lnTo>
                <a:lnTo>
                  <a:pt x="10588205" y="5461000"/>
                </a:lnTo>
                <a:lnTo>
                  <a:pt x="10593616" y="5461000"/>
                </a:lnTo>
                <a:lnTo>
                  <a:pt x="10599470" y="5448300"/>
                </a:lnTo>
                <a:lnTo>
                  <a:pt x="10599064" y="5448300"/>
                </a:lnTo>
                <a:lnTo>
                  <a:pt x="10604436" y="5435600"/>
                </a:lnTo>
                <a:lnTo>
                  <a:pt x="10604068" y="5435600"/>
                </a:lnTo>
                <a:lnTo>
                  <a:pt x="10608932" y="5422900"/>
                </a:lnTo>
                <a:lnTo>
                  <a:pt x="10645597" y="5422900"/>
                </a:lnTo>
                <a:lnTo>
                  <a:pt x="10629963" y="5461000"/>
                </a:lnTo>
                <a:lnTo>
                  <a:pt x="10616907" y="5486400"/>
                </a:lnTo>
                <a:lnTo>
                  <a:pt x="10609656" y="5499100"/>
                </a:lnTo>
                <a:close/>
              </a:path>
              <a:path w="10661650" h="5600700">
                <a:moveTo>
                  <a:pt x="143814" y="5537200"/>
                </a:moveTo>
                <a:lnTo>
                  <a:pt x="85255" y="5537200"/>
                </a:lnTo>
                <a:lnTo>
                  <a:pt x="76212" y="5524500"/>
                </a:lnTo>
                <a:lnTo>
                  <a:pt x="67589" y="5511800"/>
                </a:lnTo>
                <a:lnTo>
                  <a:pt x="59397" y="5499100"/>
                </a:lnTo>
                <a:lnTo>
                  <a:pt x="100609" y="5499100"/>
                </a:lnTo>
                <a:lnTo>
                  <a:pt x="109042" y="5511800"/>
                </a:lnTo>
                <a:lnTo>
                  <a:pt x="116611" y="5511800"/>
                </a:lnTo>
                <a:lnTo>
                  <a:pt x="125780" y="5524500"/>
                </a:lnTo>
                <a:lnTo>
                  <a:pt x="133946" y="5524500"/>
                </a:lnTo>
                <a:lnTo>
                  <a:pt x="143814" y="5537200"/>
                </a:lnTo>
                <a:close/>
              </a:path>
              <a:path w="10661650" h="5600700">
                <a:moveTo>
                  <a:pt x="10576064" y="5537200"/>
                </a:moveTo>
                <a:lnTo>
                  <a:pt x="10517505" y="5537200"/>
                </a:lnTo>
                <a:lnTo>
                  <a:pt x="10527372" y="5524500"/>
                </a:lnTo>
                <a:lnTo>
                  <a:pt x="10535539" y="5524500"/>
                </a:lnTo>
                <a:lnTo>
                  <a:pt x="10544708" y="5511800"/>
                </a:lnTo>
                <a:lnTo>
                  <a:pt x="10552277" y="5511800"/>
                </a:lnTo>
                <a:lnTo>
                  <a:pt x="10560710" y="5499100"/>
                </a:lnTo>
                <a:lnTo>
                  <a:pt x="10601921" y="5499100"/>
                </a:lnTo>
                <a:lnTo>
                  <a:pt x="10593730" y="5511800"/>
                </a:lnTo>
                <a:lnTo>
                  <a:pt x="10585119" y="5524500"/>
                </a:lnTo>
                <a:lnTo>
                  <a:pt x="10576064" y="5537200"/>
                </a:lnTo>
                <a:close/>
              </a:path>
              <a:path w="10661650" h="5600700">
                <a:moveTo>
                  <a:pt x="172999" y="5549900"/>
                </a:moveTo>
                <a:lnTo>
                  <a:pt x="104533" y="5549900"/>
                </a:lnTo>
                <a:lnTo>
                  <a:pt x="94703" y="5537200"/>
                </a:lnTo>
                <a:lnTo>
                  <a:pt x="162229" y="5537200"/>
                </a:lnTo>
                <a:lnTo>
                  <a:pt x="172999" y="5549900"/>
                </a:lnTo>
                <a:close/>
              </a:path>
              <a:path w="10661650" h="5600700">
                <a:moveTo>
                  <a:pt x="10556786" y="5549900"/>
                </a:moveTo>
                <a:lnTo>
                  <a:pt x="10488320" y="5549900"/>
                </a:lnTo>
                <a:lnTo>
                  <a:pt x="10499090" y="5537200"/>
                </a:lnTo>
                <a:lnTo>
                  <a:pt x="10566615" y="5537200"/>
                </a:lnTo>
                <a:lnTo>
                  <a:pt x="10556786" y="5549900"/>
                </a:lnTo>
                <a:close/>
              </a:path>
              <a:path w="10661650" h="5600700">
                <a:moveTo>
                  <a:pt x="198856" y="5562600"/>
                </a:moveTo>
                <a:lnTo>
                  <a:pt x="125310" y="5562600"/>
                </a:lnTo>
                <a:lnTo>
                  <a:pt x="114744" y="5549900"/>
                </a:lnTo>
                <a:lnTo>
                  <a:pt x="193116" y="5549900"/>
                </a:lnTo>
                <a:lnTo>
                  <a:pt x="198856" y="5562600"/>
                </a:lnTo>
                <a:close/>
              </a:path>
              <a:path w="10661650" h="5600700">
                <a:moveTo>
                  <a:pt x="10536008" y="5562600"/>
                </a:moveTo>
                <a:lnTo>
                  <a:pt x="10462463" y="5562600"/>
                </a:lnTo>
                <a:lnTo>
                  <a:pt x="10468203" y="5549900"/>
                </a:lnTo>
                <a:lnTo>
                  <a:pt x="10546575" y="5549900"/>
                </a:lnTo>
                <a:lnTo>
                  <a:pt x="10536008" y="5562600"/>
                </a:lnTo>
                <a:close/>
              </a:path>
              <a:path w="10661650" h="5600700">
                <a:moveTo>
                  <a:pt x="10513860" y="5575300"/>
                </a:moveTo>
                <a:lnTo>
                  <a:pt x="147459" y="5575300"/>
                </a:lnTo>
                <a:lnTo>
                  <a:pt x="136220" y="5562600"/>
                </a:lnTo>
                <a:lnTo>
                  <a:pt x="10525099" y="5562600"/>
                </a:lnTo>
                <a:lnTo>
                  <a:pt x="10513860" y="5575300"/>
                </a:lnTo>
                <a:close/>
              </a:path>
              <a:path w="10661650" h="5600700">
                <a:moveTo>
                  <a:pt x="10490479" y="5588000"/>
                </a:moveTo>
                <a:lnTo>
                  <a:pt x="170840" y="5588000"/>
                </a:lnTo>
                <a:lnTo>
                  <a:pt x="159004" y="5575300"/>
                </a:lnTo>
                <a:lnTo>
                  <a:pt x="10502315" y="5575300"/>
                </a:lnTo>
                <a:lnTo>
                  <a:pt x="10490479" y="5588000"/>
                </a:lnTo>
                <a:close/>
              </a:path>
              <a:path w="10661650" h="5600700">
                <a:moveTo>
                  <a:pt x="10453395" y="5600700"/>
                </a:moveTo>
                <a:lnTo>
                  <a:pt x="207924" y="5600700"/>
                </a:lnTo>
                <a:lnTo>
                  <a:pt x="201587" y="5588000"/>
                </a:lnTo>
                <a:lnTo>
                  <a:pt x="10459732" y="5588000"/>
                </a:lnTo>
                <a:lnTo>
                  <a:pt x="10453395" y="5600700"/>
                </a:lnTo>
                <a:close/>
              </a:path>
            </a:pathLst>
          </a:custGeom>
          <a:solidFill>
            <a:srgbClr val="36A9E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05168" y="475799"/>
            <a:ext cx="8229600" cy="857250"/>
          </a:xfrm>
        </p:spPr>
        <p:txBody>
          <a:bodyPr>
            <a:normAutofit/>
          </a:bodyPr>
          <a:lstStyle/>
          <a:p>
            <a:r>
              <a:rPr lang="zh-CN" altLang="en-US" dirty="0">
                <a:solidFill>
                  <a:srgbClr val="00B0F0"/>
                </a:solidFill>
              </a:rPr>
              <a:t>编程小词典</a:t>
            </a:r>
            <a:endParaRPr lang="zh-CN" altLang="en-US" dirty="0">
              <a:solidFill>
                <a:srgbClr val="00B0F0"/>
              </a:solidFill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23528" y="1438404"/>
            <a:ext cx="7416824" cy="2958976"/>
          </a:xfrm>
        </p:spPr>
        <p:txBody>
          <a:bodyPr>
            <a:noAutofit/>
          </a:bodyPr>
          <a:lstStyle/>
          <a:p>
            <a:pPr lvl="1"/>
            <a:r>
              <a:rPr lang="en-US" altLang="zh-CN" sz="2400" dirty="0"/>
              <a:t>include  </a:t>
            </a:r>
            <a:r>
              <a:rPr lang="zh-CN" altLang="en-US" sz="2400" dirty="0"/>
              <a:t>包含，包括</a:t>
            </a:r>
            <a:endParaRPr lang="en-US" altLang="zh-CN" sz="2400" dirty="0"/>
          </a:p>
          <a:p>
            <a:pPr lvl="1"/>
            <a:r>
              <a:rPr lang="en-US" altLang="zh-CN" sz="2400" dirty="0" err="1"/>
              <a:t>iostream</a:t>
            </a:r>
            <a:r>
              <a:rPr lang="en-US" altLang="zh-CN" sz="2400" dirty="0"/>
              <a:t>  </a:t>
            </a:r>
            <a:r>
              <a:rPr lang="zh-CN" altLang="en-US" sz="2400" dirty="0"/>
              <a:t>输入输出流</a:t>
            </a:r>
            <a:endParaRPr lang="en-US" altLang="zh-CN" sz="2400" dirty="0"/>
          </a:p>
          <a:p>
            <a:pPr lvl="1"/>
            <a:r>
              <a:rPr lang="en-US" altLang="zh-CN" sz="2400" dirty="0"/>
              <a:t>using  </a:t>
            </a:r>
            <a:r>
              <a:rPr lang="zh-CN" altLang="en-US" sz="2400" dirty="0"/>
              <a:t>使用</a:t>
            </a:r>
            <a:endParaRPr lang="en-US" altLang="zh-CN" sz="2400" dirty="0"/>
          </a:p>
          <a:p>
            <a:pPr lvl="1"/>
            <a:r>
              <a:rPr lang="en-US" altLang="zh-CN" sz="2400" dirty="0"/>
              <a:t>namespace  </a:t>
            </a:r>
            <a:r>
              <a:rPr lang="zh-CN" altLang="en-US" sz="2400" dirty="0"/>
              <a:t>命名空间</a:t>
            </a:r>
            <a:endParaRPr lang="en-US" altLang="zh-CN" sz="2400" dirty="0"/>
          </a:p>
          <a:p>
            <a:pPr lvl="1"/>
            <a:r>
              <a:rPr lang="en-US" altLang="zh-CN" sz="2400" dirty="0" err="1"/>
              <a:t>std</a:t>
            </a:r>
            <a:r>
              <a:rPr lang="en-US" altLang="zh-CN" sz="2400" dirty="0"/>
              <a:t>  standard</a:t>
            </a:r>
            <a:r>
              <a:rPr lang="zh-CN" altLang="en-US" sz="2400" dirty="0"/>
              <a:t>的缩写，标准的</a:t>
            </a:r>
            <a:endParaRPr lang="en-US" altLang="zh-CN" sz="2400" dirty="0"/>
          </a:p>
          <a:p>
            <a:pPr lvl="1"/>
            <a:r>
              <a:rPr lang="en-US" altLang="zh-CN" sz="2400" dirty="0" err="1"/>
              <a:t>cout</a:t>
            </a:r>
            <a:r>
              <a:rPr lang="en-US" altLang="zh-CN" sz="2400" dirty="0"/>
              <a:t>  </a:t>
            </a:r>
            <a:r>
              <a:rPr lang="zh-CN" altLang="en-US" sz="2400" dirty="0"/>
              <a:t>输出流</a:t>
            </a:r>
            <a:endParaRPr lang="en-US" altLang="zh-CN" sz="2400" dirty="0"/>
          </a:p>
          <a:p>
            <a:pPr lvl="1"/>
            <a:r>
              <a:rPr lang="en-US" altLang="zh-CN" sz="2400" dirty="0" err="1"/>
              <a:t>endl</a:t>
            </a:r>
            <a:r>
              <a:rPr lang="en-US" altLang="zh-CN" sz="2400" dirty="0"/>
              <a:t>  end line</a:t>
            </a:r>
            <a:r>
              <a:rPr lang="zh-CN" altLang="en-US" sz="2400" dirty="0"/>
              <a:t>的缩写，换行</a:t>
            </a:r>
            <a:endParaRPr lang="en-US" altLang="zh-CN" sz="2400" dirty="0"/>
          </a:p>
          <a:p>
            <a:pPr marL="457200" lvl="1" indent="0">
              <a:buNone/>
            </a:pPr>
            <a:endParaRPr lang="zh-CN" altLang="en-US" sz="1600" dirty="0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27046" y="2154281"/>
            <a:ext cx="2467319" cy="2534004"/>
          </a:xfrm>
          <a:prstGeom prst="rect">
            <a:avLst/>
          </a:prstGeom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2"/>
          <p:cNvSpPr/>
          <p:nvPr/>
        </p:nvSpPr>
        <p:spPr>
          <a:xfrm>
            <a:off x="31814" y="289190"/>
            <a:ext cx="9080372" cy="4543313"/>
          </a:xfrm>
          <a:custGeom>
            <a:avLst/>
            <a:gdLst/>
            <a:ahLst/>
            <a:cxnLst/>
            <a:rect l="l" t="t" r="r" b="b"/>
            <a:pathLst>
              <a:path w="10970260" h="5869305">
                <a:moveTo>
                  <a:pt x="10713720" y="5868924"/>
                </a:moveTo>
                <a:lnTo>
                  <a:pt x="256032" y="5868924"/>
                </a:lnTo>
                <a:lnTo>
                  <a:pt x="210025" y="5864912"/>
                </a:lnTo>
                <a:lnTo>
                  <a:pt x="166722" y="5853104"/>
                </a:lnTo>
                <a:lnTo>
                  <a:pt x="126844" y="5834224"/>
                </a:lnTo>
                <a:lnTo>
                  <a:pt x="91115" y="5808994"/>
                </a:lnTo>
                <a:lnTo>
                  <a:pt x="60258" y="5778137"/>
                </a:lnTo>
                <a:lnTo>
                  <a:pt x="34995" y="5742375"/>
                </a:lnTo>
                <a:lnTo>
                  <a:pt x="16049" y="5702432"/>
                </a:lnTo>
                <a:lnTo>
                  <a:pt x="4143" y="5659030"/>
                </a:lnTo>
                <a:lnTo>
                  <a:pt x="0" y="5612892"/>
                </a:lnTo>
                <a:lnTo>
                  <a:pt x="0" y="256031"/>
                </a:lnTo>
                <a:lnTo>
                  <a:pt x="4143" y="210194"/>
                </a:lnTo>
                <a:lnTo>
                  <a:pt x="16049" y="167018"/>
                </a:lnTo>
                <a:lnTo>
                  <a:pt x="34995" y="127225"/>
                </a:lnTo>
                <a:lnTo>
                  <a:pt x="60258" y="91539"/>
                </a:lnTo>
                <a:lnTo>
                  <a:pt x="91115" y="60681"/>
                </a:lnTo>
                <a:lnTo>
                  <a:pt x="126844" y="35376"/>
                </a:lnTo>
                <a:lnTo>
                  <a:pt x="166722" y="16345"/>
                </a:lnTo>
                <a:lnTo>
                  <a:pt x="210025" y="4312"/>
                </a:lnTo>
                <a:lnTo>
                  <a:pt x="256032" y="0"/>
                </a:lnTo>
                <a:lnTo>
                  <a:pt x="10713720" y="0"/>
                </a:lnTo>
                <a:lnTo>
                  <a:pt x="10759726" y="4312"/>
                </a:lnTo>
                <a:lnTo>
                  <a:pt x="10803029" y="16345"/>
                </a:lnTo>
                <a:lnTo>
                  <a:pt x="10842907" y="35376"/>
                </a:lnTo>
                <a:lnTo>
                  <a:pt x="10878636" y="60681"/>
                </a:lnTo>
                <a:lnTo>
                  <a:pt x="10909493" y="91539"/>
                </a:lnTo>
                <a:lnTo>
                  <a:pt x="10934756" y="127225"/>
                </a:lnTo>
                <a:lnTo>
                  <a:pt x="10953702" y="167018"/>
                </a:lnTo>
                <a:lnTo>
                  <a:pt x="10965608" y="210194"/>
                </a:lnTo>
                <a:lnTo>
                  <a:pt x="10969752" y="256031"/>
                </a:lnTo>
                <a:lnTo>
                  <a:pt x="10969752" y="5612892"/>
                </a:lnTo>
                <a:lnTo>
                  <a:pt x="10965608" y="5659030"/>
                </a:lnTo>
                <a:lnTo>
                  <a:pt x="10953702" y="5702432"/>
                </a:lnTo>
                <a:lnTo>
                  <a:pt x="10934756" y="5742375"/>
                </a:lnTo>
                <a:lnTo>
                  <a:pt x="10909493" y="5778137"/>
                </a:lnTo>
                <a:lnTo>
                  <a:pt x="10878636" y="5808994"/>
                </a:lnTo>
                <a:lnTo>
                  <a:pt x="10842907" y="5834224"/>
                </a:lnTo>
                <a:lnTo>
                  <a:pt x="10803029" y="5853104"/>
                </a:lnTo>
                <a:lnTo>
                  <a:pt x="10759726" y="5864912"/>
                </a:lnTo>
                <a:lnTo>
                  <a:pt x="10713720" y="586892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8" name="object 3"/>
          <p:cNvSpPr/>
          <p:nvPr/>
        </p:nvSpPr>
        <p:spPr>
          <a:xfrm>
            <a:off x="107504" y="428533"/>
            <a:ext cx="8824928" cy="4335392"/>
          </a:xfrm>
          <a:custGeom>
            <a:avLst/>
            <a:gdLst/>
            <a:ahLst/>
            <a:cxnLst/>
            <a:rect l="l" t="t" r="r" b="b"/>
            <a:pathLst>
              <a:path w="10661650" h="5600700">
                <a:moveTo>
                  <a:pt x="10490479" y="12699"/>
                </a:moveTo>
                <a:lnTo>
                  <a:pt x="170840" y="12699"/>
                </a:lnTo>
                <a:lnTo>
                  <a:pt x="182841" y="0"/>
                </a:lnTo>
                <a:lnTo>
                  <a:pt x="10478477" y="0"/>
                </a:lnTo>
                <a:lnTo>
                  <a:pt x="10490479" y="12699"/>
                </a:lnTo>
                <a:close/>
              </a:path>
              <a:path w="10661650" h="5600700">
                <a:moveTo>
                  <a:pt x="10513860" y="25399"/>
                </a:moveTo>
                <a:lnTo>
                  <a:pt x="147459" y="25399"/>
                </a:lnTo>
                <a:lnTo>
                  <a:pt x="159004" y="12699"/>
                </a:lnTo>
                <a:lnTo>
                  <a:pt x="10502315" y="12699"/>
                </a:lnTo>
                <a:lnTo>
                  <a:pt x="10513860" y="25399"/>
                </a:lnTo>
                <a:close/>
              </a:path>
              <a:path w="10661650" h="5600700">
                <a:moveTo>
                  <a:pt x="172211" y="50799"/>
                </a:moveTo>
                <a:lnTo>
                  <a:pt x="104533" y="50799"/>
                </a:lnTo>
                <a:lnTo>
                  <a:pt x="114744" y="38099"/>
                </a:lnTo>
                <a:lnTo>
                  <a:pt x="125310" y="25399"/>
                </a:lnTo>
                <a:lnTo>
                  <a:pt x="226250" y="25399"/>
                </a:lnTo>
                <a:lnTo>
                  <a:pt x="220243" y="38099"/>
                </a:lnTo>
                <a:lnTo>
                  <a:pt x="183248" y="38099"/>
                </a:lnTo>
                <a:lnTo>
                  <a:pt x="172211" y="50799"/>
                </a:lnTo>
                <a:close/>
              </a:path>
              <a:path w="10661650" h="5600700">
                <a:moveTo>
                  <a:pt x="10556786" y="50799"/>
                </a:moveTo>
                <a:lnTo>
                  <a:pt x="10489107" y="50799"/>
                </a:lnTo>
                <a:lnTo>
                  <a:pt x="10478071" y="38099"/>
                </a:lnTo>
                <a:lnTo>
                  <a:pt x="10441076" y="38099"/>
                </a:lnTo>
                <a:lnTo>
                  <a:pt x="10435069" y="25399"/>
                </a:lnTo>
                <a:lnTo>
                  <a:pt x="10536008" y="25399"/>
                </a:lnTo>
                <a:lnTo>
                  <a:pt x="10546575" y="38099"/>
                </a:lnTo>
                <a:lnTo>
                  <a:pt x="10556786" y="50799"/>
                </a:lnTo>
                <a:close/>
              </a:path>
              <a:path w="10661650" h="5600700">
                <a:moveTo>
                  <a:pt x="125120" y="76199"/>
                </a:moveTo>
                <a:lnTo>
                  <a:pt x="76212" y="76199"/>
                </a:lnTo>
                <a:lnTo>
                  <a:pt x="85255" y="63499"/>
                </a:lnTo>
                <a:lnTo>
                  <a:pt x="94703" y="50799"/>
                </a:lnTo>
                <a:lnTo>
                  <a:pt x="153263" y="50799"/>
                </a:lnTo>
                <a:lnTo>
                  <a:pt x="143090" y="63499"/>
                </a:lnTo>
                <a:lnTo>
                  <a:pt x="134645" y="63499"/>
                </a:lnTo>
                <a:lnTo>
                  <a:pt x="125120" y="76199"/>
                </a:lnTo>
                <a:close/>
              </a:path>
              <a:path w="10661650" h="5600700">
                <a:moveTo>
                  <a:pt x="10585119" y="76199"/>
                </a:moveTo>
                <a:lnTo>
                  <a:pt x="10536199" y="76199"/>
                </a:lnTo>
                <a:lnTo>
                  <a:pt x="10526674" y="63499"/>
                </a:lnTo>
                <a:lnTo>
                  <a:pt x="10518228" y="63499"/>
                </a:lnTo>
                <a:lnTo>
                  <a:pt x="10508056" y="50799"/>
                </a:lnTo>
                <a:lnTo>
                  <a:pt x="10566615" y="50799"/>
                </a:lnTo>
                <a:lnTo>
                  <a:pt x="10576064" y="63499"/>
                </a:lnTo>
                <a:lnTo>
                  <a:pt x="10585119" y="76199"/>
                </a:lnTo>
                <a:close/>
              </a:path>
              <a:path w="10661650" h="5600700">
                <a:moveTo>
                  <a:pt x="86067" y="114299"/>
                </a:moveTo>
                <a:lnTo>
                  <a:pt x="44411" y="114299"/>
                </a:lnTo>
                <a:lnTo>
                  <a:pt x="51663" y="101599"/>
                </a:lnTo>
                <a:lnTo>
                  <a:pt x="59397" y="88899"/>
                </a:lnTo>
                <a:lnTo>
                  <a:pt x="67589" y="76199"/>
                </a:lnTo>
                <a:lnTo>
                  <a:pt x="117246" y="76199"/>
                </a:lnTo>
                <a:lnTo>
                  <a:pt x="108432" y="88899"/>
                </a:lnTo>
                <a:lnTo>
                  <a:pt x="101193" y="88899"/>
                </a:lnTo>
                <a:lnTo>
                  <a:pt x="93154" y="101599"/>
                </a:lnTo>
                <a:lnTo>
                  <a:pt x="93713" y="101599"/>
                </a:lnTo>
                <a:lnTo>
                  <a:pt x="86067" y="114299"/>
                </a:lnTo>
                <a:close/>
              </a:path>
              <a:path w="10661650" h="5600700">
                <a:moveTo>
                  <a:pt x="10616907" y="114299"/>
                </a:moveTo>
                <a:lnTo>
                  <a:pt x="10575251" y="114299"/>
                </a:lnTo>
                <a:lnTo>
                  <a:pt x="10567606" y="101599"/>
                </a:lnTo>
                <a:lnTo>
                  <a:pt x="10568165" y="101599"/>
                </a:lnTo>
                <a:lnTo>
                  <a:pt x="10560126" y="88899"/>
                </a:lnTo>
                <a:lnTo>
                  <a:pt x="10552887" y="88899"/>
                </a:lnTo>
                <a:lnTo>
                  <a:pt x="10544073" y="76199"/>
                </a:lnTo>
                <a:lnTo>
                  <a:pt x="10593730" y="76199"/>
                </a:lnTo>
                <a:lnTo>
                  <a:pt x="10601921" y="88899"/>
                </a:lnTo>
                <a:lnTo>
                  <a:pt x="10609656" y="101599"/>
                </a:lnTo>
                <a:lnTo>
                  <a:pt x="10616907" y="114299"/>
                </a:lnTo>
                <a:close/>
              </a:path>
              <a:path w="10661650" h="5600700">
                <a:moveTo>
                  <a:pt x="48374" y="177799"/>
                </a:moveTo>
                <a:lnTo>
                  <a:pt x="11658" y="177799"/>
                </a:lnTo>
                <a:lnTo>
                  <a:pt x="15722" y="165099"/>
                </a:lnTo>
                <a:lnTo>
                  <a:pt x="20383" y="152399"/>
                </a:lnTo>
                <a:lnTo>
                  <a:pt x="25603" y="139699"/>
                </a:lnTo>
                <a:lnTo>
                  <a:pt x="31356" y="126999"/>
                </a:lnTo>
                <a:lnTo>
                  <a:pt x="37630" y="114299"/>
                </a:lnTo>
                <a:lnTo>
                  <a:pt x="79882" y="114299"/>
                </a:lnTo>
                <a:lnTo>
                  <a:pt x="73113" y="126999"/>
                </a:lnTo>
                <a:lnTo>
                  <a:pt x="73583" y="126999"/>
                </a:lnTo>
                <a:lnTo>
                  <a:pt x="67259" y="139699"/>
                </a:lnTo>
                <a:lnTo>
                  <a:pt x="67703" y="139699"/>
                </a:lnTo>
                <a:lnTo>
                  <a:pt x="61848" y="152399"/>
                </a:lnTo>
                <a:lnTo>
                  <a:pt x="57251" y="152399"/>
                </a:lnTo>
                <a:lnTo>
                  <a:pt x="52387" y="165099"/>
                </a:lnTo>
                <a:lnTo>
                  <a:pt x="52717" y="165099"/>
                </a:lnTo>
                <a:lnTo>
                  <a:pt x="48374" y="177799"/>
                </a:lnTo>
                <a:close/>
              </a:path>
              <a:path w="10661650" h="5600700">
                <a:moveTo>
                  <a:pt x="10649661" y="177799"/>
                </a:moveTo>
                <a:lnTo>
                  <a:pt x="10612945" y="177799"/>
                </a:lnTo>
                <a:lnTo>
                  <a:pt x="10608602" y="165099"/>
                </a:lnTo>
                <a:lnTo>
                  <a:pt x="10608932" y="165099"/>
                </a:lnTo>
                <a:lnTo>
                  <a:pt x="10604068" y="152399"/>
                </a:lnTo>
                <a:lnTo>
                  <a:pt x="10599470" y="152399"/>
                </a:lnTo>
                <a:lnTo>
                  <a:pt x="10593616" y="139699"/>
                </a:lnTo>
                <a:lnTo>
                  <a:pt x="10594060" y="139699"/>
                </a:lnTo>
                <a:lnTo>
                  <a:pt x="10587736" y="126999"/>
                </a:lnTo>
                <a:lnTo>
                  <a:pt x="10588205" y="126999"/>
                </a:lnTo>
                <a:lnTo>
                  <a:pt x="10581436" y="114299"/>
                </a:lnTo>
                <a:lnTo>
                  <a:pt x="10623689" y="114299"/>
                </a:lnTo>
                <a:lnTo>
                  <a:pt x="10629963" y="126999"/>
                </a:lnTo>
                <a:lnTo>
                  <a:pt x="10635716" y="139699"/>
                </a:lnTo>
                <a:lnTo>
                  <a:pt x="10640936" y="152399"/>
                </a:lnTo>
                <a:lnTo>
                  <a:pt x="10645597" y="165099"/>
                </a:lnTo>
                <a:lnTo>
                  <a:pt x="10649661" y="177799"/>
                </a:lnTo>
                <a:close/>
              </a:path>
              <a:path w="10661650" h="5600700">
                <a:moveTo>
                  <a:pt x="44843" y="190499"/>
                </a:moveTo>
                <a:lnTo>
                  <a:pt x="8115" y="190499"/>
                </a:lnTo>
                <a:lnTo>
                  <a:pt x="9791" y="177799"/>
                </a:lnTo>
                <a:lnTo>
                  <a:pt x="48666" y="177799"/>
                </a:lnTo>
                <a:lnTo>
                  <a:pt x="44843" y="190499"/>
                </a:lnTo>
                <a:close/>
              </a:path>
              <a:path w="10661650" h="5600700">
                <a:moveTo>
                  <a:pt x="10653204" y="190499"/>
                </a:moveTo>
                <a:lnTo>
                  <a:pt x="10616476" y="190499"/>
                </a:lnTo>
                <a:lnTo>
                  <a:pt x="10612653" y="177799"/>
                </a:lnTo>
                <a:lnTo>
                  <a:pt x="10651528" y="177799"/>
                </a:lnTo>
                <a:lnTo>
                  <a:pt x="10653204" y="190499"/>
                </a:lnTo>
                <a:close/>
              </a:path>
              <a:path w="10661650" h="5600700">
                <a:moveTo>
                  <a:pt x="41884" y="203199"/>
                </a:moveTo>
                <a:lnTo>
                  <a:pt x="5207" y="203199"/>
                </a:lnTo>
                <a:lnTo>
                  <a:pt x="6578" y="190499"/>
                </a:lnTo>
                <a:lnTo>
                  <a:pt x="43446" y="190499"/>
                </a:lnTo>
                <a:lnTo>
                  <a:pt x="41884" y="203199"/>
                </a:lnTo>
                <a:close/>
              </a:path>
              <a:path w="10661650" h="5600700">
                <a:moveTo>
                  <a:pt x="10656112" y="203199"/>
                </a:moveTo>
                <a:lnTo>
                  <a:pt x="10619435" y="203199"/>
                </a:lnTo>
                <a:lnTo>
                  <a:pt x="10617873" y="190499"/>
                </a:lnTo>
                <a:lnTo>
                  <a:pt x="10654741" y="190499"/>
                </a:lnTo>
                <a:lnTo>
                  <a:pt x="10656112" y="203199"/>
                </a:lnTo>
                <a:close/>
              </a:path>
              <a:path w="10661650" h="5600700">
                <a:moveTo>
                  <a:pt x="38328" y="215899"/>
                </a:moveTo>
                <a:lnTo>
                  <a:pt x="2908" y="215899"/>
                </a:lnTo>
                <a:lnTo>
                  <a:pt x="3975" y="203199"/>
                </a:lnTo>
                <a:lnTo>
                  <a:pt x="39458" y="203199"/>
                </a:lnTo>
                <a:lnTo>
                  <a:pt x="38328" y="215899"/>
                </a:lnTo>
                <a:close/>
              </a:path>
              <a:path w="10661650" h="5600700">
                <a:moveTo>
                  <a:pt x="10658411" y="215899"/>
                </a:moveTo>
                <a:lnTo>
                  <a:pt x="10622991" y="215899"/>
                </a:lnTo>
                <a:lnTo>
                  <a:pt x="10621860" y="203199"/>
                </a:lnTo>
                <a:lnTo>
                  <a:pt x="10657344" y="203199"/>
                </a:lnTo>
                <a:lnTo>
                  <a:pt x="10658411" y="215899"/>
                </a:lnTo>
                <a:close/>
              </a:path>
              <a:path w="10661650" h="5600700">
                <a:moveTo>
                  <a:pt x="36626" y="228599"/>
                </a:moveTo>
                <a:lnTo>
                  <a:pt x="1257" y="228599"/>
                </a:lnTo>
                <a:lnTo>
                  <a:pt x="2006" y="215899"/>
                </a:lnTo>
                <a:lnTo>
                  <a:pt x="37465" y="215899"/>
                </a:lnTo>
                <a:lnTo>
                  <a:pt x="36626" y="228599"/>
                </a:lnTo>
                <a:close/>
              </a:path>
              <a:path w="10661650" h="5600700">
                <a:moveTo>
                  <a:pt x="10660062" y="228599"/>
                </a:moveTo>
                <a:lnTo>
                  <a:pt x="10624692" y="228599"/>
                </a:lnTo>
                <a:lnTo>
                  <a:pt x="10623854" y="215899"/>
                </a:lnTo>
                <a:lnTo>
                  <a:pt x="10659313" y="215899"/>
                </a:lnTo>
                <a:lnTo>
                  <a:pt x="10660062" y="228599"/>
                </a:lnTo>
                <a:close/>
              </a:path>
              <a:path w="10661650" h="5600700">
                <a:moveTo>
                  <a:pt x="35483" y="241299"/>
                </a:moveTo>
                <a:lnTo>
                  <a:pt x="254" y="241299"/>
                </a:lnTo>
                <a:lnTo>
                  <a:pt x="673" y="228599"/>
                </a:lnTo>
                <a:lnTo>
                  <a:pt x="36029" y="228599"/>
                </a:lnTo>
                <a:lnTo>
                  <a:pt x="35483" y="241299"/>
                </a:lnTo>
                <a:close/>
              </a:path>
              <a:path w="10661650" h="5600700">
                <a:moveTo>
                  <a:pt x="10661065" y="241299"/>
                </a:moveTo>
                <a:lnTo>
                  <a:pt x="10625836" y="241299"/>
                </a:lnTo>
                <a:lnTo>
                  <a:pt x="10625289" y="228599"/>
                </a:lnTo>
                <a:lnTo>
                  <a:pt x="10660646" y="228599"/>
                </a:lnTo>
                <a:lnTo>
                  <a:pt x="10661065" y="241299"/>
                </a:lnTo>
                <a:close/>
              </a:path>
              <a:path w="10661650" h="5600700">
                <a:moveTo>
                  <a:pt x="34912" y="5346700"/>
                </a:moveTo>
                <a:lnTo>
                  <a:pt x="0" y="5346700"/>
                </a:lnTo>
                <a:lnTo>
                  <a:pt x="0" y="241299"/>
                </a:lnTo>
                <a:lnTo>
                  <a:pt x="35140" y="241299"/>
                </a:lnTo>
                <a:lnTo>
                  <a:pt x="34899" y="253999"/>
                </a:lnTo>
                <a:lnTo>
                  <a:pt x="34912" y="5346700"/>
                </a:lnTo>
                <a:close/>
              </a:path>
              <a:path w="10661650" h="5600700">
                <a:moveTo>
                  <a:pt x="10661319" y="5346700"/>
                </a:moveTo>
                <a:lnTo>
                  <a:pt x="10626407" y="5346700"/>
                </a:lnTo>
                <a:lnTo>
                  <a:pt x="10626483" y="254000"/>
                </a:lnTo>
                <a:lnTo>
                  <a:pt x="10626178" y="241299"/>
                </a:lnTo>
                <a:lnTo>
                  <a:pt x="10661319" y="241299"/>
                </a:lnTo>
                <a:lnTo>
                  <a:pt x="10661319" y="5346700"/>
                </a:lnTo>
                <a:close/>
              </a:path>
              <a:path w="10661650" h="5600700">
                <a:moveTo>
                  <a:pt x="36677" y="5372100"/>
                </a:moveTo>
                <a:lnTo>
                  <a:pt x="1257" y="5372100"/>
                </a:lnTo>
                <a:lnTo>
                  <a:pt x="673" y="5359400"/>
                </a:lnTo>
                <a:lnTo>
                  <a:pt x="254" y="5346700"/>
                </a:lnTo>
                <a:lnTo>
                  <a:pt x="35115" y="5346700"/>
                </a:lnTo>
                <a:lnTo>
                  <a:pt x="35509" y="5359400"/>
                </a:lnTo>
                <a:lnTo>
                  <a:pt x="35979" y="5359400"/>
                </a:lnTo>
                <a:lnTo>
                  <a:pt x="36677" y="5372100"/>
                </a:lnTo>
                <a:close/>
              </a:path>
              <a:path w="10661650" h="5600700">
                <a:moveTo>
                  <a:pt x="10660062" y="5372100"/>
                </a:moveTo>
                <a:lnTo>
                  <a:pt x="10624642" y="5372100"/>
                </a:lnTo>
                <a:lnTo>
                  <a:pt x="10625340" y="5359400"/>
                </a:lnTo>
                <a:lnTo>
                  <a:pt x="10625810" y="5359400"/>
                </a:lnTo>
                <a:lnTo>
                  <a:pt x="10626204" y="5346700"/>
                </a:lnTo>
                <a:lnTo>
                  <a:pt x="10661065" y="5346700"/>
                </a:lnTo>
                <a:lnTo>
                  <a:pt x="10660646" y="5359400"/>
                </a:lnTo>
                <a:lnTo>
                  <a:pt x="10660062" y="5372100"/>
                </a:lnTo>
                <a:close/>
              </a:path>
              <a:path w="10661650" h="5600700">
                <a:moveTo>
                  <a:pt x="38404" y="5384800"/>
                </a:moveTo>
                <a:lnTo>
                  <a:pt x="2908" y="5384800"/>
                </a:lnTo>
                <a:lnTo>
                  <a:pt x="2006" y="5372100"/>
                </a:lnTo>
                <a:lnTo>
                  <a:pt x="37401" y="5372100"/>
                </a:lnTo>
                <a:lnTo>
                  <a:pt x="38404" y="5384800"/>
                </a:lnTo>
                <a:close/>
              </a:path>
              <a:path w="10661650" h="5600700">
                <a:moveTo>
                  <a:pt x="10658411" y="5384800"/>
                </a:moveTo>
                <a:lnTo>
                  <a:pt x="10622915" y="5384800"/>
                </a:lnTo>
                <a:lnTo>
                  <a:pt x="10623918" y="5372100"/>
                </a:lnTo>
                <a:lnTo>
                  <a:pt x="10659313" y="5372100"/>
                </a:lnTo>
                <a:lnTo>
                  <a:pt x="10658411" y="5384800"/>
                </a:lnTo>
                <a:close/>
              </a:path>
              <a:path w="10661650" h="5600700">
                <a:moveTo>
                  <a:pt x="41986" y="5397500"/>
                </a:moveTo>
                <a:lnTo>
                  <a:pt x="5207" y="5397500"/>
                </a:lnTo>
                <a:lnTo>
                  <a:pt x="3975" y="5384800"/>
                </a:lnTo>
                <a:lnTo>
                  <a:pt x="40563" y="5384800"/>
                </a:lnTo>
                <a:lnTo>
                  <a:pt x="41986" y="5397500"/>
                </a:lnTo>
                <a:close/>
              </a:path>
              <a:path w="10661650" h="5600700">
                <a:moveTo>
                  <a:pt x="10656112" y="5397500"/>
                </a:moveTo>
                <a:lnTo>
                  <a:pt x="10619333" y="5397500"/>
                </a:lnTo>
                <a:lnTo>
                  <a:pt x="10620756" y="5384800"/>
                </a:lnTo>
                <a:lnTo>
                  <a:pt x="10657344" y="5384800"/>
                </a:lnTo>
                <a:lnTo>
                  <a:pt x="10656112" y="5397500"/>
                </a:lnTo>
                <a:close/>
              </a:path>
              <a:path w="10661650" h="5600700">
                <a:moveTo>
                  <a:pt x="45034" y="5410200"/>
                </a:moveTo>
                <a:lnTo>
                  <a:pt x="8115" y="5410200"/>
                </a:lnTo>
                <a:lnTo>
                  <a:pt x="6578" y="5397500"/>
                </a:lnTo>
                <a:lnTo>
                  <a:pt x="43332" y="5397500"/>
                </a:lnTo>
                <a:lnTo>
                  <a:pt x="45034" y="5410200"/>
                </a:lnTo>
                <a:close/>
              </a:path>
              <a:path w="10661650" h="5600700">
                <a:moveTo>
                  <a:pt x="10653204" y="5410200"/>
                </a:moveTo>
                <a:lnTo>
                  <a:pt x="10616285" y="5410200"/>
                </a:lnTo>
                <a:lnTo>
                  <a:pt x="10617987" y="5397500"/>
                </a:lnTo>
                <a:lnTo>
                  <a:pt x="10654741" y="5397500"/>
                </a:lnTo>
                <a:lnTo>
                  <a:pt x="10653204" y="5410200"/>
                </a:lnTo>
                <a:close/>
              </a:path>
              <a:path w="10661650" h="5600700">
                <a:moveTo>
                  <a:pt x="48666" y="5422900"/>
                </a:moveTo>
                <a:lnTo>
                  <a:pt x="11658" y="5422900"/>
                </a:lnTo>
                <a:lnTo>
                  <a:pt x="9791" y="5410200"/>
                </a:lnTo>
                <a:lnTo>
                  <a:pt x="44843" y="5410200"/>
                </a:lnTo>
                <a:lnTo>
                  <a:pt x="48666" y="5422900"/>
                </a:lnTo>
                <a:close/>
              </a:path>
              <a:path w="10661650" h="5600700">
                <a:moveTo>
                  <a:pt x="10649661" y="5422900"/>
                </a:moveTo>
                <a:lnTo>
                  <a:pt x="10612653" y="5422900"/>
                </a:lnTo>
                <a:lnTo>
                  <a:pt x="10616476" y="5410200"/>
                </a:lnTo>
                <a:lnTo>
                  <a:pt x="10651528" y="5410200"/>
                </a:lnTo>
                <a:lnTo>
                  <a:pt x="10649661" y="5422900"/>
                </a:lnTo>
                <a:close/>
              </a:path>
              <a:path w="10661650" h="5600700">
                <a:moveTo>
                  <a:pt x="101193" y="5499100"/>
                </a:moveTo>
                <a:lnTo>
                  <a:pt x="51663" y="5499100"/>
                </a:lnTo>
                <a:lnTo>
                  <a:pt x="44411" y="5486400"/>
                </a:lnTo>
                <a:lnTo>
                  <a:pt x="25603" y="5448300"/>
                </a:lnTo>
                <a:lnTo>
                  <a:pt x="15722" y="5422900"/>
                </a:lnTo>
                <a:lnTo>
                  <a:pt x="52387" y="5422900"/>
                </a:lnTo>
                <a:lnTo>
                  <a:pt x="57251" y="5435600"/>
                </a:lnTo>
                <a:lnTo>
                  <a:pt x="56883" y="5435600"/>
                </a:lnTo>
                <a:lnTo>
                  <a:pt x="62255" y="5448300"/>
                </a:lnTo>
                <a:lnTo>
                  <a:pt x="61848" y="5448300"/>
                </a:lnTo>
                <a:lnTo>
                  <a:pt x="67703" y="5461000"/>
                </a:lnTo>
                <a:lnTo>
                  <a:pt x="73113" y="5461000"/>
                </a:lnTo>
                <a:lnTo>
                  <a:pt x="79882" y="5473700"/>
                </a:lnTo>
                <a:lnTo>
                  <a:pt x="79387" y="5473700"/>
                </a:lnTo>
                <a:lnTo>
                  <a:pt x="86601" y="5486400"/>
                </a:lnTo>
                <a:lnTo>
                  <a:pt x="93154" y="5486400"/>
                </a:lnTo>
                <a:lnTo>
                  <a:pt x="101193" y="5499100"/>
                </a:lnTo>
                <a:close/>
              </a:path>
              <a:path w="10661650" h="5600700">
                <a:moveTo>
                  <a:pt x="10609656" y="5499100"/>
                </a:moveTo>
                <a:lnTo>
                  <a:pt x="10560126" y="5499100"/>
                </a:lnTo>
                <a:lnTo>
                  <a:pt x="10568165" y="5486400"/>
                </a:lnTo>
                <a:lnTo>
                  <a:pt x="10574718" y="5486400"/>
                </a:lnTo>
                <a:lnTo>
                  <a:pt x="10581932" y="5473700"/>
                </a:lnTo>
                <a:lnTo>
                  <a:pt x="10581436" y="5473700"/>
                </a:lnTo>
                <a:lnTo>
                  <a:pt x="10588205" y="5461000"/>
                </a:lnTo>
                <a:lnTo>
                  <a:pt x="10593616" y="5461000"/>
                </a:lnTo>
                <a:lnTo>
                  <a:pt x="10599470" y="5448300"/>
                </a:lnTo>
                <a:lnTo>
                  <a:pt x="10599064" y="5448300"/>
                </a:lnTo>
                <a:lnTo>
                  <a:pt x="10604436" y="5435600"/>
                </a:lnTo>
                <a:lnTo>
                  <a:pt x="10604068" y="5435600"/>
                </a:lnTo>
                <a:lnTo>
                  <a:pt x="10608932" y="5422900"/>
                </a:lnTo>
                <a:lnTo>
                  <a:pt x="10645597" y="5422900"/>
                </a:lnTo>
                <a:lnTo>
                  <a:pt x="10629963" y="5461000"/>
                </a:lnTo>
                <a:lnTo>
                  <a:pt x="10616907" y="5486400"/>
                </a:lnTo>
                <a:lnTo>
                  <a:pt x="10609656" y="5499100"/>
                </a:lnTo>
                <a:close/>
              </a:path>
              <a:path w="10661650" h="5600700">
                <a:moveTo>
                  <a:pt x="143814" y="5537200"/>
                </a:moveTo>
                <a:lnTo>
                  <a:pt x="85255" y="5537200"/>
                </a:lnTo>
                <a:lnTo>
                  <a:pt x="76212" y="5524500"/>
                </a:lnTo>
                <a:lnTo>
                  <a:pt x="67589" y="5511800"/>
                </a:lnTo>
                <a:lnTo>
                  <a:pt x="59397" y="5499100"/>
                </a:lnTo>
                <a:lnTo>
                  <a:pt x="100609" y="5499100"/>
                </a:lnTo>
                <a:lnTo>
                  <a:pt x="109042" y="5511800"/>
                </a:lnTo>
                <a:lnTo>
                  <a:pt x="116611" y="5511800"/>
                </a:lnTo>
                <a:lnTo>
                  <a:pt x="125780" y="5524500"/>
                </a:lnTo>
                <a:lnTo>
                  <a:pt x="133946" y="5524500"/>
                </a:lnTo>
                <a:lnTo>
                  <a:pt x="143814" y="5537200"/>
                </a:lnTo>
                <a:close/>
              </a:path>
              <a:path w="10661650" h="5600700">
                <a:moveTo>
                  <a:pt x="10576064" y="5537200"/>
                </a:moveTo>
                <a:lnTo>
                  <a:pt x="10517505" y="5537200"/>
                </a:lnTo>
                <a:lnTo>
                  <a:pt x="10527372" y="5524500"/>
                </a:lnTo>
                <a:lnTo>
                  <a:pt x="10535539" y="5524500"/>
                </a:lnTo>
                <a:lnTo>
                  <a:pt x="10544708" y="5511800"/>
                </a:lnTo>
                <a:lnTo>
                  <a:pt x="10552277" y="5511800"/>
                </a:lnTo>
                <a:lnTo>
                  <a:pt x="10560710" y="5499100"/>
                </a:lnTo>
                <a:lnTo>
                  <a:pt x="10601921" y="5499100"/>
                </a:lnTo>
                <a:lnTo>
                  <a:pt x="10593730" y="5511800"/>
                </a:lnTo>
                <a:lnTo>
                  <a:pt x="10585119" y="5524500"/>
                </a:lnTo>
                <a:lnTo>
                  <a:pt x="10576064" y="5537200"/>
                </a:lnTo>
                <a:close/>
              </a:path>
              <a:path w="10661650" h="5600700">
                <a:moveTo>
                  <a:pt x="172999" y="5549900"/>
                </a:moveTo>
                <a:lnTo>
                  <a:pt x="104533" y="5549900"/>
                </a:lnTo>
                <a:lnTo>
                  <a:pt x="94703" y="5537200"/>
                </a:lnTo>
                <a:lnTo>
                  <a:pt x="162229" y="5537200"/>
                </a:lnTo>
                <a:lnTo>
                  <a:pt x="172999" y="5549900"/>
                </a:lnTo>
                <a:close/>
              </a:path>
              <a:path w="10661650" h="5600700">
                <a:moveTo>
                  <a:pt x="10556786" y="5549900"/>
                </a:moveTo>
                <a:lnTo>
                  <a:pt x="10488320" y="5549900"/>
                </a:lnTo>
                <a:lnTo>
                  <a:pt x="10499090" y="5537200"/>
                </a:lnTo>
                <a:lnTo>
                  <a:pt x="10566615" y="5537200"/>
                </a:lnTo>
                <a:lnTo>
                  <a:pt x="10556786" y="5549900"/>
                </a:lnTo>
                <a:close/>
              </a:path>
              <a:path w="10661650" h="5600700">
                <a:moveTo>
                  <a:pt x="198856" y="5562600"/>
                </a:moveTo>
                <a:lnTo>
                  <a:pt x="125310" y="5562600"/>
                </a:lnTo>
                <a:lnTo>
                  <a:pt x="114744" y="5549900"/>
                </a:lnTo>
                <a:lnTo>
                  <a:pt x="193116" y="5549900"/>
                </a:lnTo>
                <a:lnTo>
                  <a:pt x="198856" y="5562600"/>
                </a:lnTo>
                <a:close/>
              </a:path>
              <a:path w="10661650" h="5600700">
                <a:moveTo>
                  <a:pt x="10536008" y="5562600"/>
                </a:moveTo>
                <a:lnTo>
                  <a:pt x="10462463" y="5562600"/>
                </a:lnTo>
                <a:lnTo>
                  <a:pt x="10468203" y="5549900"/>
                </a:lnTo>
                <a:lnTo>
                  <a:pt x="10546575" y="5549900"/>
                </a:lnTo>
                <a:lnTo>
                  <a:pt x="10536008" y="5562600"/>
                </a:lnTo>
                <a:close/>
              </a:path>
              <a:path w="10661650" h="5600700">
                <a:moveTo>
                  <a:pt x="10513860" y="5575300"/>
                </a:moveTo>
                <a:lnTo>
                  <a:pt x="147459" y="5575300"/>
                </a:lnTo>
                <a:lnTo>
                  <a:pt x="136220" y="5562600"/>
                </a:lnTo>
                <a:lnTo>
                  <a:pt x="10525099" y="5562600"/>
                </a:lnTo>
                <a:lnTo>
                  <a:pt x="10513860" y="5575300"/>
                </a:lnTo>
                <a:close/>
              </a:path>
              <a:path w="10661650" h="5600700">
                <a:moveTo>
                  <a:pt x="10490479" y="5588000"/>
                </a:moveTo>
                <a:lnTo>
                  <a:pt x="170840" y="5588000"/>
                </a:lnTo>
                <a:lnTo>
                  <a:pt x="159004" y="5575300"/>
                </a:lnTo>
                <a:lnTo>
                  <a:pt x="10502315" y="5575300"/>
                </a:lnTo>
                <a:lnTo>
                  <a:pt x="10490479" y="5588000"/>
                </a:lnTo>
                <a:close/>
              </a:path>
              <a:path w="10661650" h="5600700">
                <a:moveTo>
                  <a:pt x="10453395" y="5600700"/>
                </a:moveTo>
                <a:lnTo>
                  <a:pt x="207924" y="5600700"/>
                </a:lnTo>
                <a:lnTo>
                  <a:pt x="201587" y="5588000"/>
                </a:lnTo>
                <a:lnTo>
                  <a:pt x="10459732" y="5588000"/>
                </a:lnTo>
                <a:lnTo>
                  <a:pt x="10453395" y="5600700"/>
                </a:lnTo>
                <a:close/>
              </a:path>
            </a:pathLst>
          </a:custGeom>
          <a:solidFill>
            <a:srgbClr val="36A9E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-324544" y="439239"/>
            <a:ext cx="4176464" cy="857250"/>
          </a:xfrm>
        </p:spPr>
        <p:txBody>
          <a:bodyPr/>
          <a:lstStyle/>
          <a:p>
            <a:r>
              <a:rPr lang="zh-CN" altLang="en-US" dirty="0">
                <a:solidFill>
                  <a:srgbClr val="00B0F0"/>
                </a:solidFill>
              </a:rPr>
              <a:t>课后作业</a:t>
            </a:r>
            <a:endParaRPr lang="zh-CN" altLang="en-US" dirty="0">
              <a:solidFill>
                <a:srgbClr val="00B0F0"/>
              </a:solidFill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452122" y="771550"/>
            <a:ext cx="4936302" cy="2736304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altLang="zh-CN" sz="2000" dirty="0"/>
              <a:t>2</a:t>
            </a:r>
            <a:r>
              <a:rPr lang="zh-CN" altLang="en-US" sz="2000" dirty="0"/>
              <a:t>、阅读程序写结果。</a:t>
            </a:r>
            <a:endParaRPr lang="en-US" altLang="zh-CN" sz="2000" dirty="0"/>
          </a:p>
          <a:p>
            <a:pPr marL="0" indent="0">
              <a:buNone/>
            </a:pPr>
            <a:endParaRPr lang="en-US" altLang="zh-CN" sz="2000" dirty="0"/>
          </a:p>
          <a:p>
            <a:pPr marL="0" indent="0">
              <a:buNone/>
            </a:pPr>
            <a:endParaRPr lang="en-US" altLang="zh-CN" sz="2000" dirty="0"/>
          </a:p>
          <a:p>
            <a:pPr marL="0" indent="0">
              <a:buNone/>
            </a:pPr>
            <a:endParaRPr lang="en-US" altLang="zh-CN" sz="2000" dirty="0"/>
          </a:p>
          <a:p>
            <a:pPr marL="0" indent="0">
              <a:buNone/>
            </a:pPr>
            <a:endParaRPr lang="en-US" altLang="zh-CN" sz="2000" dirty="0"/>
          </a:p>
          <a:p>
            <a:pPr marL="0" indent="0">
              <a:buNone/>
            </a:pPr>
            <a:endParaRPr lang="en-US" altLang="zh-CN" sz="2000" dirty="0"/>
          </a:p>
          <a:p>
            <a:pPr marL="0" indent="0">
              <a:buNone/>
            </a:pPr>
            <a:endParaRPr lang="en-US" altLang="zh-CN" sz="2000" dirty="0"/>
          </a:p>
          <a:p>
            <a:pPr marL="0" indent="0">
              <a:buNone/>
            </a:pPr>
            <a:endParaRPr lang="en-US" altLang="zh-CN" sz="2000" dirty="0"/>
          </a:p>
          <a:p>
            <a:pPr marL="0" indent="0">
              <a:buNone/>
            </a:pPr>
            <a:endParaRPr lang="en-US" altLang="zh-CN" sz="2000" dirty="0"/>
          </a:p>
          <a:p>
            <a:pPr marL="0" indent="0">
              <a:buNone/>
            </a:pPr>
            <a:endParaRPr lang="en-US" altLang="zh-CN" sz="2000" dirty="0"/>
          </a:p>
          <a:p>
            <a:pPr marL="0" indent="0">
              <a:buNone/>
            </a:pPr>
            <a:r>
              <a:rPr lang="zh-CN" altLang="en-US" sz="2000" dirty="0"/>
              <a:t>                   输出</a:t>
            </a:r>
            <a:r>
              <a:rPr lang="en-US" altLang="zh-CN" sz="2000" dirty="0"/>
              <a:t>:____________</a:t>
            </a:r>
            <a:endParaRPr lang="en-US" altLang="zh-CN" sz="2000" dirty="0"/>
          </a:p>
        </p:txBody>
      </p:sp>
      <p:sp>
        <p:nvSpPr>
          <p:cNvPr id="4" name="TextBox 3"/>
          <p:cNvSpPr txBox="1"/>
          <p:nvPr/>
        </p:nvSpPr>
        <p:spPr>
          <a:xfrm>
            <a:off x="467544" y="1203598"/>
            <a:ext cx="2592288" cy="34624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b="1" dirty="0">
                <a:latin typeface="仿宋" panose="02010609060101010101" pitchFamily="49" charset="-122"/>
                <a:ea typeface="仿宋" panose="02010609060101010101" pitchFamily="49" charset="-122"/>
              </a:rPr>
              <a:t>1</a:t>
            </a:r>
            <a:r>
              <a:rPr lang="zh-CN" altLang="en-US" b="1" dirty="0">
                <a:latin typeface="仿宋" panose="02010609060101010101" pitchFamily="49" charset="-122"/>
                <a:ea typeface="仿宋" panose="02010609060101010101" pitchFamily="49" charset="-122"/>
              </a:rPr>
              <a:t>、选择题</a:t>
            </a:r>
            <a:endParaRPr lang="en-US" altLang="zh-CN" b="1" dirty="0"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600" b="1" dirty="0">
                <a:latin typeface="仿宋" panose="02010609060101010101" pitchFamily="49" charset="-122"/>
                <a:ea typeface="仿宋" panose="02010609060101010101" pitchFamily="49" charset="-122"/>
              </a:rPr>
              <a:t>计算机能直接识别的程序是（ ）</a:t>
            </a:r>
            <a:r>
              <a:rPr lang="zh-CN" altLang="en-US" sz="1600" dirty="0">
                <a:latin typeface="仿宋" panose="02010609060101010101" pitchFamily="49" charset="-122"/>
                <a:ea typeface="仿宋" panose="02010609060101010101" pitchFamily="49" charset="-122"/>
              </a:rPr>
              <a:t>。</a:t>
            </a:r>
            <a:endParaRPr lang="en-US" altLang="zh-CN" sz="1600" dirty="0"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 marL="342900" indent="-342900">
              <a:lnSpc>
                <a:spcPct val="150000"/>
              </a:lnSpc>
              <a:buAutoNum type="alphaUcPeriod"/>
            </a:pPr>
            <a:r>
              <a:rPr lang="en-US" altLang="zh-CN" sz="1600" dirty="0">
                <a:latin typeface="仿宋" panose="02010609060101010101" pitchFamily="49" charset="-122"/>
                <a:ea typeface="仿宋" panose="02010609060101010101" pitchFamily="49" charset="-122"/>
              </a:rPr>
              <a:t>Python</a:t>
            </a:r>
            <a:r>
              <a:rPr lang="zh-CN" altLang="en-US" sz="1600" dirty="0">
                <a:latin typeface="仿宋" panose="02010609060101010101" pitchFamily="49" charset="-122"/>
                <a:ea typeface="仿宋" panose="02010609060101010101" pitchFamily="49" charset="-122"/>
              </a:rPr>
              <a:t>语言编写的源程序</a:t>
            </a:r>
            <a:endParaRPr lang="en-US" altLang="zh-CN" sz="1600" dirty="0"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 marL="342900" indent="-342900">
              <a:lnSpc>
                <a:spcPct val="150000"/>
              </a:lnSpc>
              <a:buAutoNum type="alphaUcPeriod"/>
            </a:pPr>
            <a:r>
              <a:rPr lang="en-US" altLang="zh-CN" sz="1600" dirty="0">
                <a:latin typeface="仿宋" panose="02010609060101010101" pitchFamily="49" charset="-122"/>
                <a:ea typeface="仿宋" panose="02010609060101010101" pitchFamily="49" charset="-122"/>
              </a:rPr>
              <a:t>C++</a:t>
            </a:r>
            <a:r>
              <a:rPr lang="zh-CN" altLang="en-US" sz="1600" dirty="0">
                <a:latin typeface="仿宋" panose="02010609060101010101" pitchFamily="49" charset="-122"/>
                <a:ea typeface="仿宋" panose="02010609060101010101" pitchFamily="49" charset="-122"/>
              </a:rPr>
              <a:t>语言编写的源程序</a:t>
            </a:r>
            <a:endParaRPr lang="en-US" altLang="zh-CN" sz="1600" dirty="0"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 marL="342900" indent="-342900">
              <a:lnSpc>
                <a:spcPct val="150000"/>
              </a:lnSpc>
              <a:buAutoNum type="alphaUcPeriod"/>
            </a:pPr>
            <a:r>
              <a:rPr lang="zh-CN" altLang="en-US" sz="1600" dirty="0">
                <a:latin typeface="仿宋" panose="02010609060101010101" pitchFamily="49" charset="-122"/>
                <a:ea typeface="仿宋" panose="02010609060101010101" pitchFamily="49" charset="-122"/>
              </a:rPr>
              <a:t>机器语言编写的源程序</a:t>
            </a:r>
            <a:endParaRPr lang="en-US" altLang="zh-CN" sz="1600" dirty="0"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 marL="342900" indent="-342900">
              <a:lnSpc>
                <a:spcPct val="150000"/>
              </a:lnSpc>
              <a:buAutoNum type="alphaUcPeriod"/>
            </a:pPr>
            <a:r>
              <a:rPr lang="zh-CN" altLang="en-US" sz="1600" dirty="0">
                <a:latin typeface="仿宋" panose="02010609060101010101" pitchFamily="49" charset="-122"/>
                <a:ea typeface="仿宋" panose="02010609060101010101" pitchFamily="49" charset="-122"/>
              </a:rPr>
              <a:t>各种高级语言编写的源程序</a:t>
            </a:r>
            <a:endParaRPr lang="zh-CN" altLang="en-US" sz="1600" dirty="0"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588555" y="1804401"/>
            <a:ext cx="1800200" cy="1477328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r>
              <a:rPr lang="en-US" altLang="zh-CN" dirty="0"/>
              <a:t>      a          b</a:t>
            </a:r>
            <a:endParaRPr lang="en-US" altLang="zh-CN" dirty="0"/>
          </a:p>
          <a:p>
            <a:r>
              <a:rPr lang="en-US" altLang="zh-CN" dirty="0"/>
              <a:t>----------------------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zh-CN" altLang="en-US" dirty="0"/>
          </a:p>
        </p:txBody>
      </p:sp>
      <p:sp>
        <p:nvSpPr>
          <p:cNvPr id="5" name="矩形 4"/>
          <p:cNvSpPr/>
          <p:nvPr/>
        </p:nvSpPr>
        <p:spPr>
          <a:xfrm>
            <a:off x="3759212" y="1203598"/>
            <a:ext cx="4845236" cy="329320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600" dirty="0"/>
              <a:t>#include &lt;</a:t>
            </a:r>
            <a:r>
              <a:rPr lang="en-US" altLang="zh-CN" sz="1600" dirty="0" err="1"/>
              <a:t>iostream</a:t>
            </a:r>
            <a:r>
              <a:rPr lang="en-US" altLang="zh-CN" sz="1600" dirty="0"/>
              <a:t>&gt;</a:t>
            </a:r>
            <a:endParaRPr lang="en-US" altLang="zh-CN" sz="1600" dirty="0"/>
          </a:p>
          <a:p>
            <a:r>
              <a:rPr lang="en-US" altLang="zh-CN" sz="1600" dirty="0"/>
              <a:t>using namespace </a:t>
            </a:r>
            <a:r>
              <a:rPr lang="en-US" altLang="zh-CN" sz="1600" dirty="0" err="1"/>
              <a:t>std</a:t>
            </a:r>
            <a:r>
              <a:rPr lang="en-US" altLang="zh-CN" sz="1600" dirty="0"/>
              <a:t>;</a:t>
            </a:r>
            <a:endParaRPr lang="en-US" altLang="zh-CN" sz="1600" dirty="0"/>
          </a:p>
          <a:p>
            <a:r>
              <a:rPr lang="en-US" altLang="zh-CN" sz="1600" dirty="0" err="1"/>
              <a:t>int</a:t>
            </a:r>
            <a:r>
              <a:rPr lang="en-US" altLang="zh-CN" sz="1600" dirty="0"/>
              <a:t> main()</a:t>
            </a:r>
            <a:endParaRPr lang="en-US" altLang="zh-CN" sz="1600" dirty="0"/>
          </a:p>
          <a:p>
            <a:r>
              <a:rPr lang="en-US" altLang="zh-CN" sz="1600" dirty="0"/>
              <a:t>{</a:t>
            </a:r>
            <a:endParaRPr lang="en-US" altLang="zh-CN" sz="1600" dirty="0"/>
          </a:p>
          <a:p>
            <a:r>
              <a:rPr lang="en-US" altLang="zh-CN" sz="1600" dirty="0"/>
              <a:t>      </a:t>
            </a:r>
            <a:r>
              <a:rPr lang="en-US" altLang="zh-CN" sz="1600" dirty="0" err="1"/>
              <a:t>int</a:t>
            </a:r>
            <a:r>
              <a:rPr lang="en-US" altLang="zh-CN" sz="1600" dirty="0"/>
              <a:t>  </a:t>
            </a:r>
            <a:r>
              <a:rPr lang="en-US" altLang="zh-CN" sz="1600" dirty="0" err="1"/>
              <a:t>a,b</a:t>
            </a:r>
            <a:r>
              <a:rPr lang="en-US" altLang="zh-CN" sz="1600" dirty="0"/>
              <a:t>;</a:t>
            </a:r>
            <a:endParaRPr lang="en-US" altLang="zh-CN" sz="1600" dirty="0"/>
          </a:p>
          <a:p>
            <a:r>
              <a:rPr lang="en-US" altLang="zh-CN" sz="1600" dirty="0"/>
              <a:t>      a=100;</a:t>
            </a:r>
            <a:endParaRPr lang="en-US" altLang="zh-CN" sz="1600" dirty="0"/>
          </a:p>
          <a:p>
            <a:r>
              <a:rPr lang="en-US" altLang="zh-CN" sz="1600" dirty="0"/>
              <a:t>      b=200;</a:t>
            </a:r>
            <a:endParaRPr lang="en-US" altLang="zh-CN" sz="1600" dirty="0"/>
          </a:p>
          <a:p>
            <a:r>
              <a:rPr lang="en-US" altLang="zh-CN" sz="1600" dirty="0"/>
              <a:t>      a=b-a;</a:t>
            </a:r>
            <a:endParaRPr lang="en-US" altLang="zh-CN" sz="1600" dirty="0"/>
          </a:p>
          <a:p>
            <a:r>
              <a:rPr lang="en-US" altLang="zh-CN" sz="1600" dirty="0"/>
              <a:t>      b-=a;</a:t>
            </a:r>
            <a:endParaRPr lang="en-US" altLang="zh-CN" sz="1600" dirty="0"/>
          </a:p>
          <a:p>
            <a:r>
              <a:rPr lang="en-US" altLang="zh-CN" sz="1600" dirty="0"/>
              <a:t>      a+=b;</a:t>
            </a:r>
            <a:endParaRPr lang="en-US" altLang="zh-CN" sz="1600" dirty="0"/>
          </a:p>
          <a:p>
            <a:r>
              <a:rPr lang="en-US" altLang="zh-CN" sz="1600" dirty="0"/>
              <a:t>      </a:t>
            </a:r>
            <a:r>
              <a:rPr lang="en-US" altLang="zh-CN" sz="1600" dirty="0" err="1"/>
              <a:t>cout</a:t>
            </a:r>
            <a:r>
              <a:rPr lang="en-US" altLang="zh-CN" sz="1600" dirty="0"/>
              <a:t>&lt;&lt;"a="&lt;&lt;a&lt;&lt;"  b="&lt;&lt;b&lt;&lt;</a:t>
            </a:r>
            <a:r>
              <a:rPr lang="en-US" altLang="zh-CN" sz="1600" dirty="0" err="1"/>
              <a:t>endl</a:t>
            </a:r>
            <a:r>
              <a:rPr lang="en-US" altLang="zh-CN" sz="1600" dirty="0"/>
              <a:t>;</a:t>
            </a:r>
            <a:endParaRPr lang="en-US" altLang="zh-CN" sz="1600" dirty="0"/>
          </a:p>
          <a:p>
            <a:r>
              <a:rPr lang="en-US" altLang="zh-CN" sz="1600" dirty="0"/>
              <a:t>      return 0;</a:t>
            </a:r>
            <a:endParaRPr lang="en-US" altLang="zh-CN" sz="1600" dirty="0"/>
          </a:p>
          <a:p>
            <a:r>
              <a:rPr lang="en-US" altLang="zh-CN" sz="1600" dirty="0"/>
              <a:t>}</a:t>
            </a:r>
            <a:endParaRPr lang="zh-CN" altLang="en-US" sz="1600" dirty="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10784" y="3358910"/>
            <a:ext cx="1093565" cy="1306943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0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3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8" dur="20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31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  <p:bldP spid="4" grpId="0"/>
      <p:bldP spid="10" grpId="0" animBg="1"/>
      <p:bldP spid="5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 2"/>
          <p:cNvSpPr/>
          <p:nvPr/>
        </p:nvSpPr>
        <p:spPr>
          <a:xfrm>
            <a:off x="31814" y="289190"/>
            <a:ext cx="9080372" cy="4543313"/>
          </a:xfrm>
          <a:custGeom>
            <a:avLst/>
            <a:gdLst/>
            <a:ahLst/>
            <a:cxnLst/>
            <a:rect l="l" t="t" r="r" b="b"/>
            <a:pathLst>
              <a:path w="10970260" h="5869305">
                <a:moveTo>
                  <a:pt x="10713720" y="5868924"/>
                </a:moveTo>
                <a:lnTo>
                  <a:pt x="256032" y="5868924"/>
                </a:lnTo>
                <a:lnTo>
                  <a:pt x="210025" y="5864912"/>
                </a:lnTo>
                <a:lnTo>
                  <a:pt x="166722" y="5853104"/>
                </a:lnTo>
                <a:lnTo>
                  <a:pt x="126844" y="5834224"/>
                </a:lnTo>
                <a:lnTo>
                  <a:pt x="91115" y="5808994"/>
                </a:lnTo>
                <a:lnTo>
                  <a:pt x="60258" y="5778137"/>
                </a:lnTo>
                <a:lnTo>
                  <a:pt x="34995" y="5742375"/>
                </a:lnTo>
                <a:lnTo>
                  <a:pt x="16049" y="5702432"/>
                </a:lnTo>
                <a:lnTo>
                  <a:pt x="4143" y="5659030"/>
                </a:lnTo>
                <a:lnTo>
                  <a:pt x="0" y="5612892"/>
                </a:lnTo>
                <a:lnTo>
                  <a:pt x="0" y="256031"/>
                </a:lnTo>
                <a:lnTo>
                  <a:pt x="4143" y="210194"/>
                </a:lnTo>
                <a:lnTo>
                  <a:pt x="16049" y="167018"/>
                </a:lnTo>
                <a:lnTo>
                  <a:pt x="34995" y="127225"/>
                </a:lnTo>
                <a:lnTo>
                  <a:pt x="60258" y="91539"/>
                </a:lnTo>
                <a:lnTo>
                  <a:pt x="91115" y="60681"/>
                </a:lnTo>
                <a:lnTo>
                  <a:pt x="126844" y="35376"/>
                </a:lnTo>
                <a:lnTo>
                  <a:pt x="166722" y="16345"/>
                </a:lnTo>
                <a:lnTo>
                  <a:pt x="210025" y="4312"/>
                </a:lnTo>
                <a:lnTo>
                  <a:pt x="256032" y="0"/>
                </a:lnTo>
                <a:lnTo>
                  <a:pt x="10713720" y="0"/>
                </a:lnTo>
                <a:lnTo>
                  <a:pt x="10759726" y="4312"/>
                </a:lnTo>
                <a:lnTo>
                  <a:pt x="10803029" y="16345"/>
                </a:lnTo>
                <a:lnTo>
                  <a:pt x="10842907" y="35376"/>
                </a:lnTo>
                <a:lnTo>
                  <a:pt x="10878636" y="60681"/>
                </a:lnTo>
                <a:lnTo>
                  <a:pt x="10909493" y="91539"/>
                </a:lnTo>
                <a:lnTo>
                  <a:pt x="10934756" y="127225"/>
                </a:lnTo>
                <a:lnTo>
                  <a:pt x="10953702" y="167018"/>
                </a:lnTo>
                <a:lnTo>
                  <a:pt x="10965608" y="210194"/>
                </a:lnTo>
                <a:lnTo>
                  <a:pt x="10969752" y="256031"/>
                </a:lnTo>
                <a:lnTo>
                  <a:pt x="10969752" y="5612892"/>
                </a:lnTo>
                <a:lnTo>
                  <a:pt x="10965608" y="5659030"/>
                </a:lnTo>
                <a:lnTo>
                  <a:pt x="10953702" y="5702432"/>
                </a:lnTo>
                <a:lnTo>
                  <a:pt x="10934756" y="5742375"/>
                </a:lnTo>
                <a:lnTo>
                  <a:pt x="10909493" y="5778137"/>
                </a:lnTo>
                <a:lnTo>
                  <a:pt x="10878636" y="5808994"/>
                </a:lnTo>
                <a:lnTo>
                  <a:pt x="10842907" y="5834224"/>
                </a:lnTo>
                <a:lnTo>
                  <a:pt x="10803029" y="5853104"/>
                </a:lnTo>
                <a:lnTo>
                  <a:pt x="10759726" y="5864912"/>
                </a:lnTo>
                <a:lnTo>
                  <a:pt x="10713720" y="586892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9" name="object 3"/>
          <p:cNvSpPr/>
          <p:nvPr/>
        </p:nvSpPr>
        <p:spPr>
          <a:xfrm>
            <a:off x="107504" y="428533"/>
            <a:ext cx="8824928" cy="4335392"/>
          </a:xfrm>
          <a:custGeom>
            <a:avLst/>
            <a:gdLst/>
            <a:ahLst/>
            <a:cxnLst/>
            <a:rect l="l" t="t" r="r" b="b"/>
            <a:pathLst>
              <a:path w="10661650" h="5600700">
                <a:moveTo>
                  <a:pt x="10490479" y="12699"/>
                </a:moveTo>
                <a:lnTo>
                  <a:pt x="170840" y="12699"/>
                </a:lnTo>
                <a:lnTo>
                  <a:pt x="182841" y="0"/>
                </a:lnTo>
                <a:lnTo>
                  <a:pt x="10478477" y="0"/>
                </a:lnTo>
                <a:lnTo>
                  <a:pt x="10490479" y="12699"/>
                </a:lnTo>
                <a:close/>
              </a:path>
              <a:path w="10661650" h="5600700">
                <a:moveTo>
                  <a:pt x="10513860" y="25399"/>
                </a:moveTo>
                <a:lnTo>
                  <a:pt x="147459" y="25399"/>
                </a:lnTo>
                <a:lnTo>
                  <a:pt x="159004" y="12699"/>
                </a:lnTo>
                <a:lnTo>
                  <a:pt x="10502315" y="12699"/>
                </a:lnTo>
                <a:lnTo>
                  <a:pt x="10513860" y="25399"/>
                </a:lnTo>
                <a:close/>
              </a:path>
              <a:path w="10661650" h="5600700">
                <a:moveTo>
                  <a:pt x="172211" y="50799"/>
                </a:moveTo>
                <a:lnTo>
                  <a:pt x="104533" y="50799"/>
                </a:lnTo>
                <a:lnTo>
                  <a:pt x="114744" y="38099"/>
                </a:lnTo>
                <a:lnTo>
                  <a:pt x="125310" y="25399"/>
                </a:lnTo>
                <a:lnTo>
                  <a:pt x="226250" y="25399"/>
                </a:lnTo>
                <a:lnTo>
                  <a:pt x="220243" y="38099"/>
                </a:lnTo>
                <a:lnTo>
                  <a:pt x="183248" y="38099"/>
                </a:lnTo>
                <a:lnTo>
                  <a:pt x="172211" y="50799"/>
                </a:lnTo>
                <a:close/>
              </a:path>
              <a:path w="10661650" h="5600700">
                <a:moveTo>
                  <a:pt x="10556786" y="50799"/>
                </a:moveTo>
                <a:lnTo>
                  <a:pt x="10489107" y="50799"/>
                </a:lnTo>
                <a:lnTo>
                  <a:pt x="10478071" y="38099"/>
                </a:lnTo>
                <a:lnTo>
                  <a:pt x="10441076" y="38099"/>
                </a:lnTo>
                <a:lnTo>
                  <a:pt x="10435069" y="25399"/>
                </a:lnTo>
                <a:lnTo>
                  <a:pt x="10536008" y="25399"/>
                </a:lnTo>
                <a:lnTo>
                  <a:pt x="10546575" y="38099"/>
                </a:lnTo>
                <a:lnTo>
                  <a:pt x="10556786" y="50799"/>
                </a:lnTo>
                <a:close/>
              </a:path>
              <a:path w="10661650" h="5600700">
                <a:moveTo>
                  <a:pt x="125120" y="76199"/>
                </a:moveTo>
                <a:lnTo>
                  <a:pt x="76212" y="76199"/>
                </a:lnTo>
                <a:lnTo>
                  <a:pt x="85255" y="63499"/>
                </a:lnTo>
                <a:lnTo>
                  <a:pt x="94703" y="50799"/>
                </a:lnTo>
                <a:lnTo>
                  <a:pt x="153263" y="50799"/>
                </a:lnTo>
                <a:lnTo>
                  <a:pt x="143090" y="63499"/>
                </a:lnTo>
                <a:lnTo>
                  <a:pt x="134645" y="63499"/>
                </a:lnTo>
                <a:lnTo>
                  <a:pt x="125120" y="76199"/>
                </a:lnTo>
                <a:close/>
              </a:path>
              <a:path w="10661650" h="5600700">
                <a:moveTo>
                  <a:pt x="10585119" y="76199"/>
                </a:moveTo>
                <a:lnTo>
                  <a:pt x="10536199" y="76199"/>
                </a:lnTo>
                <a:lnTo>
                  <a:pt x="10526674" y="63499"/>
                </a:lnTo>
                <a:lnTo>
                  <a:pt x="10518228" y="63499"/>
                </a:lnTo>
                <a:lnTo>
                  <a:pt x="10508056" y="50799"/>
                </a:lnTo>
                <a:lnTo>
                  <a:pt x="10566615" y="50799"/>
                </a:lnTo>
                <a:lnTo>
                  <a:pt x="10576064" y="63499"/>
                </a:lnTo>
                <a:lnTo>
                  <a:pt x="10585119" y="76199"/>
                </a:lnTo>
                <a:close/>
              </a:path>
              <a:path w="10661650" h="5600700">
                <a:moveTo>
                  <a:pt x="86067" y="114299"/>
                </a:moveTo>
                <a:lnTo>
                  <a:pt x="44411" y="114299"/>
                </a:lnTo>
                <a:lnTo>
                  <a:pt x="51663" y="101599"/>
                </a:lnTo>
                <a:lnTo>
                  <a:pt x="59397" y="88899"/>
                </a:lnTo>
                <a:lnTo>
                  <a:pt x="67589" y="76199"/>
                </a:lnTo>
                <a:lnTo>
                  <a:pt x="117246" y="76199"/>
                </a:lnTo>
                <a:lnTo>
                  <a:pt x="108432" y="88899"/>
                </a:lnTo>
                <a:lnTo>
                  <a:pt x="101193" y="88899"/>
                </a:lnTo>
                <a:lnTo>
                  <a:pt x="93154" y="101599"/>
                </a:lnTo>
                <a:lnTo>
                  <a:pt x="93713" y="101599"/>
                </a:lnTo>
                <a:lnTo>
                  <a:pt x="86067" y="114299"/>
                </a:lnTo>
                <a:close/>
              </a:path>
              <a:path w="10661650" h="5600700">
                <a:moveTo>
                  <a:pt x="10616907" y="114299"/>
                </a:moveTo>
                <a:lnTo>
                  <a:pt x="10575251" y="114299"/>
                </a:lnTo>
                <a:lnTo>
                  <a:pt x="10567606" y="101599"/>
                </a:lnTo>
                <a:lnTo>
                  <a:pt x="10568165" y="101599"/>
                </a:lnTo>
                <a:lnTo>
                  <a:pt x="10560126" y="88899"/>
                </a:lnTo>
                <a:lnTo>
                  <a:pt x="10552887" y="88899"/>
                </a:lnTo>
                <a:lnTo>
                  <a:pt x="10544073" y="76199"/>
                </a:lnTo>
                <a:lnTo>
                  <a:pt x="10593730" y="76199"/>
                </a:lnTo>
                <a:lnTo>
                  <a:pt x="10601921" y="88899"/>
                </a:lnTo>
                <a:lnTo>
                  <a:pt x="10609656" y="101599"/>
                </a:lnTo>
                <a:lnTo>
                  <a:pt x="10616907" y="114299"/>
                </a:lnTo>
                <a:close/>
              </a:path>
              <a:path w="10661650" h="5600700">
                <a:moveTo>
                  <a:pt x="48374" y="177799"/>
                </a:moveTo>
                <a:lnTo>
                  <a:pt x="11658" y="177799"/>
                </a:lnTo>
                <a:lnTo>
                  <a:pt x="15722" y="165099"/>
                </a:lnTo>
                <a:lnTo>
                  <a:pt x="20383" y="152399"/>
                </a:lnTo>
                <a:lnTo>
                  <a:pt x="25603" y="139699"/>
                </a:lnTo>
                <a:lnTo>
                  <a:pt x="31356" y="126999"/>
                </a:lnTo>
                <a:lnTo>
                  <a:pt x="37630" y="114299"/>
                </a:lnTo>
                <a:lnTo>
                  <a:pt x="79882" y="114299"/>
                </a:lnTo>
                <a:lnTo>
                  <a:pt x="73113" y="126999"/>
                </a:lnTo>
                <a:lnTo>
                  <a:pt x="73583" y="126999"/>
                </a:lnTo>
                <a:lnTo>
                  <a:pt x="67259" y="139699"/>
                </a:lnTo>
                <a:lnTo>
                  <a:pt x="67703" y="139699"/>
                </a:lnTo>
                <a:lnTo>
                  <a:pt x="61848" y="152399"/>
                </a:lnTo>
                <a:lnTo>
                  <a:pt x="57251" y="152399"/>
                </a:lnTo>
                <a:lnTo>
                  <a:pt x="52387" y="165099"/>
                </a:lnTo>
                <a:lnTo>
                  <a:pt x="52717" y="165099"/>
                </a:lnTo>
                <a:lnTo>
                  <a:pt x="48374" y="177799"/>
                </a:lnTo>
                <a:close/>
              </a:path>
              <a:path w="10661650" h="5600700">
                <a:moveTo>
                  <a:pt x="10649661" y="177799"/>
                </a:moveTo>
                <a:lnTo>
                  <a:pt x="10612945" y="177799"/>
                </a:lnTo>
                <a:lnTo>
                  <a:pt x="10608602" y="165099"/>
                </a:lnTo>
                <a:lnTo>
                  <a:pt x="10608932" y="165099"/>
                </a:lnTo>
                <a:lnTo>
                  <a:pt x="10604068" y="152399"/>
                </a:lnTo>
                <a:lnTo>
                  <a:pt x="10599470" y="152399"/>
                </a:lnTo>
                <a:lnTo>
                  <a:pt x="10593616" y="139699"/>
                </a:lnTo>
                <a:lnTo>
                  <a:pt x="10594060" y="139699"/>
                </a:lnTo>
                <a:lnTo>
                  <a:pt x="10587736" y="126999"/>
                </a:lnTo>
                <a:lnTo>
                  <a:pt x="10588205" y="126999"/>
                </a:lnTo>
                <a:lnTo>
                  <a:pt x="10581436" y="114299"/>
                </a:lnTo>
                <a:lnTo>
                  <a:pt x="10623689" y="114299"/>
                </a:lnTo>
                <a:lnTo>
                  <a:pt x="10629963" y="126999"/>
                </a:lnTo>
                <a:lnTo>
                  <a:pt x="10635716" y="139699"/>
                </a:lnTo>
                <a:lnTo>
                  <a:pt x="10640936" y="152399"/>
                </a:lnTo>
                <a:lnTo>
                  <a:pt x="10645597" y="165099"/>
                </a:lnTo>
                <a:lnTo>
                  <a:pt x="10649661" y="177799"/>
                </a:lnTo>
                <a:close/>
              </a:path>
              <a:path w="10661650" h="5600700">
                <a:moveTo>
                  <a:pt x="44843" y="190499"/>
                </a:moveTo>
                <a:lnTo>
                  <a:pt x="8115" y="190499"/>
                </a:lnTo>
                <a:lnTo>
                  <a:pt x="9791" y="177799"/>
                </a:lnTo>
                <a:lnTo>
                  <a:pt x="48666" y="177799"/>
                </a:lnTo>
                <a:lnTo>
                  <a:pt x="44843" y="190499"/>
                </a:lnTo>
                <a:close/>
              </a:path>
              <a:path w="10661650" h="5600700">
                <a:moveTo>
                  <a:pt x="10653204" y="190499"/>
                </a:moveTo>
                <a:lnTo>
                  <a:pt x="10616476" y="190499"/>
                </a:lnTo>
                <a:lnTo>
                  <a:pt x="10612653" y="177799"/>
                </a:lnTo>
                <a:lnTo>
                  <a:pt x="10651528" y="177799"/>
                </a:lnTo>
                <a:lnTo>
                  <a:pt x="10653204" y="190499"/>
                </a:lnTo>
                <a:close/>
              </a:path>
              <a:path w="10661650" h="5600700">
                <a:moveTo>
                  <a:pt x="41884" y="203199"/>
                </a:moveTo>
                <a:lnTo>
                  <a:pt x="5207" y="203199"/>
                </a:lnTo>
                <a:lnTo>
                  <a:pt x="6578" y="190499"/>
                </a:lnTo>
                <a:lnTo>
                  <a:pt x="43446" y="190499"/>
                </a:lnTo>
                <a:lnTo>
                  <a:pt x="41884" y="203199"/>
                </a:lnTo>
                <a:close/>
              </a:path>
              <a:path w="10661650" h="5600700">
                <a:moveTo>
                  <a:pt x="10656112" y="203199"/>
                </a:moveTo>
                <a:lnTo>
                  <a:pt x="10619435" y="203199"/>
                </a:lnTo>
                <a:lnTo>
                  <a:pt x="10617873" y="190499"/>
                </a:lnTo>
                <a:lnTo>
                  <a:pt x="10654741" y="190499"/>
                </a:lnTo>
                <a:lnTo>
                  <a:pt x="10656112" y="203199"/>
                </a:lnTo>
                <a:close/>
              </a:path>
              <a:path w="10661650" h="5600700">
                <a:moveTo>
                  <a:pt x="38328" y="215899"/>
                </a:moveTo>
                <a:lnTo>
                  <a:pt x="2908" y="215899"/>
                </a:lnTo>
                <a:lnTo>
                  <a:pt x="3975" y="203199"/>
                </a:lnTo>
                <a:lnTo>
                  <a:pt x="39458" y="203199"/>
                </a:lnTo>
                <a:lnTo>
                  <a:pt x="38328" y="215899"/>
                </a:lnTo>
                <a:close/>
              </a:path>
              <a:path w="10661650" h="5600700">
                <a:moveTo>
                  <a:pt x="10658411" y="215899"/>
                </a:moveTo>
                <a:lnTo>
                  <a:pt x="10622991" y="215899"/>
                </a:lnTo>
                <a:lnTo>
                  <a:pt x="10621860" y="203199"/>
                </a:lnTo>
                <a:lnTo>
                  <a:pt x="10657344" y="203199"/>
                </a:lnTo>
                <a:lnTo>
                  <a:pt x="10658411" y="215899"/>
                </a:lnTo>
                <a:close/>
              </a:path>
              <a:path w="10661650" h="5600700">
                <a:moveTo>
                  <a:pt x="36626" y="228599"/>
                </a:moveTo>
                <a:lnTo>
                  <a:pt x="1257" y="228599"/>
                </a:lnTo>
                <a:lnTo>
                  <a:pt x="2006" y="215899"/>
                </a:lnTo>
                <a:lnTo>
                  <a:pt x="37465" y="215899"/>
                </a:lnTo>
                <a:lnTo>
                  <a:pt x="36626" y="228599"/>
                </a:lnTo>
                <a:close/>
              </a:path>
              <a:path w="10661650" h="5600700">
                <a:moveTo>
                  <a:pt x="10660062" y="228599"/>
                </a:moveTo>
                <a:lnTo>
                  <a:pt x="10624692" y="228599"/>
                </a:lnTo>
                <a:lnTo>
                  <a:pt x="10623854" y="215899"/>
                </a:lnTo>
                <a:lnTo>
                  <a:pt x="10659313" y="215899"/>
                </a:lnTo>
                <a:lnTo>
                  <a:pt x="10660062" y="228599"/>
                </a:lnTo>
                <a:close/>
              </a:path>
              <a:path w="10661650" h="5600700">
                <a:moveTo>
                  <a:pt x="35483" y="241299"/>
                </a:moveTo>
                <a:lnTo>
                  <a:pt x="254" y="241299"/>
                </a:lnTo>
                <a:lnTo>
                  <a:pt x="673" y="228599"/>
                </a:lnTo>
                <a:lnTo>
                  <a:pt x="36029" y="228599"/>
                </a:lnTo>
                <a:lnTo>
                  <a:pt x="35483" y="241299"/>
                </a:lnTo>
                <a:close/>
              </a:path>
              <a:path w="10661650" h="5600700">
                <a:moveTo>
                  <a:pt x="10661065" y="241299"/>
                </a:moveTo>
                <a:lnTo>
                  <a:pt x="10625836" y="241299"/>
                </a:lnTo>
                <a:lnTo>
                  <a:pt x="10625289" y="228599"/>
                </a:lnTo>
                <a:lnTo>
                  <a:pt x="10660646" y="228599"/>
                </a:lnTo>
                <a:lnTo>
                  <a:pt x="10661065" y="241299"/>
                </a:lnTo>
                <a:close/>
              </a:path>
              <a:path w="10661650" h="5600700">
                <a:moveTo>
                  <a:pt x="34912" y="5346700"/>
                </a:moveTo>
                <a:lnTo>
                  <a:pt x="0" y="5346700"/>
                </a:lnTo>
                <a:lnTo>
                  <a:pt x="0" y="241299"/>
                </a:lnTo>
                <a:lnTo>
                  <a:pt x="35140" y="241299"/>
                </a:lnTo>
                <a:lnTo>
                  <a:pt x="34899" y="253999"/>
                </a:lnTo>
                <a:lnTo>
                  <a:pt x="34912" y="5346700"/>
                </a:lnTo>
                <a:close/>
              </a:path>
              <a:path w="10661650" h="5600700">
                <a:moveTo>
                  <a:pt x="10661319" y="5346700"/>
                </a:moveTo>
                <a:lnTo>
                  <a:pt x="10626407" y="5346700"/>
                </a:lnTo>
                <a:lnTo>
                  <a:pt x="10626483" y="254000"/>
                </a:lnTo>
                <a:lnTo>
                  <a:pt x="10626178" y="241299"/>
                </a:lnTo>
                <a:lnTo>
                  <a:pt x="10661319" y="241299"/>
                </a:lnTo>
                <a:lnTo>
                  <a:pt x="10661319" y="5346700"/>
                </a:lnTo>
                <a:close/>
              </a:path>
              <a:path w="10661650" h="5600700">
                <a:moveTo>
                  <a:pt x="36677" y="5372100"/>
                </a:moveTo>
                <a:lnTo>
                  <a:pt x="1257" y="5372100"/>
                </a:lnTo>
                <a:lnTo>
                  <a:pt x="673" y="5359400"/>
                </a:lnTo>
                <a:lnTo>
                  <a:pt x="254" y="5346700"/>
                </a:lnTo>
                <a:lnTo>
                  <a:pt x="35115" y="5346700"/>
                </a:lnTo>
                <a:lnTo>
                  <a:pt x="35509" y="5359400"/>
                </a:lnTo>
                <a:lnTo>
                  <a:pt x="35979" y="5359400"/>
                </a:lnTo>
                <a:lnTo>
                  <a:pt x="36677" y="5372100"/>
                </a:lnTo>
                <a:close/>
              </a:path>
              <a:path w="10661650" h="5600700">
                <a:moveTo>
                  <a:pt x="10660062" y="5372100"/>
                </a:moveTo>
                <a:lnTo>
                  <a:pt x="10624642" y="5372100"/>
                </a:lnTo>
                <a:lnTo>
                  <a:pt x="10625340" y="5359400"/>
                </a:lnTo>
                <a:lnTo>
                  <a:pt x="10625810" y="5359400"/>
                </a:lnTo>
                <a:lnTo>
                  <a:pt x="10626204" y="5346700"/>
                </a:lnTo>
                <a:lnTo>
                  <a:pt x="10661065" y="5346700"/>
                </a:lnTo>
                <a:lnTo>
                  <a:pt x="10660646" y="5359400"/>
                </a:lnTo>
                <a:lnTo>
                  <a:pt x="10660062" y="5372100"/>
                </a:lnTo>
                <a:close/>
              </a:path>
              <a:path w="10661650" h="5600700">
                <a:moveTo>
                  <a:pt x="38404" y="5384800"/>
                </a:moveTo>
                <a:lnTo>
                  <a:pt x="2908" y="5384800"/>
                </a:lnTo>
                <a:lnTo>
                  <a:pt x="2006" y="5372100"/>
                </a:lnTo>
                <a:lnTo>
                  <a:pt x="37401" y="5372100"/>
                </a:lnTo>
                <a:lnTo>
                  <a:pt x="38404" y="5384800"/>
                </a:lnTo>
                <a:close/>
              </a:path>
              <a:path w="10661650" h="5600700">
                <a:moveTo>
                  <a:pt x="10658411" y="5384800"/>
                </a:moveTo>
                <a:lnTo>
                  <a:pt x="10622915" y="5384800"/>
                </a:lnTo>
                <a:lnTo>
                  <a:pt x="10623918" y="5372100"/>
                </a:lnTo>
                <a:lnTo>
                  <a:pt x="10659313" y="5372100"/>
                </a:lnTo>
                <a:lnTo>
                  <a:pt x="10658411" y="5384800"/>
                </a:lnTo>
                <a:close/>
              </a:path>
              <a:path w="10661650" h="5600700">
                <a:moveTo>
                  <a:pt x="41986" y="5397500"/>
                </a:moveTo>
                <a:lnTo>
                  <a:pt x="5207" y="5397500"/>
                </a:lnTo>
                <a:lnTo>
                  <a:pt x="3975" y="5384800"/>
                </a:lnTo>
                <a:lnTo>
                  <a:pt x="40563" y="5384800"/>
                </a:lnTo>
                <a:lnTo>
                  <a:pt x="41986" y="5397500"/>
                </a:lnTo>
                <a:close/>
              </a:path>
              <a:path w="10661650" h="5600700">
                <a:moveTo>
                  <a:pt x="10656112" y="5397500"/>
                </a:moveTo>
                <a:lnTo>
                  <a:pt x="10619333" y="5397500"/>
                </a:lnTo>
                <a:lnTo>
                  <a:pt x="10620756" y="5384800"/>
                </a:lnTo>
                <a:lnTo>
                  <a:pt x="10657344" y="5384800"/>
                </a:lnTo>
                <a:lnTo>
                  <a:pt x="10656112" y="5397500"/>
                </a:lnTo>
                <a:close/>
              </a:path>
              <a:path w="10661650" h="5600700">
                <a:moveTo>
                  <a:pt x="45034" y="5410200"/>
                </a:moveTo>
                <a:lnTo>
                  <a:pt x="8115" y="5410200"/>
                </a:lnTo>
                <a:lnTo>
                  <a:pt x="6578" y="5397500"/>
                </a:lnTo>
                <a:lnTo>
                  <a:pt x="43332" y="5397500"/>
                </a:lnTo>
                <a:lnTo>
                  <a:pt x="45034" y="5410200"/>
                </a:lnTo>
                <a:close/>
              </a:path>
              <a:path w="10661650" h="5600700">
                <a:moveTo>
                  <a:pt x="10653204" y="5410200"/>
                </a:moveTo>
                <a:lnTo>
                  <a:pt x="10616285" y="5410200"/>
                </a:lnTo>
                <a:lnTo>
                  <a:pt x="10617987" y="5397500"/>
                </a:lnTo>
                <a:lnTo>
                  <a:pt x="10654741" y="5397500"/>
                </a:lnTo>
                <a:lnTo>
                  <a:pt x="10653204" y="5410200"/>
                </a:lnTo>
                <a:close/>
              </a:path>
              <a:path w="10661650" h="5600700">
                <a:moveTo>
                  <a:pt x="48666" y="5422900"/>
                </a:moveTo>
                <a:lnTo>
                  <a:pt x="11658" y="5422900"/>
                </a:lnTo>
                <a:lnTo>
                  <a:pt x="9791" y="5410200"/>
                </a:lnTo>
                <a:lnTo>
                  <a:pt x="44843" y="5410200"/>
                </a:lnTo>
                <a:lnTo>
                  <a:pt x="48666" y="5422900"/>
                </a:lnTo>
                <a:close/>
              </a:path>
              <a:path w="10661650" h="5600700">
                <a:moveTo>
                  <a:pt x="10649661" y="5422900"/>
                </a:moveTo>
                <a:lnTo>
                  <a:pt x="10612653" y="5422900"/>
                </a:lnTo>
                <a:lnTo>
                  <a:pt x="10616476" y="5410200"/>
                </a:lnTo>
                <a:lnTo>
                  <a:pt x="10651528" y="5410200"/>
                </a:lnTo>
                <a:lnTo>
                  <a:pt x="10649661" y="5422900"/>
                </a:lnTo>
                <a:close/>
              </a:path>
              <a:path w="10661650" h="5600700">
                <a:moveTo>
                  <a:pt x="101193" y="5499100"/>
                </a:moveTo>
                <a:lnTo>
                  <a:pt x="51663" y="5499100"/>
                </a:lnTo>
                <a:lnTo>
                  <a:pt x="44411" y="5486400"/>
                </a:lnTo>
                <a:lnTo>
                  <a:pt x="25603" y="5448300"/>
                </a:lnTo>
                <a:lnTo>
                  <a:pt x="15722" y="5422900"/>
                </a:lnTo>
                <a:lnTo>
                  <a:pt x="52387" y="5422900"/>
                </a:lnTo>
                <a:lnTo>
                  <a:pt x="57251" y="5435600"/>
                </a:lnTo>
                <a:lnTo>
                  <a:pt x="56883" y="5435600"/>
                </a:lnTo>
                <a:lnTo>
                  <a:pt x="62255" y="5448300"/>
                </a:lnTo>
                <a:lnTo>
                  <a:pt x="61848" y="5448300"/>
                </a:lnTo>
                <a:lnTo>
                  <a:pt x="67703" y="5461000"/>
                </a:lnTo>
                <a:lnTo>
                  <a:pt x="73113" y="5461000"/>
                </a:lnTo>
                <a:lnTo>
                  <a:pt x="79882" y="5473700"/>
                </a:lnTo>
                <a:lnTo>
                  <a:pt x="79387" y="5473700"/>
                </a:lnTo>
                <a:lnTo>
                  <a:pt x="86601" y="5486400"/>
                </a:lnTo>
                <a:lnTo>
                  <a:pt x="93154" y="5486400"/>
                </a:lnTo>
                <a:lnTo>
                  <a:pt x="101193" y="5499100"/>
                </a:lnTo>
                <a:close/>
              </a:path>
              <a:path w="10661650" h="5600700">
                <a:moveTo>
                  <a:pt x="10609656" y="5499100"/>
                </a:moveTo>
                <a:lnTo>
                  <a:pt x="10560126" y="5499100"/>
                </a:lnTo>
                <a:lnTo>
                  <a:pt x="10568165" y="5486400"/>
                </a:lnTo>
                <a:lnTo>
                  <a:pt x="10574718" y="5486400"/>
                </a:lnTo>
                <a:lnTo>
                  <a:pt x="10581932" y="5473700"/>
                </a:lnTo>
                <a:lnTo>
                  <a:pt x="10581436" y="5473700"/>
                </a:lnTo>
                <a:lnTo>
                  <a:pt x="10588205" y="5461000"/>
                </a:lnTo>
                <a:lnTo>
                  <a:pt x="10593616" y="5461000"/>
                </a:lnTo>
                <a:lnTo>
                  <a:pt x="10599470" y="5448300"/>
                </a:lnTo>
                <a:lnTo>
                  <a:pt x="10599064" y="5448300"/>
                </a:lnTo>
                <a:lnTo>
                  <a:pt x="10604436" y="5435600"/>
                </a:lnTo>
                <a:lnTo>
                  <a:pt x="10604068" y="5435600"/>
                </a:lnTo>
                <a:lnTo>
                  <a:pt x="10608932" y="5422900"/>
                </a:lnTo>
                <a:lnTo>
                  <a:pt x="10645597" y="5422900"/>
                </a:lnTo>
                <a:lnTo>
                  <a:pt x="10629963" y="5461000"/>
                </a:lnTo>
                <a:lnTo>
                  <a:pt x="10616907" y="5486400"/>
                </a:lnTo>
                <a:lnTo>
                  <a:pt x="10609656" y="5499100"/>
                </a:lnTo>
                <a:close/>
              </a:path>
              <a:path w="10661650" h="5600700">
                <a:moveTo>
                  <a:pt x="143814" y="5537200"/>
                </a:moveTo>
                <a:lnTo>
                  <a:pt x="85255" y="5537200"/>
                </a:lnTo>
                <a:lnTo>
                  <a:pt x="76212" y="5524500"/>
                </a:lnTo>
                <a:lnTo>
                  <a:pt x="67589" y="5511800"/>
                </a:lnTo>
                <a:lnTo>
                  <a:pt x="59397" y="5499100"/>
                </a:lnTo>
                <a:lnTo>
                  <a:pt x="100609" y="5499100"/>
                </a:lnTo>
                <a:lnTo>
                  <a:pt x="109042" y="5511800"/>
                </a:lnTo>
                <a:lnTo>
                  <a:pt x="116611" y="5511800"/>
                </a:lnTo>
                <a:lnTo>
                  <a:pt x="125780" y="5524500"/>
                </a:lnTo>
                <a:lnTo>
                  <a:pt x="133946" y="5524500"/>
                </a:lnTo>
                <a:lnTo>
                  <a:pt x="143814" y="5537200"/>
                </a:lnTo>
                <a:close/>
              </a:path>
              <a:path w="10661650" h="5600700">
                <a:moveTo>
                  <a:pt x="10576064" y="5537200"/>
                </a:moveTo>
                <a:lnTo>
                  <a:pt x="10517505" y="5537200"/>
                </a:lnTo>
                <a:lnTo>
                  <a:pt x="10527372" y="5524500"/>
                </a:lnTo>
                <a:lnTo>
                  <a:pt x="10535539" y="5524500"/>
                </a:lnTo>
                <a:lnTo>
                  <a:pt x="10544708" y="5511800"/>
                </a:lnTo>
                <a:lnTo>
                  <a:pt x="10552277" y="5511800"/>
                </a:lnTo>
                <a:lnTo>
                  <a:pt x="10560710" y="5499100"/>
                </a:lnTo>
                <a:lnTo>
                  <a:pt x="10601921" y="5499100"/>
                </a:lnTo>
                <a:lnTo>
                  <a:pt x="10593730" y="5511800"/>
                </a:lnTo>
                <a:lnTo>
                  <a:pt x="10585119" y="5524500"/>
                </a:lnTo>
                <a:lnTo>
                  <a:pt x="10576064" y="5537200"/>
                </a:lnTo>
                <a:close/>
              </a:path>
              <a:path w="10661650" h="5600700">
                <a:moveTo>
                  <a:pt x="172999" y="5549900"/>
                </a:moveTo>
                <a:lnTo>
                  <a:pt x="104533" y="5549900"/>
                </a:lnTo>
                <a:lnTo>
                  <a:pt x="94703" y="5537200"/>
                </a:lnTo>
                <a:lnTo>
                  <a:pt x="162229" y="5537200"/>
                </a:lnTo>
                <a:lnTo>
                  <a:pt x="172999" y="5549900"/>
                </a:lnTo>
                <a:close/>
              </a:path>
              <a:path w="10661650" h="5600700">
                <a:moveTo>
                  <a:pt x="10556786" y="5549900"/>
                </a:moveTo>
                <a:lnTo>
                  <a:pt x="10488320" y="5549900"/>
                </a:lnTo>
                <a:lnTo>
                  <a:pt x="10499090" y="5537200"/>
                </a:lnTo>
                <a:lnTo>
                  <a:pt x="10566615" y="5537200"/>
                </a:lnTo>
                <a:lnTo>
                  <a:pt x="10556786" y="5549900"/>
                </a:lnTo>
                <a:close/>
              </a:path>
              <a:path w="10661650" h="5600700">
                <a:moveTo>
                  <a:pt x="198856" y="5562600"/>
                </a:moveTo>
                <a:lnTo>
                  <a:pt x="125310" y="5562600"/>
                </a:lnTo>
                <a:lnTo>
                  <a:pt x="114744" y="5549900"/>
                </a:lnTo>
                <a:lnTo>
                  <a:pt x="193116" y="5549900"/>
                </a:lnTo>
                <a:lnTo>
                  <a:pt x="198856" y="5562600"/>
                </a:lnTo>
                <a:close/>
              </a:path>
              <a:path w="10661650" h="5600700">
                <a:moveTo>
                  <a:pt x="10536008" y="5562600"/>
                </a:moveTo>
                <a:lnTo>
                  <a:pt x="10462463" y="5562600"/>
                </a:lnTo>
                <a:lnTo>
                  <a:pt x="10468203" y="5549900"/>
                </a:lnTo>
                <a:lnTo>
                  <a:pt x="10546575" y="5549900"/>
                </a:lnTo>
                <a:lnTo>
                  <a:pt x="10536008" y="5562600"/>
                </a:lnTo>
                <a:close/>
              </a:path>
              <a:path w="10661650" h="5600700">
                <a:moveTo>
                  <a:pt x="10513860" y="5575300"/>
                </a:moveTo>
                <a:lnTo>
                  <a:pt x="147459" y="5575300"/>
                </a:lnTo>
                <a:lnTo>
                  <a:pt x="136220" y="5562600"/>
                </a:lnTo>
                <a:lnTo>
                  <a:pt x="10525099" y="5562600"/>
                </a:lnTo>
                <a:lnTo>
                  <a:pt x="10513860" y="5575300"/>
                </a:lnTo>
                <a:close/>
              </a:path>
              <a:path w="10661650" h="5600700">
                <a:moveTo>
                  <a:pt x="10490479" y="5588000"/>
                </a:moveTo>
                <a:lnTo>
                  <a:pt x="170840" y="5588000"/>
                </a:lnTo>
                <a:lnTo>
                  <a:pt x="159004" y="5575300"/>
                </a:lnTo>
                <a:lnTo>
                  <a:pt x="10502315" y="5575300"/>
                </a:lnTo>
                <a:lnTo>
                  <a:pt x="10490479" y="5588000"/>
                </a:lnTo>
                <a:close/>
              </a:path>
              <a:path w="10661650" h="5600700">
                <a:moveTo>
                  <a:pt x="10453395" y="5600700"/>
                </a:moveTo>
                <a:lnTo>
                  <a:pt x="207924" y="5600700"/>
                </a:lnTo>
                <a:lnTo>
                  <a:pt x="201587" y="5588000"/>
                </a:lnTo>
                <a:lnTo>
                  <a:pt x="10459732" y="5588000"/>
                </a:lnTo>
                <a:lnTo>
                  <a:pt x="10453395" y="5600700"/>
                </a:lnTo>
                <a:close/>
              </a:path>
            </a:pathLst>
          </a:custGeom>
          <a:solidFill>
            <a:srgbClr val="36A9E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67544" y="572043"/>
            <a:ext cx="7056784" cy="857250"/>
          </a:xfrm>
        </p:spPr>
        <p:txBody>
          <a:bodyPr/>
          <a:lstStyle/>
          <a:p>
            <a:r>
              <a:rPr lang="zh-CN" altLang="en-US" dirty="0">
                <a:solidFill>
                  <a:srgbClr val="00B0F0"/>
                </a:solidFill>
              </a:rPr>
              <a:t>课后作业</a:t>
            </a:r>
            <a:endParaRPr lang="zh-CN" altLang="en-US" dirty="0">
              <a:solidFill>
                <a:srgbClr val="00B0F0"/>
              </a:solidFill>
            </a:endParaRPr>
          </a:p>
        </p:txBody>
      </p:sp>
      <p:sp>
        <p:nvSpPr>
          <p:cNvPr id="6" name="内容占位符 2"/>
          <p:cNvSpPr txBox="1"/>
          <p:nvPr/>
        </p:nvSpPr>
        <p:spPr>
          <a:xfrm>
            <a:off x="1187624" y="1275606"/>
            <a:ext cx="2952328" cy="338437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b="1" kern="1200">
                <a:solidFill>
                  <a:schemeClr val="tx1"/>
                </a:solidFill>
                <a:latin typeface="仿宋" panose="02010609060101010101" pitchFamily="49" charset="-122"/>
                <a:ea typeface="仿宋" panose="02010609060101010101" pitchFamily="49" charset="-122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b="1" kern="1200">
                <a:solidFill>
                  <a:schemeClr val="tx1"/>
                </a:solidFill>
                <a:latin typeface="仿宋" panose="02010609060101010101" pitchFamily="49" charset="-122"/>
                <a:ea typeface="仿宋" panose="02010609060101010101" pitchFamily="49" charset="-122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800" b="1" kern="1200">
                <a:solidFill>
                  <a:schemeClr val="tx1"/>
                </a:solidFill>
                <a:latin typeface="仿宋" panose="02010609060101010101" pitchFamily="49" charset="-122"/>
                <a:ea typeface="仿宋" panose="02010609060101010101" pitchFamily="49" charset="-122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1600" b="1" kern="1200">
                <a:solidFill>
                  <a:schemeClr val="tx1"/>
                </a:solidFill>
                <a:latin typeface="仿宋" panose="02010609060101010101" pitchFamily="49" charset="-122"/>
                <a:ea typeface="仿宋" panose="02010609060101010101" pitchFamily="49" charset="-122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1600" b="1" kern="1200">
                <a:solidFill>
                  <a:schemeClr val="tx1"/>
                </a:solidFill>
                <a:latin typeface="仿宋" panose="02010609060101010101" pitchFamily="49" charset="-122"/>
                <a:ea typeface="仿宋" panose="02010609060101010101" pitchFamily="49" charset="-122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60000"/>
              </a:lnSpc>
              <a:buFont typeface="Arial" panose="020B0604020202020204" pitchFamily="34" charset="0"/>
              <a:buNone/>
            </a:pPr>
            <a:r>
              <a:rPr lang="en-US" altLang="zh-CN" sz="1800" dirty="0"/>
              <a:t>3</a:t>
            </a:r>
            <a:r>
              <a:rPr lang="zh-CN" altLang="en-US" sz="1800" dirty="0"/>
              <a:t>、完善程序。</a:t>
            </a:r>
            <a:endParaRPr lang="en-US" altLang="zh-CN" sz="1600" dirty="0"/>
          </a:p>
          <a:p>
            <a:pPr marL="0" indent="0">
              <a:lnSpc>
                <a:spcPct val="160000"/>
              </a:lnSpc>
              <a:buFont typeface="Arial" panose="020B0604020202020204" pitchFamily="34" charset="0"/>
              <a:buNone/>
            </a:pPr>
            <a:r>
              <a:rPr lang="zh-CN" altLang="en-US" sz="1600" dirty="0"/>
              <a:t>一个三位数，百位上的数比十位上的数大</a:t>
            </a:r>
            <a:r>
              <a:rPr lang="en-US" altLang="zh-CN" sz="1600" dirty="0"/>
              <a:t>1</a:t>
            </a:r>
            <a:r>
              <a:rPr lang="zh-CN" altLang="en-US" sz="1600" dirty="0"/>
              <a:t>，个位上的数是百位上的数的</a:t>
            </a:r>
            <a:r>
              <a:rPr lang="en-US" altLang="zh-CN" sz="1600" dirty="0"/>
              <a:t>2</a:t>
            </a:r>
            <a:r>
              <a:rPr lang="zh-CN" altLang="en-US" sz="1600" dirty="0"/>
              <a:t>倍，若十位上的数为</a:t>
            </a:r>
            <a:r>
              <a:rPr lang="en-US" altLang="zh-CN" sz="1600" dirty="0"/>
              <a:t>3</a:t>
            </a:r>
            <a:r>
              <a:rPr lang="zh-CN" altLang="en-US" sz="1600" dirty="0"/>
              <a:t>，这个三位数是多少？</a:t>
            </a:r>
            <a:endParaRPr lang="en-US" altLang="zh-CN" sz="1800" dirty="0"/>
          </a:p>
        </p:txBody>
      </p:sp>
      <p:sp>
        <p:nvSpPr>
          <p:cNvPr id="7" name="矩形 6"/>
          <p:cNvSpPr/>
          <p:nvPr/>
        </p:nvSpPr>
        <p:spPr>
          <a:xfrm>
            <a:off x="5652120" y="987574"/>
            <a:ext cx="2952328" cy="3046988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altLang="zh-CN" sz="1600" dirty="0"/>
              <a:t>#include &lt;</a:t>
            </a:r>
            <a:r>
              <a:rPr lang="en-US" altLang="zh-CN" sz="1600" dirty="0" err="1"/>
              <a:t>iostream</a:t>
            </a:r>
            <a:r>
              <a:rPr lang="en-US" altLang="zh-CN" sz="1600" dirty="0"/>
              <a:t>&gt;</a:t>
            </a:r>
            <a:endParaRPr lang="en-US" altLang="zh-CN" sz="1600" dirty="0"/>
          </a:p>
          <a:p>
            <a:r>
              <a:rPr lang="en-US" altLang="zh-CN" sz="1600" dirty="0"/>
              <a:t>using namespace </a:t>
            </a:r>
            <a:r>
              <a:rPr lang="en-US" altLang="zh-CN" sz="1600" dirty="0" err="1"/>
              <a:t>std</a:t>
            </a:r>
            <a:r>
              <a:rPr lang="en-US" altLang="zh-CN" sz="1600" dirty="0"/>
              <a:t>;</a:t>
            </a:r>
            <a:endParaRPr lang="en-US" altLang="zh-CN" sz="1600" dirty="0"/>
          </a:p>
          <a:p>
            <a:r>
              <a:rPr lang="en-US" altLang="zh-CN" sz="1600" dirty="0" err="1"/>
              <a:t>int</a:t>
            </a:r>
            <a:r>
              <a:rPr lang="en-US" altLang="zh-CN" sz="1600" dirty="0"/>
              <a:t> main()</a:t>
            </a:r>
            <a:endParaRPr lang="en-US" altLang="zh-CN" sz="1600" dirty="0"/>
          </a:p>
          <a:p>
            <a:r>
              <a:rPr lang="en-US" altLang="zh-CN" sz="1600" dirty="0"/>
              <a:t>{</a:t>
            </a:r>
            <a:endParaRPr lang="en-US" altLang="zh-CN" sz="1600" dirty="0"/>
          </a:p>
          <a:p>
            <a:r>
              <a:rPr lang="en-US" altLang="zh-CN" sz="1600" dirty="0"/>
              <a:t>      </a:t>
            </a:r>
            <a:r>
              <a:rPr lang="en-US" altLang="zh-CN" sz="1600" dirty="0" err="1"/>
              <a:t>int</a:t>
            </a:r>
            <a:r>
              <a:rPr lang="en-US" altLang="zh-CN" sz="1600" dirty="0"/>
              <a:t>  </a:t>
            </a:r>
            <a:r>
              <a:rPr lang="en-US" altLang="zh-CN" sz="1600" dirty="0" err="1"/>
              <a:t>ge,shi,bai,shu</a:t>
            </a:r>
            <a:r>
              <a:rPr lang="en-US" altLang="zh-CN" sz="1600" dirty="0"/>
              <a:t>;</a:t>
            </a:r>
            <a:endParaRPr lang="en-US" altLang="zh-CN" sz="1600" dirty="0"/>
          </a:p>
          <a:p>
            <a:r>
              <a:rPr lang="en-US" altLang="zh-CN" sz="1600" dirty="0"/>
              <a:t>      </a:t>
            </a:r>
            <a:r>
              <a:rPr lang="en-US" altLang="zh-CN" sz="1600" dirty="0" err="1"/>
              <a:t>shi</a:t>
            </a:r>
            <a:r>
              <a:rPr lang="en-US" altLang="zh-CN" sz="1600" dirty="0"/>
              <a:t>=3;</a:t>
            </a:r>
            <a:endParaRPr lang="en-US" altLang="zh-CN" sz="1600" dirty="0"/>
          </a:p>
          <a:p>
            <a:r>
              <a:rPr lang="en-US" altLang="zh-CN" sz="1600" dirty="0"/>
              <a:t>      _______________;</a:t>
            </a:r>
            <a:endParaRPr lang="en-US" altLang="zh-CN" sz="1600" dirty="0"/>
          </a:p>
          <a:p>
            <a:r>
              <a:rPr lang="en-US" altLang="zh-CN" sz="1600" dirty="0"/>
              <a:t>      </a:t>
            </a:r>
            <a:r>
              <a:rPr lang="en-US" altLang="zh-CN" sz="1600" dirty="0" err="1"/>
              <a:t>ge</a:t>
            </a:r>
            <a:r>
              <a:rPr lang="en-US" altLang="zh-CN" sz="1600" dirty="0"/>
              <a:t>=</a:t>
            </a:r>
            <a:r>
              <a:rPr lang="en-US" altLang="zh-CN" sz="1600" dirty="0" err="1"/>
              <a:t>bai</a:t>
            </a:r>
            <a:r>
              <a:rPr lang="en-US" altLang="zh-CN" sz="1600" dirty="0"/>
              <a:t>*2;</a:t>
            </a:r>
            <a:endParaRPr lang="en-US" altLang="zh-CN" sz="1600" dirty="0"/>
          </a:p>
          <a:p>
            <a:r>
              <a:rPr lang="en-US" altLang="zh-CN" sz="1600" dirty="0"/>
              <a:t>      _______________;</a:t>
            </a:r>
            <a:endParaRPr lang="en-US" altLang="zh-CN" sz="1600" dirty="0"/>
          </a:p>
          <a:p>
            <a:r>
              <a:rPr lang="en-US" altLang="zh-CN" sz="1600" dirty="0"/>
              <a:t>      </a:t>
            </a:r>
            <a:r>
              <a:rPr lang="en-US" altLang="zh-CN" sz="1600" dirty="0" err="1"/>
              <a:t>cout</a:t>
            </a:r>
            <a:r>
              <a:rPr lang="en-US" altLang="zh-CN" sz="1600" dirty="0"/>
              <a:t>&lt;&lt;"</a:t>
            </a:r>
            <a:r>
              <a:rPr lang="en-US" altLang="zh-CN" sz="1600" dirty="0" err="1"/>
              <a:t>shu</a:t>
            </a:r>
            <a:r>
              <a:rPr lang="en-US" altLang="zh-CN" sz="1600" dirty="0"/>
              <a:t>="&lt;&lt;</a:t>
            </a:r>
            <a:r>
              <a:rPr lang="en-US" altLang="zh-CN" sz="1600" dirty="0" err="1"/>
              <a:t>shu</a:t>
            </a:r>
            <a:r>
              <a:rPr lang="en-US" altLang="zh-CN" sz="1600" dirty="0"/>
              <a:t>&lt;&lt;</a:t>
            </a:r>
            <a:r>
              <a:rPr lang="en-US" altLang="zh-CN" sz="1600" dirty="0" err="1"/>
              <a:t>endl</a:t>
            </a:r>
            <a:r>
              <a:rPr lang="en-US" altLang="zh-CN" sz="1600" dirty="0"/>
              <a:t>;</a:t>
            </a:r>
            <a:endParaRPr lang="en-US" altLang="zh-CN" sz="1600" dirty="0"/>
          </a:p>
          <a:p>
            <a:r>
              <a:rPr lang="en-US" altLang="zh-CN" sz="1600" dirty="0"/>
              <a:t>      return 0;</a:t>
            </a:r>
            <a:endParaRPr lang="en-US" altLang="zh-CN" sz="1600" dirty="0"/>
          </a:p>
          <a:p>
            <a:r>
              <a:rPr lang="en-US" altLang="zh-CN" sz="1600" dirty="0"/>
              <a:t>}</a:t>
            </a:r>
            <a:endParaRPr lang="zh-CN" altLang="en-US" sz="1600" dirty="0"/>
          </a:p>
        </p:txBody>
      </p:sp>
      <p:sp>
        <p:nvSpPr>
          <p:cNvPr id="3" name="TextBox 2"/>
          <p:cNvSpPr txBox="1"/>
          <p:nvPr/>
        </p:nvSpPr>
        <p:spPr>
          <a:xfrm>
            <a:off x="1259632" y="4282574"/>
            <a:ext cx="5955476" cy="369332"/>
          </a:xfrm>
          <a:prstGeom prst="rect">
            <a:avLst/>
          </a:prstGeom>
          <a:ln>
            <a:solidFill>
              <a:srgbClr val="C0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zh-CN" altLang="en-US" b="1" dirty="0">
                <a:latin typeface="+mj-ea"/>
                <a:ea typeface="+mj-ea"/>
              </a:rPr>
              <a:t>注：所有程序作业，必须上机完成，不能只写在教材上！</a:t>
            </a:r>
            <a:endParaRPr lang="zh-CN" altLang="en-US" b="1" dirty="0">
              <a:latin typeface="+mj-ea"/>
              <a:ea typeface="+mj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6" grpId="0"/>
      <p:bldP spid="7" grpId="0" animBg="1"/>
      <p:bldP spid="3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bject 3"/>
          <p:cNvSpPr/>
          <p:nvPr/>
        </p:nvSpPr>
        <p:spPr>
          <a:xfrm>
            <a:off x="4067943" y="313756"/>
            <a:ext cx="4012253" cy="2458678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3" name="object 4"/>
          <p:cNvSpPr txBox="1">
            <a:spLocks noGrp="1"/>
          </p:cNvSpPr>
          <p:nvPr>
            <p:ph type="title"/>
          </p:nvPr>
        </p:nvSpPr>
        <p:spPr>
          <a:xfrm>
            <a:off x="4283968" y="915566"/>
            <a:ext cx="4012253" cy="11208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200" dirty="0" err="1">
                <a:solidFill>
                  <a:srgbClr val="00B0F0"/>
                </a:solidFill>
              </a:rPr>
              <a:t>下课</a:t>
            </a:r>
            <a:r>
              <a:rPr lang="zh-CN" altLang="en-US" sz="7200" dirty="0">
                <a:solidFill>
                  <a:srgbClr val="00B0F0"/>
                </a:solidFill>
              </a:rPr>
              <a:t>啦</a:t>
            </a:r>
            <a:r>
              <a:rPr sz="7200" dirty="0">
                <a:solidFill>
                  <a:srgbClr val="00B0F0"/>
                </a:solidFill>
              </a:rPr>
              <a:t>！</a:t>
            </a:r>
            <a:endParaRPr sz="7200" dirty="0">
              <a:solidFill>
                <a:srgbClr val="00B0F0"/>
              </a:solidFill>
            </a:endParaRPr>
          </a:p>
        </p:txBody>
      </p:sp>
      <p:pic>
        <p:nvPicPr>
          <p:cNvPr id="14" name="图片 1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8524" y="1744580"/>
            <a:ext cx="3697191" cy="340428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1280</Words>
  <Application>WPS 演示</Application>
  <PresentationFormat>全屏显示(16:9)</PresentationFormat>
  <Paragraphs>146</Paragraphs>
  <Slides>10</Slides>
  <Notes>1</Notes>
  <HiddenSlides>1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4" baseType="lpstr">
      <vt:lpstr>Arial</vt:lpstr>
      <vt:lpstr>宋体</vt:lpstr>
      <vt:lpstr>Wingdings</vt:lpstr>
      <vt:lpstr>黑体</vt:lpstr>
      <vt:lpstr>仿宋</vt:lpstr>
      <vt:lpstr>微软雅黑</vt:lpstr>
      <vt:lpstr>Calibri</vt:lpstr>
      <vt:lpstr>楷体</vt:lpstr>
      <vt:lpstr>Times New Roman</vt:lpstr>
      <vt:lpstr>隶书</vt:lpstr>
      <vt:lpstr>Consolas</vt:lpstr>
      <vt:lpstr>Arial Unicode MS</vt:lpstr>
      <vt:lpstr>等线</vt:lpstr>
      <vt:lpstr>Office 主题</vt:lpstr>
      <vt:lpstr>PowerPoint 演示文稿</vt:lpstr>
      <vt:lpstr>阿布拉卡达布拉——交换两个变量的值及注释</vt:lpstr>
      <vt:lpstr>PowerPoint 演示文稿</vt:lpstr>
      <vt:lpstr>PowerPoint 演示文稿</vt:lpstr>
      <vt:lpstr>PowerPoint 演示文稿</vt:lpstr>
      <vt:lpstr>PowerPoint 演示文稿</vt:lpstr>
      <vt:lpstr>编程小词典</vt:lpstr>
      <vt:lpstr>课后作业</vt:lpstr>
      <vt:lpstr>课后作业</vt:lpstr>
      <vt:lpstr>下课啦！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Administrator</dc:creator>
  <cp:lastModifiedBy>叮咚</cp:lastModifiedBy>
  <cp:revision>72</cp:revision>
  <dcterms:created xsi:type="dcterms:W3CDTF">2018-07-03T13:24:00Z</dcterms:created>
  <dcterms:modified xsi:type="dcterms:W3CDTF">2021-04-12T07:59:23Z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2052-11.1.0.10314</vt:lpwstr>
  </property>
</Properties>
</file>