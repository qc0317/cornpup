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69" r:id="rId3"/>
    <p:sldId id="281" r:id="rId4"/>
    <p:sldId id="282" r:id="rId5"/>
    <p:sldId id="283" r:id="rId6"/>
    <p:sldId id="284" r:id="rId7"/>
    <p:sldId id="275" r:id="rId8"/>
    <p:sldId id="267" r:id="rId9"/>
    <p:sldId id="280" r:id="rId10"/>
    <p:sldId id="287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1910"/>
            <a:ext cx="9218295" cy="51854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跳绳达人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(if-else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7861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0621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跳绳达人</a:t>
            </a:r>
            <a:r>
              <a:rPr lang="en-US" altLang="zh-CN" sz="2400" dirty="0">
                <a:solidFill>
                  <a:srgbClr val="00B0F0"/>
                </a:solidFill>
              </a:rPr>
              <a:t>——if-else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576" y="1214926"/>
            <a:ext cx="71551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实验小学每学期都会举行跳绳比赛，比赛规定一分钟跳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200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次及以上，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就能被评为“跳绳达人”。</a:t>
            </a:r>
          </a:p>
        </p:txBody>
      </p:sp>
      <p:sp>
        <p:nvSpPr>
          <p:cNvPr id="6" name="矩形: 圆角 4"/>
          <p:cNvSpPr>
            <a:spLocks noChangeArrowheads="1"/>
          </p:cNvSpPr>
          <p:nvPr/>
        </p:nvSpPr>
        <p:spPr bwMode="auto">
          <a:xfrm>
            <a:off x="2353886" y="1979422"/>
            <a:ext cx="4151791" cy="25202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试编一程序，输入一分钟跳绳的次数，若大于等于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次，输出“跳绳达人！”，否则输出“继续努力！”。</a:t>
            </a:r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4579" y="3085611"/>
            <a:ext cx="16859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590165"/>
            <a:ext cx="1691640" cy="1698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917288" y="1851670"/>
            <a:ext cx="3416320" cy="2369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just">
              <a:spcAft>
                <a:spcPts val="0"/>
              </a:spcAft>
            </a:pP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if(</a:t>
            </a:r>
            <a:r>
              <a:rPr lang="zh-CN" altLang="en-US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表达式</a:t>
            </a: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40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</a:t>
            </a:r>
          </a:p>
          <a:p>
            <a:pPr marL="457200" algn="just">
              <a:spcAft>
                <a:spcPts val="0"/>
              </a:spcAft>
            </a:pPr>
            <a:r>
              <a:rPr lang="zh-CN" altLang="en-US" sz="40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</a:t>
            </a:r>
            <a:r>
              <a:rPr lang="zh-CN" altLang="en-US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语句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1;</a:t>
            </a:r>
          </a:p>
          <a:p>
            <a:pPr marL="457200" algn="just">
              <a:spcAft>
                <a:spcPts val="0"/>
              </a:spcAft>
            </a:pP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else </a:t>
            </a:r>
          </a:p>
          <a:p>
            <a:pPr marL="457200" algn="just">
              <a:spcAft>
                <a:spcPts val="0"/>
              </a:spcAft>
            </a:pPr>
            <a:r>
              <a:rPr lang="zh-CN" altLang="en-US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语句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2;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63638"/>
            <a:ext cx="3557414" cy="2494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0" y="772056"/>
            <a:ext cx="5609844" cy="38884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1924437"/>
            <a:ext cx="2354784" cy="217950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51272" y="4012669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流程图分析</a:t>
            </a:r>
            <a:endParaRPr lang="en-US" altLang="zh-CN" b="1" dirty="0"/>
          </a:p>
          <a:p>
            <a:pPr algn="ctr"/>
            <a:r>
              <a:rPr lang="zh-CN" altLang="en-US" b="1" dirty="0"/>
              <a:t>很重要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899592" y="859387"/>
            <a:ext cx="374441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n;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</a:t>
            </a:r>
            <a:r>
              <a:rPr lang="en-US" altLang="zh-CN" dirty="0"/>
              <a:t>1</a:t>
            </a:r>
            <a:r>
              <a:rPr lang="zh-CN" altLang="en-US" dirty="0"/>
              <a:t>分钟跳绳次数：</a:t>
            </a:r>
            <a:r>
              <a:rPr lang="en-US" altLang="zh-CN" dirty="0"/>
              <a:t>";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</a:p>
          <a:p>
            <a:r>
              <a:rPr lang="en-US" altLang="zh-CN" dirty="0"/>
              <a:t>  if (n&gt;=200)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跳绳达人</a:t>
            </a:r>
            <a:r>
              <a:rPr lang="en-US" altLang="zh-CN" dirty="0"/>
              <a:t>!";</a:t>
            </a:r>
          </a:p>
          <a:p>
            <a:r>
              <a:rPr lang="en-US" altLang="zh-CN" dirty="0"/>
              <a:t>  else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继续努力！</a:t>
            </a:r>
            <a:r>
              <a:rPr lang="en-US" altLang="zh-CN" dirty="0"/>
              <a:t>";    </a:t>
            </a:r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4719698" y="1449726"/>
            <a:ext cx="3624710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if (n&gt;=200) </a:t>
            </a:r>
          </a:p>
          <a:p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</a:t>
            </a:r>
            <a:r>
              <a:rPr lang="en-US" altLang="zh-CN" sz="24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cout</a:t>
            </a:r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&lt;&lt;"</a:t>
            </a:r>
            <a:r>
              <a:rPr lang="zh-CN" altLang="en-US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跳绳达人</a:t>
            </a:r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!";</a:t>
            </a:r>
          </a:p>
          <a:p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else</a:t>
            </a:r>
          </a:p>
          <a:p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</a:t>
            </a:r>
            <a:r>
              <a:rPr lang="en-US" altLang="zh-CN" sz="24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cout</a:t>
            </a:r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&lt;&lt;"</a:t>
            </a:r>
            <a:r>
              <a:rPr lang="zh-CN" altLang="en-US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继续努力</a:t>
            </a:r>
            <a:r>
              <a:rPr lang="en-US" altLang="zh-CN" sz="24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!";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638134"/>
            <a:ext cx="1555006" cy="90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355741" y="1275606"/>
            <a:ext cx="446449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1.</a:t>
            </a:r>
            <a:r>
              <a:rPr lang="zh-CN" altLang="en-US" sz="1600" dirty="0"/>
              <a:t>当</a:t>
            </a:r>
            <a:r>
              <a:rPr lang="en-US" altLang="zh-CN" sz="1600" dirty="0"/>
              <a:t>a</a:t>
            </a:r>
            <a:r>
              <a:rPr lang="zh-CN" altLang="en-US" sz="1600" dirty="0"/>
              <a:t>大于</a:t>
            </a:r>
            <a:r>
              <a:rPr lang="en-US" altLang="zh-CN" sz="1600" dirty="0"/>
              <a:t>b</a:t>
            </a:r>
            <a:r>
              <a:rPr lang="zh-CN" altLang="en-US" sz="1600" dirty="0"/>
              <a:t>，则输出</a:t>
            </a:r>
            <a:r>
              <a:rPr lang="en-US" altLang="zh-CN" sz="1600" dirty="0"/>
              <a:t>a</a:t>
            </a:r>
            <a:r>
              <a:rPr lang="zh-CN" altLang="en-US" sz="1600" dirty="0"/>
              <a:t>，否则输出</a:t>
            </a:r>
            <a:r>
              <a:rPr lang="en-US" altLang="zh-CN" sz="1600" dirty="0"/>
              <a:t>b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   if(a&gt;b)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&lt;&lt;a;</a:t>
            </a:r>
          </a:p>
          <a:p>
            <a:r>
              <a:rPr lang="en-US" altLang="zh-CN" sz="1600" dirty="0"/>
              <a:t>   else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&lt;&lt;b;</a:t>
            </a:r>
          </a:p>
          <a:p>
            <a:endParaRPr lang="en-US" altLang="zh-CN" sz="1600" dirty="0"/>
          </a:p>
          <a:p>
            <a:r>
              <a:rPr lang="en-US" altLang="zh-CN" sz="1600" dirty="0"/>
              <a:t>2.</a:t>
            </a:r>
            <a:r>
              <a:rPr lang="zh-CN" altLang="en-US" sz="1600" dirty="0"/>
              <a:t>当</a:t>
            </a:r>
            <a:r>
              <a:rPr lang="en-US" altLang="zh-CN" sz="1600" dirty="0"/>
              <a:t>n</a:t>
            </a:r>
            <a:r>
              <a:rPr lang="zh-CN" altLang="en-US" sz="1600" dirty="0"/>
              <a:t>能被</a:t>
            </a:r>
            <a:r>
              <a:rPr lang="en-US" altLang="zh-CN" sz="1600" dirty="0"/>
              <a:t>5</a:t>
            </a:r>
            <a:r>
              <a:rPr lang="zh-CN" altLang="en-US" sz="1600" dirty="0"/>
              <a:t>整除时，输出换行，否则输出</a:t>
            </a:r>
            <a:r>
              <a:rPr lang="en-US" altLang="zh-CN" sz="1600" dirty="0"/>
              <a:t>n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   if(n%5==0)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else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&lt;&lt;n;</a:t>
            </a:r>
          </a:p>
          <a:p>
            <a:endParaRPr lang="en-US" altLang="zh-CN" sz="1600" dirty="0"/>
          </a:p>
          <a:p>
            <a:r>
              <a:rPr lang="en-US" altLang="zh-CN" sz="1600" dirty="0"/>
              <a:t>3.</a:t>
            </a:r>
            <a:r>
              <a:rPr lang="zh-CN" altLang="en-US" sz="1600" dirty="0"/>
              <a:t>当</a:t>
            </a:r>
            <a:r>
              <a:rPr lang="en-US" altLang="zh-CN" sz="1600" dirty="0"/>
              <a:t>a</a:t>
            </a:r>
            <a:r>
              <a:rPr lang="zh-CN" altLang="en-US" sz="1600" dirty="0"/>
              <a:t>大于</a:t>
            </a:r>
            <a:r>
              <a:rPr lang="en-US" altLang="zh-CN" sz="1600" dirty="0"/>
              <a:t>b</a:t>
            </a:r>
            <a:r>
              <a:rPr lang="zh-CN" altLang="en-US" sz="1600" dirty="0"/>
              <a:t>时，就把</a:t>
            </a:r>
            <a:r>
              <a:rPr lang="en-US" altLang="zh-CN" sz="1600" dirty="0"/>
              <a:t>a</a:t>
            </a:r>
            <a:r>
              <a:rPr lang="zh-CN" altLang="en-US" sz="1600" dirty="0"/>
              <a:t>的值给</a:t>
            </a:r>
            <a:r>
              <a:rPr lang="en-US" altLang="zh-CN" sz="1600" dirty="0"/>
              <a:t>max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否则就把</a:t>
            </a:r>
            <a:r>
              <a:rPr lang="en-US" altLang="zh-CN" sz="1600" dirty="0"/>
              <a:t>b</a:t>
            </a:r>
            <a:r>
              <a:rPr lang="zh-CN" altLang="en-US" sz="1600" dirty="0"/>
              <a:t>的值给</a:t>
            </a:r>
            <a:r>
              <a:rPr lang="en-US" altLang="zh-CN" sz="1600" dirty="0"/>
              <a:t>max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    if(a&gt;b)  max=a;</a:t>
            </a:r>
          </a:p>
          <a:p>
            <a:r>
              <a:rPr lang="en-US" altLang="zh-CN" sz="1600" dirty="0"/>
              <a:t>    else  max =b;</a:t>
            </a:r>
          </a:p>
        </p:txBody>
      </p:sp>
      <p:sp>
        <p:nvSpPr>
          <p:cNvPr id="5" name="矩形 4"/>
          <p:cNvSpPr/>
          <p:nvPr/>
        </p:nvSpPr>
        <p:spPr>
          <a:xfrm>
            <a:off x="4355976" y="1275606"/>
            <a:ext cx="44644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4.</a:t>
            </a:r>
            <a:r>
              <a:rPr lang="zh-CN" altLang="en-US" sz="1600" dirty="0"/>
              <a:t>当</a:t>
            </a:r>
            <a:r>
              <a:rPr lang="en-US" altLang="zh-CN" sz="1600" dirty="0"/>
              <a:t>a</a:t>
            </a:r>
            <a:r>
              <a:rPr lang="zh-CN" altLang="en-US" sz="1600" dirty="0"/>
              <a:t>能被</a:t>
            </a:r>
            <a:r>
              <a:rPr lang="en-US" altLang="zh-CN" sz="1600" dirty="0"/>
              <a:t>3</a:t>
            </a:r>
            <a:r>
              <a:rPr lang="zh-CN" altLang="en-US" sz="1600" dirty="0"/>
              <a:t>整除时，</a:t>
            </a:r>
            <a:r>
              <a:rPr lang="en-US" altLang="zh-CN" sz="1600" dirty="0"/>
              <a:t>s</a:t>
            </a:r>
            <a:r>
              <a:rPr lang="zh-CN" altLang="en-US" sz="1600" dirty="0"/>
              <a:t>的值加</a:t>
            </a:r>
            <a:r>
              <a:rPr lang="en-US" altLang="zh-CN" sz="1600" dirty="0"/>
              <a:t>1</a:t>
            </a:r>
            <a:r>
              <a:rPr lang="zh-CN" altLang="en-US" sz="1600" dirty="0"/>
              <a:t>，否则</a:t>
            </a:r>
            <a:r>
              <a:rPr lang="en-US" altLang="zh-CN" sz="1600" dirty="0"/>
              <a:t>t</a:t>
            </a:r>
            <a:r>
              <a:rPr lang="zh-CN" altLang="en-US" sz="1600" dirty="0"/>
              <a:t>的值加</a:t>
            </a:r>
            <a:r>
              <a:rPr lang="en-US" altLang="zh-CN" sz="1600" dirty="0"/>
              <a:t>1.</a:t>
            </a:r>
          </a:p>
          <a:p>
            <a:r>
              <a:rPr lang="en-US" altLang="zh-CN" sz="1600" dirty="0"/>
              <a:t>    if(a%3==0)  s++;</a:t>
            </a:r>
          </a:p>
          <a:p>
            <a:r>
              <a:rPr lang="en-US" altLang="zh-CN" sz="1600" dirty="0"/>
              <a:t>     else  t++;</a:t>
            </a:r>
          </a:p>
          <a:p>
            <a:endParaRPr lang="en-US" altLang="zh-CN" sz="1600" dirty="0"/>
          </a:p>
          <a:p>
            <a:r>
              <a:rPr lang="en-US" altLang="zh-CN" sz="1600" dirty="0"/>
              <a:t>5.</a:t>
            </a:r>
            <a:r>
              <a:rPr lang="zh-CN" altLang="en-US" sz="1600" dirty="0"/>
              <a:t>当</a:t>
            </a:r>
            <a:r>
              <a:rPr lang="en-US" altLang="zh-CN" sz="1600" dirty="0"/>
              <a:t>n</a:t>
            </a:r>
            <a:r>
              <a:rPr lang="zh-CN" altLang="en-US" sz="1600" dirty="0"/>
              <a:t>等于</a:t>
            </a:r>
            <a:r>
              <a:rPr lang="en-US" altLang="zh-CN" sz="1600" dirty="0"/>
              <a:t>100</a:t>
            </a:r>
            <a:r>
              <a:rPr lang="zh-CN" altLang="en-US" sz="1600" dirty="0"/>
              <a:t>时，</a:t>
            </a:r>
            <a:r>
              <a:rPr lang="en-US" altLang="zh-CN" sz="1600" dirty="0"/>
              <a:t>s</a:t>
            </a:r>
            <a:r>
              <a:rPr lang="zh-CN" altLang="en-US" sz="1600" dirty="0"/>
              <a:t>的值加</a:t>
            </a:r>
            <a:r>
              <a:rPr lang="en-US" altLang="zh-CN" sz="1600" dirty="0"/>
              <a:t>1</a:t>
            </a:r>
            <a:r>
              <a:rPr lang="zh-CN" altLang="en-US" sz="1600" dirty="0"/>
              <a:t>，否则</a:t>
            </a:r>
            <a:r>
              <a:rPr lang="en-US" altLang="zh-CN" sz="1600" dirty="0"/>
              <a:t>s</a:t>
            </a:r>
            <a:r>
              <a:rPr lang="zh-CN" altLang="en-US" sz="1600" dirty="0"/>
              <a:t>的值减</a:t>
            </a:r>
            <a:r>
              <a:rPr lang="en-US" altLang="zh-CN" sz="1600" dirty="0"/>
              <a:t>1.</a:t>
            </a:r>
          </a:p>
          <a:p>
            <a:r>
              <a:rPr lang="en-US" altLang="zh-CN" sz="1600" dirty="0"/>
              <a:t>    if(n==100) s++;</a:t>
            </a:r>
          </a:p>
          <a:p>
            <a:r>
              <a:rPr lang="en-US" altLang="zh-CN" sz="1600" dirty="0"/>
              <a:t>    else  s--;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1472" y="3530757"/>
            <a:ext cx="3310586" cy="8758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C++</a:t>
            </a:r>
            <a:r>
              <a:rPr lang="zh-CN" altLang="en-US" dirty="0"/>
              <a:t>中，一行可以写多条语句，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但是一般一行写一条语句。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5496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416824" cy="2958976"/>
          </a:xfrm>
        </p:spPr>
        <p:txBody>
          <a:bodyPr/>
          <a:lstStyle/>
          <a:p>
            <a:pPr lvl="1"/>
            <a:r>
              <a:rPr lang="en-US" altLang="zh-CN" sz="3200" dirty="0"/>
              <a:t>else   </a:t>
            </a:r>
            <a:r>
              <a:rPr lang="zh-CN" altLang="en-US" sz="3200" dirty="0"/>
              <a:t>否则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346156"/>
            <a:ext cx="2304256" cy="2325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56984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下列合法的关系表达式是（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'a'&lt;97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23.5!&lt;20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12&lt;56&lt;246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5&lt;x&lt;14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52453" y="833585"/>
            <a:ext cx="4936302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 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if(x==10)  x++;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else  x--;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&lt;&lt;"x="&lt;&lt;x&lt;&lt;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endl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10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x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608" y="3316984"/>
            <a:ext cx="1274985" cy="109247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67970" y="436413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我太难了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6512" y="62753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输入一个整数，判断其奇偶。如输入</a:t>
            </a:r>
            <a:r>
              <a:rPr lang="en-US" altLang="zh-CN" sz="1800" b="0" dirty="0">
                <a:solidFill>
                  <a:prstClr val="black"/>
                </a:solidFill>
              </a:rPr>
              <a:t>24</a:t>
            </a:r>
            <a:r>
              <a:rPr lang="zh-CN" altLang="en-US" sz="1800" b="0" dirty="0">
                <a:solidFill>
                  <a:prstClr val="black"/>
                </a:solidFill>
              </a:rPr>
              <a:t>，输出“偶数”，输入</a:t>
            </a:r>
            <a:r>
              <a:rPr lang="en-US" altLang="zh-CN" sz="1800" b="0" dirty="0">
                <a:solidFill>
                  <a:prstClr val="black"/>
                </a:solidFill>
              </a:rPr>
              <a:t>25</a:t>
            </a:r>
            <a:r>
              <a:rPr lang="zh-CN" altLang="en-US" sz="1800" b="0" dirty="0">
                <a:solidFill>
                  <a:prstClr val="black"/>
                </a:solidFill>
              </a:rPr>
              <a:t>，输出“奇数”。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915566"/>
            <a:ext cx="451109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____________________;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请输入一个整数：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&gt;&gt;n;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if(____________) 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&lt;&lt;n&lt;&lt;"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偶数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else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&lt;&lt;n&lt;&lt;"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奇数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8151" y="4301684"/>
            <a:ext cx="3903633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573</Words>
  <Application>Microsoft Office PowerPoint</Application>
  <PresentationFormat>全屏显示(16:9)</PresentationFormat>
  <Paragraphs>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Cambria</vt:lpstr>
      <vt:lpstr>Consolas</vt:lpstr>
      <vt:lpstr>Times New Roman</vt:lpstr>
      <vt:lpstr>Office 主题</vt:lpstr>
      <vt:lpstr>PowerPoint 演示文稿</vt:lpstr>
      <vt:lpstr>跳绳达人——if-else语句</vt:lpstr>
      <vt:lpstr> 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 亚涛</cp:lastModifiedBy>
  <cp:revision>64</cp:revision>
  <dcterms:created xsi:type="dcterms:W3CDTF">2018-07-03T13:24:00Z</dcterms:created>
  <dcterms:modified xsi:type="dcterms:W3CDTF">2021-06-09T10:17:24Z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