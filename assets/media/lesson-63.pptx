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89" r:id="rId5"/>
    <p:sldId id="290" r:id="rId6"/>
    <p:sldId id="291" r:id="rId7"/>
    <p:sldId id="267" r:id="rId8"/>
    <p:sldId id="288" r:id="rId9"/>
    <p:sldId id="280" r:id="rId10"/>
    <p:sldId id="293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tags" Target="../tags/tag2.xml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jpe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捉迷藏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数组越界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捉迷藏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数组越界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9" name="AutoShape 975"/>
          <p:cNvSpPr>
            <a:spLocks noChangeArrowheads="1"/>
          </p:cNvSpPr>
          <p:nvPr/>
        </p:nvSpPr>
        <p:spPr bwMode="auto">
          <a:xfrm>
            <a:off x="4682190" y="1268759"/>
            <a:ext cx="4032448" cy="137571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试编一程序，算一算，兔子尼克躲在几号洞里。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971" y="2715925"/>
            <a:ext cx="1991384" cy="214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5536" y="2355726"/>
            <a:ext cx="2490096" cy="2071446"/>
          </a:xfrm>
          <a:prstGeom prst="rect">
            <a:avLst/>
          </a:prstGeom>
        </p:spPr>
      </p:pic>
      <p:pic>
        <p:nvPicPr>
          <p:cNvPr id="4" name="图片 3" descr="图片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63620" y="2571750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29485" y="1491630"/>
            <a:ext cx="4884671" cy="3000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用数组</a:t>
            </a:r>
            <a:r>
              <a:rPr lang="en-US" altLang="zh-CN" dirty="0"/>
              <a:t>a</a:t>
            </a:r>
            <a:r>
              <a:rPr lang="zh-CN" altLang="en-US" dirty="0"/>
              <a:t>记录格莱尔进</a:t>
            </a:r>
            <a:r>
              <a:rPr lang="en-US" altLang="zh-CN" dirty="0"/>
              <a:t>10</a:t>
            </a:r>
            <a:r>
              <a:rPr lang="zh-CN" altLang="en-US" dirty="0"/>
              <a:t>个洞的情况，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首先把</a:t>
            </a:r>
            <a:r>
              <a:rPr lang="en-US" altLang="zh-CN" dirty="0"/>
              <a:t>a[1]</a:t>
            </a:r>
            <a:r>
              <a:rPr lang="zh-CN" altLang="en-US" dirty="0"/>
              <a:t>到</a:t>
            </a:r>
            <a:r>
              <a:rPr lang="en-US" altLang="zh-CN" dirty="0"/>
              <a:t>a[10]</a:t>
            </a:r>
            <a:r>
              <a:rPr lang="zh-CN" altLang="en-US" dirty="0"/>
              <a:t>的值初始化为</a:t>
            </a:r>
            <a:r>
              <a:rPr lang="en-US" altLang="zh-CN" dirty="0"/>
              <a:t>true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表示未进过</a:t>
            </a:r>
            <a:r>
              <a:rPr lang="en-US" altLang="zh-CN" dirty="0"/>
              <a:t>1--10</a:t>
            </a:r>
            <a:r>
              <a:rPr lang="zh-CN" altLang="en-US" dirty="0"/>
              <a:t>号洞。当格莱尔进过</a:t>
            </a:r>
            <a:r>
              <a:rPr lang="en-US" altLang="zh-CN" dirty="0"/>
              <a:t>i</a:t>
            </a:r>
            <a:r>
              <a:rPr lang="zh-CN" altLang="en-US" dirty="0"/>
              <a:t>号洞时，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a[i]</a:t>
            </a:r>
            <a:r>
              <a:rPr lang="zh-CN" altLang="en-US" dirty="0"/>
              <a:t>标记为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变量</a:t>
            </a:r>
            <a:r>
              <a:rPr lang="en-US" altLang="zh-CN" dirty="0" err="1"/>
              <a:t>cishu</a:t>
            </a:r>
            <a:r>
              <a:rPr lang="zh-CN" altLang="en-US" dirty="0"/>
              <a:t>表示进洞的次数，用</a:t>
            </a:r>
            <a:r>
              <a:rPr lang="en-US" altLang="zh-CN" dirty="0"/>
              <a:t>"i=(</a:t>
            </a:r>
            <a:r>
              <a:rPr lang="en-US" altLang="zh-CN" dirty="0" err="1"/>
              <a:t>i+cishu</a:t>
            </a:r>
            <a:r>
              <a:rPr lang="en-US" altLang="zh-CN" dirty="0"/>
              <a:t>)%10"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来确定每次进的是哪个洞。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最后，输出没有进过的洞即可。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129" y="1222095"/>
            <a:ext cx="3535119" cy="3492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52" y="738969"/>
            <a:ext cx="2738022" cy="4155926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966" y="1027744"/>
            <a:ext cx="4464496" cy="36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49" y="2769083"/>
            <a:ext cx="2036064" cy="204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70932" y="748005"/>
            <a:ext cx="7802136" cy="39273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/>
              <a:t>数组越界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程序在编译时会给数组开辟一块连续的存储单元供数组元素使用。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如果在程序中使用了超出数组定义范围的下标，就会发生数组越界的错误。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编译、运行时，程序不会提示越界错误，不易发现。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数组越界，会让程序访问超出数组边界的存储单元，造成内存的混乱，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是很危险的行为。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840" y="3190028"/>
            <a:ext cx="1187940" cy="12613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753373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数组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有</a:t>
            </a:r>
            <a:r>
              <a:rPr lang="en-US" altLang="zh-CN" sz="2000" dirty="0">
                <a:latin typeface="+mn-ea"/>
              </a:rPr>
              <a:t>5</a:t>
            </a:r>
            <a:r>
              <a:rPr lang="zh-CN" altLang="en-US" sz="2000" dirty="0">
                <a:latin typeface="+mn-ea"/>
              </a:rPr>
              <a:t>个下标变量，各个元素的值如表所示，则</a:t>
            </a:r>
            <a:r>
              <a:rPr lang="en-US" altLang="zh-CN" sz="2000" dirty="0">
                <a:latin typeface="+mn-ea"/>
              </a:rPr>
              <a:t>a[a[2]]</a:t>
            </a:r>
            <a:r>
              <a:rPr lang="zh-CN" altLang="en-US" sz="2000" dirty="0">
                <a:latin typeface="+mn-ea"/>
              </a:rPr>
              <a:t>的值是（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2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3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4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0</a:t>
            </a:r>
            <a:endParaRPr lang="en-US" altLang="zh-CN" sz="2000" dirty="0">
              <a:latin typeface="+mn-ea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383896" y="3219822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a[3]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a[4]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194" y="54623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571750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     </a:t>
            </a:r>
            <a:r>
              <a:rPr lang="en-US" altLang="zh-CN" dirty="0" err="1"/>
              <a:t>ans</a:t>
            </a:r>
            <a:r>
              <a:rPr lang="en-US" altLang="zh-CN" dirty="0"/>
              <a:t>     a[0]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95536" y="1707654"/>
          <a:ext cx="4686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a[6]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a[7]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a[8]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a[9]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174100"/>
            <a:ext cx="2695575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61" y="57522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07381" y="1547931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问最后有几扇门是开着的？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分别是哪几扇？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578" y="826959"/>
            <a:ext cx="4771268" cy="3887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203875"/>
            <a:ext cx="1214088" cy="120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381.68031496063,&quot;width&quot;:3136.0377952755907}"/>
</p:tagLst>
</file>

<file path=ppt/tags/tag2.xml><?xml version="1.0" encoding="utf-8"?>
<p:tagLst xmlns:p="http://schemas.openxmlformats.org/presentationml/2006/main">
  <p:tag name="KSO_WM_UNIT_PLACING_PICTURE_USER_VIEWPORT" val="{&quot;height&quot;:3262.11968503937,&quot;width&quot;:3921.411023622047}"/>
</p:tagLst>
</file>

<file path=ppt/tags/tag3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WPS 演示</Application>
  <PresentationFormat>全屏显示(16:9)</PresentationFormat>
  <Paragraphs>103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捉迷藏——数组越界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116</cp:revision>
  <dcterms:created xsi:type="dcterms:W3CDTF">2018-07-03T13:24:00Z</dcterms:created>
  <dcterms:modified xsi:type="dcterms:W3CDTF">2021-10-08T13:01:09Z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592B4D74C0A842FBA3FE76C539DDF154</vt:lpwstr>
  </property>
  <property fmtid="{D5CDD505-2E9C-101B-9397-08002B2CF9AE}" pid="3" name="KSOProductBuildVer">
    <vt:lpwstr>2052-11.1.0.10700</vt:lpwstr>
  </property>
</Properties>
</file>