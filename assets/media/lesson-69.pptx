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3" r:id="rId4"/>
    <p:sldId id="299" r:id="rId5"/>
    <p:sldId id="300" r:id="rId6"/>
    <p:sldId id="267" r:id="rId7"/>
    <p:sldId id="288" r:id="rId8"/>
    <p:sldId id="280" r:id="rId9"/>
    <p:sldId id="302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598"/>
        <p:guide pos="2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GIF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69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谁大谁小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逻辑判断与推理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2242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谁大谁小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逻辑判断与推理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1291345"/>
            <a:ext cx="6242050" cy="11988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小风第</a:t>
            </a:r>
            <a:r>
              <a:rPr lang="en-US" altLang="zh-CN" dirty="0"/>
              <a:t>1</a:t>
            </a:r>
            <a:r>
              <a:rPr lang="zh-CN" altLang="en-US" dirty="0"/>
              <a:t>次猜：小爱老大，丸丸最小，小樱老三，年年老二；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次猜：丸丸老大，小爱最小，小樱老二，年年老三；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次猜：丸丸最小，小爱老三；</a:t>
            </a:r>
            <a:endParaRPr lang="en-US" altLang="zh-CN" dirty="0"/>
          </a:p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次猜：小爱老大，年年最小，丸丸老三，小樱老二。</a:t>
            </a:r>
            <a:endParaRPr lang="en-US" altLang="zh-CN" dirty="0"/>
          </a:p>
        </p:txBody>
      </p:sp>
      <p:sp>
        <p:nvSpPr>
          <p:cNvPr id="8" name="AutoShape 1037"/>
          <p:cNvSpPr>
            <a:spLocks noChangeArrowheads="1"/>
          </p:cNvSpPr>
          <p:nvPr/>
        </p:nvSpPr>
        <p:spPr bwMode="auto">
          <a:xfrm>
            <a:off x="3563888" y="2651826"/>
            <a:ext cx="4032448" cy="1748284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小风每次仅猜对了一半，试编一程序算一算这四兄妹的大小。</a:t>
            </a:r>
            <a:endParaRPr lang="zh-CN" sz="2800" kern="10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59205" y="2499995"/>
            <a:ext cx="2247900" cy="2257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81720" y="1635646"/>
            <a:ext cx="3840480" cy="25844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四兄妹需要</a:t>
            </a:r>
            <a:r>
              <a:rPr lang="en-US" altLang="zh-CN" dirty="0"/>
              <a:t>4</a:t>
            </a:r>
            <a:r>
              <a:rPr lang="zh-CN" altLang="en-US" dirty="0"/>
              <a:t>个变量：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Ai,Wan,Ying,Nian			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需要</a:t>
            </a:r>
            <a:r>
              <a:rPr lang="en-US" altLang="zh-CN" dirty="0"/>
              <a:t>4</a:t>
            </a:r>
            <a:r>
              <a:rPr lang="zh-CN" altLang="en-US" dirty="0"/>
              <a:t>个排行次序</a:t>
            </a:r>
            <a:r>
              <a:rPr lang="en-US" altLang="zh-CN" dirty="0"/>
              <a:t>(</a:t>
            </a:r>
            <a:r>
              <a:rPr lang="zh-CN" altLang="en-US" dirty="0"/>
              <a:t>数字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用多重循环列举出所有的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可能，一一进行逻辑判断。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4"/>
          <a:stretch>
            <a:fillRect/>
          </a:stretch>
        </p:blipFill>
        <p:spPr bwMode="auto">
          <a:xfrm>
            <a:off x="3779520" y="2211700"/>
            <a:ext cx="4853940" cy="1910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15257" y="1707350"/>
            <a:ext cx="2697480" cy="368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小风每次只猜对了一半：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3874770" y="2284095"/>
            <a:ext cx="465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((Ai==1)+(Wan==4)+(Ying==3)+(Nian==2)</a:t>
            </a:r>
            <a:r>
              <a:rPr lang="en-US" altLang="zh-CN"/>
              <a:t>     </a:t>
            </a:r>
            <a:r>
              <a:rPr lang="zh-CN" altLang="en-US"/>
              <a:t>==2)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548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5820667" y="976055"/>
            <a:ext cx="2492990" cy="14773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有且仅有一个人是老大</a:t>
            </a:r>
            <a:endParaRPr lang="en-US" altLang="zh-CN" dirty="0"/>
          </a:p>
          <a:p>
            <a:pPr algn="ctr"/>
            <a:r>
              <a:rPr lang="zh-CN" altLang="en-US" dirty="0"/>
              <a:t>有且仅有一个人是老二</a:t>
            </a:r>
            <a:endParaRPr lang="zh-CN" altLang="en-US" dirty="0"/>
          </a:p>
          <a:p>
            <a:pPr algn="ctr"/>
            <a:r>
              <a:rPr lang="zh-CN" altLang="en-US" dirty="0"/>
              <a:t>有且仅有一个人是老三</a:t>
            </a:r>
            <a:endParaRPr lang="en-US" altLang="zh-CN" dirty="0"/>
          </a:p>
          <a:p>
            <a:pPr algn="ctr"/>
            <a:r>
              <a:rPr lang="zh-CN" altLang="en-US" dirty="0"/>
              <a:t>有且仅有一个人是老四</a:t>
            </a:r>
            <a:endParaRPr lang="zh-CN" altLang="en-US" dirty="0"/>
          </a:p>
          <a:p>
            <a:pPr algn="ctr"/>
            <a:r>
              <a:rPr lang="en-US" altLang="zh-CN" dirty="0"/>
              <a:t>1+2+3+4=10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379" y="3347278"/>
            <a:ext cx="1485900" cy="1495425"/>
          </a:xfrm>
          <a:prstGeom prst="rect">
            <a:avLst/>
          </a:prstGeom>
        </p:spPr>
      </p:pic>
      <p:pic>
        <p:nvPicPr>
          <p:cNvPr id="4" name="图片 3" descr="A9II}5CWGV)I5O`1H]NS97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15" y="817880"/>
            <a:ext cx="5411470" cy="398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5526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1560" y="1059582"/>
            <a:ext cx="763284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一般情况下，计算机内部存储和处理汉字信息时用的是（  ）。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十个字节的十进制编码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两个字节的二进制编码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两个字节的十进制编码</a:t>
            </a:r>
            <a:endParaRPr lang="en-US" altLang="zh-CN" sz="2000" dirty="0">
              <a:latin typeface="+mn-ea"/>
            </a:endParaRPr>
          </a:p>
          <a:p>
            <a:pPr marL="457200" indent="-4572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十个字节的二进制编码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2913781"/>
            <a:ext cx="2004296" cy="20042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3999" y="524688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4936302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683568" y="2556809"/>
            <a:ext cx="208823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i        </a:t>
            </a:r>
            <a:r>
              <a:rPr lang="en-US" altLang="zh-CN" dirty="0" err="1"/>
              <a:t>ans</a:t>
            </a:r>
            <a:r>
              <a:rPr lang="en-US" altLang="zh-CN" dirty="0"/>
              <a:t>               </a:t>
            </a:r>
            <a:endParaRPr lang="en-US" altLang="zh-CN" dirty="0"/>
          </a:p>
          <a:p>
            <a:r>
              <a:rPr lang="en-US" altLang="zh-CN" dirty="0"/>
              <a:t>-------------------------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083918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</a:t>
            </a:r>
            <a:r>
              <a:rPr lang="en-US" altLang="zh-CN" dirty="0"/>
              <a:t>5  3  9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32521" y="1707654"/>
          <a:ext cx="1839279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3093"/>
                <a:gridCol w="613093"/>
                <a:gridCol w="61309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a[0]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a[1]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a[2]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084560"/>
            <a:ext cx="4581525" cy="300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24544" y="580811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208003" y="1289810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年年说：我第二，小风第三。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小风说：菲菲老师第三；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菲菲老师说：小风不是第三。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1600" b="0" dirty="0">
                <a:solidFill>
                  <a:prstClr val="black"/>
                </a:solidFill>
                <a:latin typeface="+mn-ea"/>
                <a:ea typeface="+mn-ea"/>
              </a:rPr>
              <a:t>4</a:t>
            </a: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种情况，三种是正确的，它们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b="0" dirty="0">
                <a:solidFill>
                  <a:prstClr val="black"/>
                </a:solidFill>
                <a:latin typeface="+mn-ea"/>
                <a:ea typeface="+mn-ea"/>
              </a:rPr>
              <a:t>的名次是怎样的？</a:t>
            </a:r>
            <a:endParaRPr lang="en-US" altLang="zh-CN" sz="16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18" y="3442737"/>
            <a:ext cx="2019475" cy="1272650"/>
          </a:xfrm>
          <a:prstGeom prst="rect">
            <a:avLst/>
          </a:prstGeom>
        </p:spPr>
      </p:pic>
      <p:pic>
        <p:nvPicPr>
          <p:cNvPr id="3" name="图片 2" descr="JD8XQF79QK$OAMYMJ5TNO)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575" y="1131570"/>
            <a:ext cx="5595620" cy="3445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WPS 演示</Application>
  <PresentationFormat>全屏显示(16:9)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Arial Unicode MS</vt:lpstr>
      <vt:lpstr>Office 主题</vt:lpstr>
      <vt:lpstr>PowerPoint 演示文稿</vt:lpstr>
      <vt:lpstr>谁大谁小——逻辑判断与推理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118</cp:revision>
  <dcterms:created xsi:type="dcterms:W3CDTF">2018-07-03T13:24:00Z</dcterms:created>
  <dcterms:modified xsi:type="dcterms:W3CDTF">2021-10-15T13:36:31Z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ED072ABB1DCB4C9A82133F5F3875F069</vt:lpwstr>
  </property>
  <property fmtid="{D5CDD505-2E9C-101B-9397-08002B2CF9AE}" pid="3" name="KSOProductBuildVer">
    <vt:lpwstr>2052-11.1.0.10700</vt:lpwstr>
  </property>
</Properties>
</file>