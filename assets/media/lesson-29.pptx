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6" r:id="rId3"/>
    <p:sldId id="269" r:id="rId4"/>
    <p:sldId id="284" r:id="rId5"/>
    <p:sldId id="285" r:id="rId6"/>
    <p:sldId id="267" r:id="rId7"/>
    <p:sldId id="280" r:id="rId8"/>
    <p:sldId id="288" r:id="rId9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3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29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叮叮当当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(for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语句和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语句的结合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18029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叮叮当当</a:t>
            </a:r>
            <a:r>
              <a:rPr lang="en-US" altLang="zh-CN" sz="2400" dirty="0">
                <a:solidFill>
                  <a:srgbClr val="00B0F0"/>
                </a:solidFill>
              </a:rPr>
              <a:t>——for</a:t>
            </a:r>
            <a:r>
              <a:rPr lang="zh-CN" altLang="en-US" sz="2400" dirty="0">
                <a:solidFill>
                  <a:srgbClr val="00B0F0"/>
                </a:solidFill>
              </a:rPr>
              <a:t>语句与</a:t>
            </a:r>
            <a:r>
              <a:rPr lang="en-US" altLang="zh-CN" sz="2400" dirty="0">
                <a:solidFill>
                  <a:srgbClr val="00B0F0"/>
                </a:solidFill>
              </a:rPr>
              <a:t>if</a:t>
            </a:r>
            <a:r>
              <a:rPr lang="zh-CN" altLang="en-US" sz="2400" dirty="0">
                <a:solidFill>
                  <a:srgbClr val="00B0F0"/>
                </a:solidFill>
              </a:rPr>
              <a:t>语句结合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59632" y="1603088"/>
            <a:ext cx="6129020" cy="11988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l"/>
            <a:r>
              <a:rPr lang="zh-CN" altLang="en-US" dirty="0"/>
              <a:t>可可老师和美美在玩报数的游戏。</a:t>
            </a:r>
            <a:endParaRPr lang="en-US" altLang="zh-CN" dirty="0"/>
          </a:p>
          <a:p>
            <a:pPr algn="l"/>
            <a:r>
              <a:rPr lang="zh-CN" altLang="en-US" dirty="0"/>
              <a:t>当</a:t>
            </a:r>
            <a:r>
              <a:rPr lang="zh-CN" altLang="en-US" dirty="0">
                <a:sym typeface="+mn-ea"/>
              </a:rPr>
              <a:t>可可</a:t>
            </a:r>
            <a:r>
              <a:rPr lang="zh-CN" altLang="en-US" dirty="0"/>
              <a:t>老师数到</a:t>
            </a:r>
            <a:r>
              <a:rPr lang="en-US" altLang="zh-CN" dirty="0"/>
              <a:t>2</a:t>
            </a:r>
            <a:r>
              <a:rPr lang="zh-CN" altLang="en-US" dirty="0"/>
              <a:t>的倍数时，</a:t>
            </a:r>
            <a:r>
              <a:rPr lang="zh-CN" altLang="en-US" dirty="0">
                <a:sym typeface="+mn-ea"/>
              </a:rPr>
              <a:t>美美</a:t>
            </a:r>
            <a:r>
              <a:rPr lang="zh-CN" altLang="en-US" dirty="0"/>
              <a:t>就说“叮叮”</a:t>
            </a:r>
            <a:r>
              <a:rPr lang="en-US" altLang="zh-CN" dirty="0"/>
              <a:t>;</a:t>
            </a:r>
            <a:endParaRPr lang="en-US" altLang="zh-CN" dirty="0"/>
          </a:p>
          <a:p>
            <a:pPr algn="l"/>
            <a:r>
              <a:rPr lang="zh-CN" altLang="en-US" dirty="0"/>
              <a:t>当</a:t>
            </a:r>
            <a:r>
              <a:rPr lang="zh-CN" altLang="en-US" dirty="0">
                <a:sym typeface="+mn-ea"/>
              </a:rPr>
              <a:t>可可</a:t>
            </a:r>
            <a:r>
              <a:rPr lang="zh-CN" altLang="en-US" dirty="0"/>
              <a:t>老师数到</a:t>
            </a:r>
            <a:r>
              <a:rPr lang="en-US" altLang="zh-CN" dirty="0"/>
              <a:t>3</a:t>
            </a:r>
            <a:r>
              <a:rPr lang="zh-CN" altLang="en-US" dirty="0"/>
              <a:t>的倍数时，美美就说“当当”；</a:t>
            </a:r>
            <a:endParaRPr lang="en-US" altLang="zh-CN" dirty="0"/>
          </a:p>
          <a:p>
            <a:pPr algn="l"/>
            <a:r>
              <a:rPr lang="zh-CN" altLang="en-US" dirty="0"/>
              <a:t>当</a:t>
            </a:r>
            <a:r>
              <a:rPr lang="zh-CN" altLang="en-US" dirty="0">
                <a:sym typeface="+mn-ea"/>
              </a:rPr>
              <a:t>可可</a:t>
            </a:r>
            <a:r>
              <a:rPr lang="zh-CN" altLang="en-US" dirty="0"/>
              <a:t>老师数到</a:t>
            </a:r>
            <a:r>
              <a:rPr lang="en-US" altLang="zh-CN" dirty="0"/>
              <a:t>2</a:t>
            </a:r>
            <a:r>
              <a:rPr lang="zh-CN" altLang="en-US" dirty="0"/>
              <a:t>和</a:t>
            </a:r>
            <a:r>
              <a:rPr lang="en-US" altLang="zh-CN" dirty="0"/>
              <a:t>3</a:t>
            </a:r>
            <a:r>
              <a:rPr lang="zh-CN" altLang="en-US" dirty="0"/>
              <a:t>的公倍数时，美美就说“叮叮当当”。</a:t>
            </a:r>
            <a:endParaRPr lang="zh-CN" altLang="en-US" dirty="0"/>
          </a:p>
        </p:txBody>
      </p:sp>
      <p:sp>
        <p:nvSpPr>
          <p:cNvPr id="11" name="AutoShape 988"/>
          <p:cNvSpPr>
            <a:spLocks noChangeArrowheads="1"/>
          </p:cNvSpPr>
          <p:nvPr/>
        </p:nvSpPr>
        <p:spPr bwMode="auto">
          <a:xfrm>
            <a:off x="2051720" y="2999273"/>
            <a:ext cx="3893269" cy="1577132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20090" algn="just">
              <a:spcAft>
                <a:spcPts val="0"/>
              </a:spcAft>
            </a:pP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试编一程序，模拟他俩的</a:t>
            </a:r>
            <a:r>
              <a:rPr lang="en-US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～</a:t>
            </a:r>
            <a:r>
              <a:rPr lang="en-US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20</a:t>
            </a: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的报数游戏。</a:t>
            </a:r>
            <a:endParaRPr lang="zh-CN" sz="28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 descr="图片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 flipH="1">
            <a:off x="6588760" y="3003550"/>
            <a:ext cx="1438910" cy="1444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ldLvl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36094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7602" y="503465"/>
            <a:ext cx="2470822" cy="4229283"/>
          </a:xfrm>
          <a:prstGeom prst="rect">
            <a:avLst/>
          </a:prstGeom>
        </p:spPr>
      </p:pic>
      <p:sp>
        <p:nvSpPr>
          <p:cNvPr id="8" name="AutoShape 988"/>
          <p:cNvSpPr>
            <a:spLocks noChangeArrowheads="1"/>
          </p:cNvSpPr>
          <p:nvPr/>
        </p:nvSpPr>
        <p:spPr bwMode="auto">
          <a:xfrm>
            <a:off x="1885651" y="980889"/>
            <a:ext cx="3893269" cy="1728192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20090" algn="just">
              <a:spcAft>
                <a:spcPts val="0"/>
              </a:spcAft>
            </a:pPr>
            <a:r>
              <a:rPr lang="zh-CN" altLang="en-US" sz="2400" kern="100" dirty="0">
                <a:solidFill>
                  <a:srgbClr val="C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思路：</a:t>
            </a:r>
            <a:endParaRPr lang="en-US" altLang="zh-CN" sz="2400" kern="100" dirty="0">
              <a:solidFill>
                <a:srgbClr val="C00000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720090" algn="just">
              <a:spcAft>
                <a:spcPts val="0"/>
              </a:spcAft>
            </a:pPr>
            <a:r>
              <a:rPr lang="zh-CN" altLang="en-US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用循环语句枚举</a:t>
            </a:r>
            <a:r>
              <a:rPr lang="en-US" altLang="zh-CN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1-20</a:t>
            </a:r>
            <a:r>
              <a:rPr lang="zh-CN" altLang="en-US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所有的数，对每个数字都去判断，根据不同的判断结果输出不同的内容。</a:t>
            </a:r>
            <a:endParaRPr 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2811576"/>
            <a:ext cx="1751974" cy="18902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36094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3" name="矩形 2"/>
          <p:cNvSpPr/>
          <p:nvPr/>
        </p:nvSpPr>
        <p:spPr>
          <a:xfrm>
            <a:off x="971600" y="826335"/>
            <a:ext cx="495029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#include&lt;</a:t>
            </a:r>
            <a:r>
              <a:rPr lang="en-US" altLang="zh-CN" dirty="0" err="1"/>
              <a:t>iostream</a:t>
            </a:r>
            <a:r>
              <a:rPr lang="en-US" altLang="zh-CN" dirty="0"/>
              <a:t>&gt;</a:t>
            </a:r>
            <a:endParaRPr lang="en-US" altLang="zh-CN" dirty="0"/>
          </a:p>
          <a:p>
            <a:r>
              <a:rPr lang="en-US" altLang="zh-CN" dirty="0"/>
              <a:t>using namespace </a:t>
            </a:r>
            <a:r>
              <a:rPr lang="en-US" altLang="zh-CN" dirty="0" err="1"/>
              <a:t>std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  <a:endParaRPr lang="en-US" altLang="zh-CN" dirty="0"/>
          </a:p>
          <a:p>
            <a:r>
              <a:rPr lang="en-US" altLang="zh-CN" dirty="0"/>
              <a:t>{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en-US" altLang="zh-CN" dirty="0" err="1"/>
              <a:t>int</a:t>
            </a:r>
            <a:r>
              <a:rPr lang="en-US" altLang="zh-CN" dirty="0"/>
              <a:t> i;</a:t>
            </a:r>
            <a:endParaRPr lang="en-US" altLang="zh-CN" dirty="0"/>
          </a:p>
          <a:p>
            <a:r>
              <a:rPr lang="en-US" altLang="zh-CN" dirty="0"/>
              <a:t>  for(i=1;i&lt;21;i++)</a:t>
            </a:r>
            <a:endParaRPr lang="en-US" altLang="zh-CN" dirty="0"/>
          </a:p>
          <a:p>
            <a:r>
              <a:rPr lang="en-US" altLang="zh-CN" dirty="0"/>
              <a:t>  {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&lt;&lt;i&lt;&lt;' ';            //' '</a:t>
            </a:r>
            <a:r>
              <a:rPr lang="zh-CN" altLang="en-US" dirty="0"/>
              <a:t>中有</a:t>
            </a:r>
            <a:r>
              <a:rPr lang="en-US" altLang="zh-CN" dirty="0"/>
              <a:t>1</a:t>
            </a:r>
            <a:r>
              <a:rPr lang="zh-CN" altLang="en-US" dirty="0"/>
              <a:t>个空格 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if(i%2==0)   </a:t>
            </a:r>
            <a:r>
              <a:rPr lang="en-US" altLang="zh-CN" dirty="0" err="1"/>
              <a:t>cout</a:t>
            </a:r>
            <a:r>
              <a:rPr lang="en-US" altLang="zh-CN" dirty="0"/>
              <a:t>&lt;&lt;"</a:t>
            </a:r>
            <a:r>
              <a:rPr lang="zh-CN" altLang="en-US" dirty="0"/>
              <a:t>叮叮</a:t>
            </a:r>
            <a:r>
              <a:rPr lang="en-US" altLang="zh-CN" dirty="0"/>
              <a:t>";</a:t>
            </a:r>
            <a:endParaRPr lang="en-US" altLang="zh-CN" dirty="0"/>
          </a:p>
          <a:p>
            <a:r>
              <a:rPr lang="en-US" altLang="zh-CN" dirty="0"/>
              <a:t>    if(i%3==0)   </a:t>
            </a:r>
            <a:r>
              <a:rPr lang="en-US" altLang="zh-CN" dirty="0" err="1"/>
              <a:t>cout</a:t>
            </a:r>
            <a:r>
              <a:rPr lang="en-US" altLang="zh-CN" dirty="0"/>
              <a:t>&lt;&lt;"</a:t>
            </a:r>
            <a:r>
              <a:rPr lang="zh-CN" altLang="en-US" dirty="0"/>
              <a:t>当当</a:t>
            </a:r>
            <a:r>
              <a:rPr lang="en-US" altLang="zh-CN" dirty="0"/>
              <a:t>";</a:t>
            </a:r>
            <a:endParaRPr lang="en-US" altLang="zh-CN" dirty="0"/>
          </a:p>
          <a:p>
            <a:r>
              <a:rPr lang="en-US" altLang="zh-CN" dirty="0"/>
              <a:t>    if(i%2==0||i%3==0) </a:t>
            </a:r>
            <a:r>
              <a:rPr lang="en-US" altLang="zh-CN" dirty="0" err="1"/>
              <a:t>cout</a:t>
            </a:r>
            <a:r>
              <a:rPr lang="en-US" altLang="zh-CN" dirty="0"/>
              <a:t>&lt;&lt;</a:t>
            </a:r>
            <a:r>
              <a:rPr lang="en-US" altLang="zh-CN" dirty="0" err="1"/>
              <a:t>endl</a:t>
            </a:r>
            <a:r>
              <a:rPr lang="en-US" altLang="zh-CN" dirty="0"/>
              <a:t>; </a:t>
            </a:r>
            <a:endParaRPr lang="en-US" altLang="zh-CN" dirty="0"/>
          </a:p>
          <a:p>
            <a:r>
              <a:rPr lang="en-US" altLang="zh-CN" dirty="0"/>
              <a:t>  }	</a:t>
            </a:r>
            <a:endParaRPr lang="en-US" altLang="zh-CN" dirty="0"/>
          </a:p>
          <a:p>
            <a:r>
              <a:rPr lang="en-US" altLang="zh-CN" dirty="0"/>
              <a:t>  return 0;</a:t>
            </a:r>
            <a:endParaRPr lang="en-US" altLang="zh-CN" dirty="0"/>
          </a:p>
          <a:p>
            <a:r>
              <a:rPr lang="en-US" altLang="zh-CN" dirty="0"/>
              <a:t>}</a:t>
            </a:r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4722" y="1680342"/>
            <a:ext cx="2371725" cy="2495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3290" y="555779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5719" y="1419622"/>
            <a:ext cx="2576122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结构化程序设计的三种基本逻辑结构是（  ）。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顺序结构、选择结构和循环结构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选择、嵌套和循环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顺序、循环和模块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顺序、递归和循环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635897" y="1368512"/>
            <a:ext cx="4936302" cy="313119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+mn-lt"/>
              </a:rPr>
              <a:t>#include&lt;</a:t>
            </a:r>
            <a:r>
              <a:rPr lang="en-US" altLang="zh-CN" sz="1400" b="0" dirty="0" err="1">
                <a:latin typeface="+mn-lt"/>
              </a:rPr>
              <a:t>iostream</a:t>
            </a:r>
            <a:r>
              <a:rPr lang="en-US" altLang="zh-CN" sz="1400" b="0" dirty="0">
                <a:latin typeface="+mn-lt"/>
              </a:rPr>
              <a:t>&gt;</a:t>
            </a:r>
            <a:endParaRPr lang="en-US" altLang="zh-CN" sz="14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+mn-lt"/>
              </a:rPr>
              <a:t>using namespace </a:t>
            </a:r>
            <a:r>
              <a:rPr lang="en-US" altLang="zh-CN" sz="1400" b="0" dirty="0" err="1">
                <a:latin typeface="+mn-lt"/>
              </a:rPr>
              <a:t>std</a:t>
            </a:r>
            <a:r>
              <a:rPr lang="en-US" altLang="zh-CN" sz="1400" b="0" dirty="0">
                <a:latin typeface="+mn-lt"/>
              </a:rPr>
              <a:t>;</a:t>
            </a:r>
            <a:endParaRPr lang="en-US" altLang="zh-CN" sz="14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 err="1">
                <a:latin typeface="+mn-lt"/>
              </a:rPr>
              <a:t>int</a:t>
            </a:r>
            <a:r>
              <a:rPr lang="en-US" altLang="zh-CN" sz="1400" b="0" dirty="0">
                <a:latin typeface="+mn-lt"/>
              </a:rPr>
              <a:t> main()</a:t>
            </a:r>
            <a:endParaRPr lang="en-US" altLang="zh-CN" sz="14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+mn-lt"/>
              </a:rPr>
              <a:t>{</a:t>
            </a:r>
            <a:endParaRPr lang="en-US" altLang="zh-CN" sz="14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+mn-lt"/>
              </a:rPr>
              <a:t>      </a:t>
            </a:r>
            <a:r>
              <a:rPr lang="en-US" altLang="zh-CN" sz="1400" b="0" dirty="0" err="1">
                <a:latin typeface="+mn-lt"/>
              </a:rPr>
              <a:t>int</a:t>
            </a:r>
            <a:r>
              <a:rPr lang="en-US" altLang="zh-CN" sz="1400" b="0" dirty="0">
                <a:latin typeface="+mn-lt"/>
              </a:rPr>
              <a:t> </a:t>
            </a:r>
            <a:r>
              <a:rPr lang="en-US" altLang="zh-CN" sz="1400" b="0" dirty="0" err="1">
                <a:latin typeface="+mn-lt"/>
              </a:rPr>
              <a:t>i,n</a:t>
            </a:r>
            <a:r>
              <a:rPr lang="en-US" altLang="zh-CN" sz="1400" b="0" dirty="0">
                <a:latin typeface="+mn-lt"/>
              </a:rPr>
              <a:t>;</a:t>
            </a:r>
            <a:endParaRPr lang="en-US" altLang="zh-CN" sz="14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+mn-lt"/>
              </a:rPr>
              <a:t>      </a:t>
            </a:r>
            <a:r>
              <a:rPr lang="en-US" altLang="zh-CN" sz="1400" b="0" dirty="0" err="1">
                <a:latin typeface="+mn-lt"/>
              </a:rPr>
              <a:t>cin</a:t>
            </a:r>
            <a:r>
              <a:rPr lang="en-US" altLang="zh-CN" sz="1400" b="0" dirty="0">
                <a:latin typeface="+mn-lt"/>
              </a:rPr>
              <a:t>&gt;&gt;n;</a:t>
            </a:r>
            <a:endParaRPr lang="en-US" altLang="zh-CN" sz="14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+mn-lt"/>
              </a:rPr>
              <a:t>      for(i=</a:t>
            </a:r>
            <a:r>
              <a:rPr lang="en-US" altLang="zh-CN" sz="1400" b="0" dirty="0" err="1">
                <a:latin typeface="+mn-lt"/>
              </a:rPr>
              <a:t>n;i</a:t>
            </a:r>
            <a:r>
              <a:rPr lang="en-US" altLang="zh-CN" sz="1400" b="0" dirty="0">
                <a:latin typeface="+mn-lt"/>
              </a:rPr>
              <a:t>&gt;1;i--)</a:t>
            </a:r>
            <a:endParaRPr lang="en-US" altLang="zh-CN" sz="14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+mn-lt"/>
              </a:rPr>
              <a:t>             </a:t>
            </a:r>
            <a:r>
              <a:rPr lang="en-US" altLang="zh-CN" sz="1400" b="0" dirty="0" err="1">
                <a:latin typeface="+mn-lt"/>
              </a:rPr>
              <a:t>cout</a:t>
            </a:r>
            <a:r>
              <a:rPr lang="en-US" altLang="zh-CN" sz="1400" b="0" dirty="0">
                <a:latin typeface="+mn-lt"/>
              </a:rPr>
              <a:t>&lt;&lt;i;</a:t>
            </a:r>
            <a:endParaRPr lang="en-US" altLang="zh-CN" sz="14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+mn-lt"/>
              </a:rPr>
              <a:t>      return 0;</a:t>
            </a:r>
            <a:endParaRPr lang="en-US" altLang="zh-CN" sz="14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+mn-lt"/>
              </a:rPr>
              <a:t>}</a:t>
            </a:r>
            <a:r>
              <a:rPr lang="zh-CN" altLang="en-US" sz="2000" dirty="0">
                <a:latin typeface="+mn-lt"/>
              </a:rPr>
              <a:t>        </a:t>
            </a:r>
            <a:r>
              <a:rPr lang="zh-CN" altLang="en-US" sz="2000" dirty="0"/>
              <a:t> </a:t>
            </a:r>
            <a:endParaRPr lang="en-US" altLang="zh-CN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588555" y="1804401"/>
            <a:ext cx="1800200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    i</a:t>
            </a:r>
            <a:endParaRPr lang="en-US" altLang="zh-CN" dirty="0"/>
          </a:p>
          <a:p>
            <a:r>
              <a:rPr lang="en-US" altLang="zh-CN" dirty="0"/>
              <a:t>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5508104" y="3960838"/>
            <a:ext cx="25922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输入：</a:t>
            </a:r>
            <a:r>
              <a:rPr lang="en-US" altLang="zh-CN" dirty="0"/>
              <a:t>5</a:t>
            </a:r>
            <a:r>
              <a:rPr lang="zh-CN" altLang="en-US" dirty="0"/>
              <a:t>         </a:t>
            </a:r>
            <a:endParaRPr lang="en-US" altLang="zh-CN" dirty="0"/>
          </a:p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uild="allAtOnce"/>
      <p:bldP spid="8" grpId="0" animBg="1" build="allAtOnce"/>
      <p:bldP spid="3" grpId="0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内容占位符 2"/>
          <p:cNvSpPr txBox="1"/>
          <p:nvPr/>
        </p:nvSpPr>
        <p:spPr>
          <a:xfrm>
            <a:off x="278209" y="514474"/>
            <a:ext cx="3816424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</a:rPr>
              <a:t>3</a:t>
            </a:r>
            <a:r>
              <a:rPr lang="zh-CN" altLang="en-US" sz="2000" dirty="0">
                <a:solidFill>
                  <a:prstClr val="black"/>
                </a:solidFill>
              </a:rPr>
              <a:t>、完善程序。</a:t>
            </a:r>
            <a:endParaRPr lang="en-US" altLang="zh-CN" sz="1800" dirty="0">
              <a:solidFill>
                <a:prstClr val="black"/>
              </a:solidFill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zh-CN" altLang="en-US" sz="1800" b="0" dirty="0">
                <a:solidFill>
                  <a:prstClr val="black"/>
                </a:solidFill>
              </a:rPr>
              <a:t>荷花荷花开几朵的游戏玩过吗？可可老师说：“</a:t>
            </a:r>
            <a:r>
              <a:rPr lang="en-US" altLang="zh-CN" sz="1800" b="0" dirty="0">
                <a:solidFill>
                  <a:prstClr val="black"/>
                </a:solidFill>
              </a:rPr>
              <a:t>5</a:t>
            </a:r>
            <a:r>
              <a:rPr lang="zh-CN" altLang="en-US" sz="1800" b="0" dirty="0">
                <a:solidFill>
                  <a:prstClr val="black"/>
                </a:solidFill>
              </a:rPr>
              <a:t>朵”，小朋友们就立刻</a:t>
            </a:r>
            <a:r>
              <a:rPr lang="en-US" altLang="zh-CN" sz="1800" b="0" dirty="0">
                <a:solidFill>
                  <a:prstClr val="black"/>
                </a:solidFill>
              </a:rPr>
              <a:t>5</a:t>
            </a:r>
            <a:r>
              <a:rPr lang="zh-CN" altLang="en-US" sz="1800" b="0" dirty="0">
                <a:solidFill>
                  <a:prstClr val="black"/>
                </a:solidFill>
              </a:rPr>
              <a:t>人为一组抱在一起，剩下的小朋友就要表演节目。如果全班有</a:t>
            </a:r>
            <a:r>
              <a:rPr lang="en-US" altLang="zh-CN" sz="1800" b="0" dirty="0">
                <a:solidFill>
                  <a:prstClr val="black"/>
                </a:solidFill>
              </a:rPr>
              <a:t>43</a:t>
            </a:r>
            <a:r>
              <a:rPr lang="zh-CN" altLang="en-US" sz="1800" b="0" dirty="0">
                <a:solidFill>
                  <a:prstClr val="black"/>
                </a:solidFill>
              </a:rPr>
              <a:t>人，规定可可老师报的数只能是</a:t>
            </a:r>
            <a:r>
              <a:rPr lang="en-US" altLang="zh-CN" sz="1800" b="0" dirty="0">
                <a:solidFill>
                  <a:prstClr val="black"/>
                </a:solidFill>
              </a:rPr>
              <a:t>2,3,4……10</a:t>
            </a:r>
            <a:r>
              <a:rPr lang="zh-CN" altLang="en-US" sz="1800" b="0" dirty="0">
                <a:solidFill>
                  <a:prstClr val="black"/>
                </a:solidFill>
              </a:rPr>
              <a:t>，编写程序算一算每次会剩余几个小朋友表演节目。</a:t>
            </a:r>
            <a:br>
              <a:rPr lang="zh-CN" altLang="en-US" sz="1800" b="0" dirty="0">
                <a:solidFill>
                  <a:prstClr val="black"/>
                </a:solidFill>
              </a:rPr>
            </a:br>
            <a:endParaRPr lang="en-US" altLang="zh-CN" sz="1800" b="0" dirty="0">
              <a:solidFill>
                <a:prstClr val="black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4237370" y="851862"/>
            <a:ext cx="4511094" cy="30469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i,n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for(_______;i&lt;=10;i++)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{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n=43%i;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&lt;&lt;i&lt;&lt;"  "&lt;&lt;________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}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return 0;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51222" y="4245413"/>
            <a:ext cx="3860800" cy="36830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</a:rPr>
              <a:t>注：所有程序作业，必须上机完成！</a:t>
            </a:r>
            <a:endParaRPr lang="zh-CN" altLang="en-US" b="1" dirty="0">
              <a:solidFill>
                <a:prstClr val="black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2275,&quot;width&quot;:2266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1003</Words>
  <Application>WPS 演示</Application>
  <PresentationFormat>全屏显示(16:9)</PresentationFormat>
  <Paragraphs>83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宋体</vt:lpstr>
      <vt:lpstr>Wingdings</vt:lpstr>
      <vt:lpstr>黑体</vt:lpstr>
      <vt:lpstr>仿宋</vt:lpstr>
      <vt:lpstr>微软雅黑</vt:lpstr>
      <vt:lpstr>楷体</vt:lpstr>
      <vt:lpstr>Times New Roman</vt:lpstr>
      <vt:lpstr>Calibri</vt:lpstr>
      <vt:lpstr>Arial Unicode MS</vt:lpstr>
      <vt:lpstr>Office 主题</vt:lpstr>
      <vt:lpstr>PowerPoint 演示文稿</vt:lpstr>
      <vt:lpstr>叮叮当当——for语句与if语句结合</vt:lpstr>
      <vt:lpstr>PowerPoint 演示文稿</vt:lpstr>
      <vt:lpstr> </vt:lpstr>
      <vt:lpstr>课后作业</vt:lpstr>
      <vt:lpstr>PowerPoint 演示文稿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叮咚</cp:lastModifiedBy>
  <cp:revision>68</cp:revision>
  <dcterms:created xsi:type="dcterms:W3CDTF">2018-07-03T13:24:00Z</dcterms:created>
  <dcterms:modified xsi:type="dcterms:W3CDTF">2021-06-17T02:50:09Z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3FAB58F7C84E4CD99A5E2C4CA00D893D</vt:lpwstr>
  </property>
  <property fmtid="{D5CDD505-2E9C-101B-9397-08002B2CF9AE}" pid="3" name="KSOProductBuildVer">
    <vt:lpwstr>2052-11.1.0.10577</vt:lpwstr>
  </property>
</Properties>
</file>