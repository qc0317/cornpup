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9" r:id="rId3"/>
    <p:sldId id="269" r:id="rId4"/>
    <p:sldId id="283" r:id="rId5"/>
    <p:sldId id="284" r:id="rId6"/>
    <p:sldId id="285" r:id="rId7"/>
    <p:sldId id="286" r:id="rId8"/>
    <p:sldId id="287" r:id="rId9"/>
    <p:sldId id="267" r:id="rId10"/>
    <p:sldId id="288" r:id="rId11"/>
    <p:sldId id="280" r:id="rId12"/>
    <p:sldId id="291" r:id="rId1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microsoft.com/office/2007/relationships/hdphoto" Target="../media/image7.wdp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查分程序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31198"/>
            <a:ext cx="8229600" cy="641226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数 组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9592" y="3291830"/>
            <a:ext cx="7109639" cy="12913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尼克有一个幸福的大家庭。老大的名字是马克，老二的名字是马尼，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老三是尼克，老四的名字是波力。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它们的名字就是一组具有内在联系、相同属性的数据。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178" y="1177744"/>
            <a:ext cx="3807644" cy="2030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查分程序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数组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8" name="AutoShape 962"/>
          <p:cNvSpPr>
            <a:spLocks noChangeArrowheads="1"/>
          </p:cNvSpPr>
          <p:nvPr/>
        </p:nvSpPr>
        <p:spPr bwMode="auto">
          <a:xfrm>
            <a:off x="3347864" y="1491630"/>
            <a:ext cx="4267200" cy="2778795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尼克、格莱尔等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位同学进行了一次信息学测试，试编一程序，实现查分功能。先输入成绩，然后输入学号输出相应的成绩。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1707515"/>
            <a:ext cx="2520315" cy="2531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1059582"/>
            <a:ext cx="4742309" cy="3679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666569" y="1131509"/>
            <a:ext cx="3995004" cy="16722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用</a:t>
            </a:r>
            <a:r>
              <a:rPr lang="en-US" altLang="zh-CN" dirty="0"/>
              <a:t>a1--a5</a:t>
            </a:r>
            <a:r>
              <a:rPr lang="zh-CN" altLang="en-US" dirty="0"/>
              <a:t>分别保存</a:t>
            </a:r>
            <a:r>
              <a:rPr lang="en-US" altLang="zh-CN" dirty="0"/>
              <a:t>1--5</a:t>
            </a:r>
            <a:r>
              <a:rPr lang="zh-CN" altLang="en-US" dirty="0"/>
              <a:t>号同学的成绩，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然后进行判断。如果输入的学号是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则输出</a:t>
            </a:r>
            <a:r>
              <a:rPr lang="en-US" altLang="zh-CN" dirty="0"/>
              <a:t>a1</a:t>
            </a:r>
            <a:r>
              <a:rPr lang="zh-CN" altLang="en-US" dirty="0"/>
              <a:t>的值，依次类推。。。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348" y="3264278"/>
            <a:ext cx="14859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1760822"/>
            <a:ext cx="2957861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那如果全班有</a:t>
            </a:r>
            <a:r>
              <a:rPr lang="en-US" altLang="zh-CN" dirty="0"/>
              <a:t>45</a:t>
            </a:r>
            <a:r>
              <a:rPr lang="zh-CN" altLang="en-US" dirty="0"/>
              <a:t>位同学呢？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有没有简便的方法？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67944" y="1059582"/>
            <a:ext cx="41857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数组</a:t>
            </a:r>
            <a:r>
              <a:rPr lang="zh-CN" altLang="en-US" sz="4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：</a:t>
            </a:r>
            <a:r>
              <a:rPr lang="zh-CN" altLang="en-US" sz="24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一组数据的集合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283968" y="2067694"/>
            <a:ext cx="3185487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类型名  数组名</a:t>
            </a:r>
            <a:r>
              <a:rPr lang="en-US" altLang="zh-CN" dirty="0"/>
              <a:t>[</a:t>
            </a:r>
            <a:r>
              <a:rPr lang="zh-CN" altLang="en-US" dirty="0"/>
              <a:t>常量表达式</a:t>
            </a:r>
            <a:r>
              <a:rPr lang="en-US" altLang="zh-CN" dirty="0"/>
              <a:t>]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 a[10]; </a:t>
            </a:r>
            <a:endParaRPr lang="en-US" altLang="zh-CN" dirty="0"/>
          </a:p>
          <a:p>
            <a:r>
              <a:rPr lang="zh-CN" altLang="en-US" dirty="0"/>
              <a:t>相当于一次定义了一批变量，</a:t>
            </a:r>
            <a:endParaRPr lang="en-US" altLang="zh-CN" dirty="0"/>
          </a:p>
          <a:p>
            <a:r>
              <a:rPr lang="zh-CN" altLang="en-US" dirty="0"/>
              <a:t>而且它们还具有某种联系。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04784" y="3867894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a[3]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a[4]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a[5]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a[6]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a[7]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a[8]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a[9]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491880" y="1365905"/>
            <a:ext cx="4680520" cy="2123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数组</a:t>
            </a:r>
            <a:endParaRPr lang="en-US" altLang="zh-C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数组名：遵循标识符的命名规则；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数组的类型：每个元素的数据类型；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数组的长度：元素的个数，方括号中的值；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00000"/>
                </a:solidFill>
              </a:rPr>
              <a:t>下标从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r>
              <a:rPr lang="zh-CN" altLang="en-US" dirty="0">
                <a:solidFill>
                  <a:srgbClr val="C00000"/>
                </a:solidFill>
              </a:rPr>
              <a:t>开始</a:t>
            </a:r>
            <a:r>
              <a:rPr lang="zh-CN" altLang="en-US" dirty="0"/>
              <a:t>，最后一个元素是</a:t>
            </a:r>
            <a:r>
              <a:rPr lang="en-US" altLang="zh-CN" dirty="0"/>
              <a:t>a[9]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使用下标访问数组元素；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数组往往和循环结合起来使用；</a:t>
            </a:r>
            <a:endParaRPr lang="en-US" altLang="zh-CN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59632" y="393990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a[3]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a[4]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a[5]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a[6]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a[7]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a[8]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a[9]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1043608" y="1904514"/>
            <a:ext cx="16721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err="1"/>
              <a:t>int</a:t>
            </a:r>
            <a:r>
              <a:rPr lang="en-US" altLang="zh-CN" sz="2800" dirty="0"/>
              <a:t>  a[10]; 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347614"/>
            <a:ext cx="7258698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572000" y="3579862"/>
          <a:ext cx="3657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a[3]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a[4]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a[5]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07000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120180"/>
            <a:ext cx="71126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数组</a:t>
            </a:r>
            <a:r>
              <a:rPr lang="en-US" altLang="zh-CN" sz="2000" dirty="0">
                <a:latin typeface="+mn-ea"/>
              </a:rPr>
              <a:t>a</a:t>
            </a:r>
            <a:r>
              <a:rPr lang="zh-CN" altLang="en-US" sz="2000" dirty="0">
                <a:latin typeface="+mn-ea"/>
              </a:rPr>
              <a:t>有</a:t>
            </a:r>
            <a:r>
              <a:rPr lang="en-US" altLang="zh-CN" sz="2000" dirty="0">
                <a:latin typeface="+mn-ea"/>
              </a:rPr>
              <a:t>5</a:t>
            </a:r>
            <a:r>
              <a:rPr lang="zh-CN" altLang="en-US" sz="2000" dirty="0">
                <a:latin typeface="+mn-ea"/>
              </a:rPr>
              <a:t>个下标变量，各个元素的值如表所示，则</a:t>
            </a:r>
            <a:r>
              <a:rPr lang="en-US" altLang="zh-CN" sz="2000" dirty="0">
                <a:latin typeface="+mn-ea"/>
              </a:rPr>
              <a:t>a[0]++</a:t>
            </a:r>
            <a:r>
              <a:rPr lang="zh-CN" altLang="en-US" sz="2000" dirty="0">
                <a:latin typeface="+mn-ea"/>
              </a:rPr>
              <a:t>的值是（ ）。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99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100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97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92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699" y="3188458"/>
            <a:ext cx="1736606" cy="1636713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139952" y="2715766"/>
          <a:ext cx="304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a[3]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a[4]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272" y="575604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4936302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683568" y="2571750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i       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95536" y="1707654"/>
          <a:ext cx="46863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a[0]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a[1]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a[2]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a[3]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a[4]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a[5]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a[6]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a[7]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a[8]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a[9]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062038"/>
            <a:ext cx="3019425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735" y="3795886"/>
            <a:ext cx="1406190" cy="1060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600528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98600" y="1267530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输入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5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个整数，输出最小的数</a:t>
            </a:r>
            <a:r>
              <a:rPr lang="zh-CN" altLang="en-US" sz="2000" b="0" dirty="0">
                <a:solidFill>
                  <a:prstClr val="black"/>
                </a:solidFill>
              </a:rPr>
              <a:t>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851" y="1125585"/>
            <a:ext cx="4189968" cy="2892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731" y="2934408"/>
            <a:ext cx="1739202" cy="17281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</Words>
  <Application>WPS 演示</Application>
  <PresentationFormat>全屏显示(16:9)</PresentationFormat>
  <Paragraphs>169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数 组</vt:lpstr>
      <vt:lpstr>查分程序——数组</vt:lpstr>
      <vt:lpstr> </vt:lpstr>
      <vt:lpstr> 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104</cp:revision>
  <dcterms:created xsi:type="dcterms:W3CDTF">2018-07-03T13:24:00Z</dcterms:created>
  <dcterms:modified xsi:type="dcterms:W3CDTF">2021-10-07T14:14:22Z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08A5942367D84C8692E33FF94E16B09D</vt:lpwstr>
  </property>
  <property fmtid="{D5CDD505-2E9C-101B-9397-08002B2CF9AE}" pid="3" name="KSOProductBuildVer">
    <vt:lpwstr>2052-11.1.0.10700</vt:lpwstr>
  </property>
</Properties>
</file>