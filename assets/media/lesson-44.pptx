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3"/>
    <p:sldId id="269" r:id="rId4"/>
    <p:sldId id="281" r:id="rId5"/>
    <p:sldId id="282" r:id="rId6"/>
    <p:sldId id="275" r:id="rId7"/>
    <p:sldId id="267" r:id="rId8"/>
    <p:sldId id="280" r:id="rId9"/>
    <p:sldId id="285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108" d="100"/>
          <a:sy n="108" d="100"/>
        </p:scale>
        <p:origin x="749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44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最大公约数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辗转相除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66639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最大公约数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辗转相除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3608" y="1568235"/>
            <a:ext cx="7045960" cy="922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明明有一根长</a:t>
            </a:r>
            <a:r>
              <a:rPr lang="en-US" altLang="zh-CN" dirty="0"/>
              <a:t>15</a:t>
            </a:r>
            <a:r>
              <a:rPr lang="zh-CN" altLang="en-US" dirty="0"/>
              <a:t>米的铁丝，美美有一根长</a:t>
            </a:r>
            <a:r>
              <a:rPr lang="en-US" altLang="zh-CN" dirty="0"/>
              <a:t>18</a:t>
            </a:r>
            <a:r>
              <a:rPr lang="zh-CN" altLang="en-US" dirty="0"/>
              <a:t>米的铁丝，要把它们截成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同样长的小段，不许剩余，每段最长有几米？</a:t>
            </a:r>
            <a:endParaRPr lang="zh-CN" altLang="en-US" dirty="0"/>
          </a:p>
        </p:txBody>
      </p:sp>
      <p:sp>
        <p:nvSpPr>
          <p:cNvPr id="11" name="AutoShape 720"/>
          <p:cNvSpPr>
            <a:spLocks noChangeArrowheads="1"/>
          </p:cNvSpPr>
          <p:nvPr/>
        </p:nvSpPr>
        <p:spPr bwMode="auto">
          <a:xfrm>
            <a:off x="3131840" y="2651935"/>
            <a:ext cx="3774764" cy="139882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</a:t>
            </a:r>
            <a:r>
              <a:rPr lang="zh-CN" altLang="en-US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出每段最长的米数</a:t>
            </a: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495" y="278765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8184" y="523704"/>
            <a:ext cx="2210733" cy="40508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9552" y="1348657"/>
            <a:ext cx="5429172" cy="3046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+mj-ea"/>
                <a:ea typeface="+mj-ea"/>
              </a:rPr>
              <a:t>求</a:t>
            </a:r>
            <a:r>
              <a:rPr lang="en-US" altLang="zh-CN" sz="2000" b="1" dirty="0">
                <a:latin typeface="+mj-ea"/>
                <a:ea typeface="+mj-ea"/>
              </a:rPr>
              <a:t>m</a:t>
            </a:r>
            <a:r>
              <a:rPr lang="zh-CN" altLang="en-US" sz="2000" b="1" dirty="0">
                <a:latin typeface="+mj-ea"/>
                <a:ea typeface="+mj-ea"/>
              </a:rPr>
              <a:t>和</a:t>
            </a:r>
            <a:r>
              <a:rPr lang="en-US" altLang="zh-CN" sz="2000" b="1" dirty="0">
                <a:latin typeface="+mj-ea"/>
                <a:ea typeface="+mj-ea"/>
              </a:rPr>
              <a:t>n</a:t>
            </a:r>
            <a:r>
              <a:rPr lang="zh-CN" altLang="en-US" sz="2000" b="1" dirty="0">
                <a:latin typeface="+mj-ea"/>
                <a:ea typeface="+mj-ea"/>
              </a:rPr>
              <a:t>的最大公约数：辗转相除法</a:t>
            </a:r>
            <a:endParaRPr lang="en-US" altLang="zh-CN" sz="2000" b="1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求</a:t>
            </a:r>
            <a:r>
              <a:rPr lang="en-US" altLang="zh-CN" dirty="0"/>
              <a:t>m</a:t>
            </a:r>
            <a:r>
              <a:rPr lang="zh-CN" altLang="en-US" dirty="0"/>
              <a:t>除以</a:t>
            </a:r>
            <a:r>
              <a:rPr lang="en-US" altLang="zh-CN" dirty="0"/>
              <a:t>n</a:t>
            </a:r>
            <a:r>
              <a:rPr lang="zh-CN" altLang="en-US" dirty="0"/>
              <a:t>的余数</a:t>
            </a:r>
            <a:r>
              <a:rPr lang="en-US" altLang="zh-CN" dirty="0"/>
              <a:t>r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当</a:t>
            </a:r>
            <a:r>
              <a:rPr lang="en-US" altLang="zh-CN" dirty="0"/>
              <a:t>r==0</a:t>
            </a:r>
            <a:r>
              <a:rPr lang="zh-CN" altLang="en-US" dirty="0"/>
              <a:t>时，则</a:t>
            </a:r>
            <a:r>
              <a:rPr lang="en-US" altLang="zh-CN" dirty="0"/>
              <a:t>n</a:t>
            </a:r>
            <a:r>
              <a:rPr lang="zh-CN" altLang="en-US" dirty="0"/>
              <a:t>为最大公约数，输出</a:t>
            </a:r>
            <a:r>
              <a:rPr lang="en-US" altLang="zh-CN" dirty="0"/>
              <a:t>n</a:t>
            </a:r>
            <a:r>
              <a:rPr lang="zh-CN" altLang="en-US" dirty="0"/>
              <a:t>并结束程序；当</a:t>
            </a:r>
            <a:r>
              <a:rPr lang="en-US" altLang="zh-CN" dirty="0"/>
              <a:t>r!=0</a:t>
            </a:r>
            <a:r>
              <a:rPr lang="zh-CN" altLang="en-US" dirty="0"/>
              <a:t>时，执行第</a:t>
            </a:r>
            <a:r>
              <a:rPr lang="en-US" altLang="zh-CN" dirty="0"/>
              <a:t>3</a:t>
            </a:r>
            <a:r>
              <a:rPr lang="zh-CN" altLang="en-US" dirty="0"/>
              <a:t>步；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将</a:t>
            </a:r>
            <a:r>
              <a:rPr lang="en-US" altLang="zh-CN" dirty="0"/>
              <a:t>n</a:t>
            </a:r>
            <a:r>
              <a:rPr lang="zh-CN" altLang="en-US" dirty="0"/>
              <a:t>的值赋给</a:t>
            </a:r>
            <a:r>
              <a:rPr lang="en-US" altLang="zh-CN" dirty="0"/>
              <a:t>m</a:t>
            </a:r>
            <a:r>
              <a:rPr lang="zh-CN" altLang="en-US" dirty="0"/>
              <a:t>，将</a:t>
            </a:r>
            <a:r>
              <a:rPr lang="en-US" altLang="zh-CN" dirty="0"/>
              <a:t>r</a:t>
            </a:r>
            <a:r>
              <a:rPr lang="zh-CN" altLang="en-US" dirty="0"/>
              <a:t>的值赋给</a:t>
            </a:r>
            <a:r>
              <a:rPr lang="en-US" altLang="zh-CN" dirty="0"/>
              <a:t>n</a:t>
            </a:r>
            <a:r>
              <a:rPr lang="zh-CN" altLang="en-US" dirty="0"/>
              <a:t>；再求</a:t>
            </a:r>
            <a:r>
              <a:rPr lang="en-US" altLang="zh-CN" dirty="0"/>
              <a:t>m</a:t>
            </a:r>
            <a:r>
              <a:rPr lang="zh-CN" altLang="en-US" dirty="0"/>
              <a:t>除以</a:t>
            </a:r>
            <a:r>
              <a:rPr lang="en-US" altLang="zh-CN" dirty="0"/>
              <a:t>n</a:t>
            </a:r>
            <a:r>
              <a:rPr lang="zh-CN" altLang="en-US" dirty="0"/>
              <a:t>的余数</a:t>
            </a:r>
            <a:r>
              <a:rPr lang="en-US" altLang="zh-CN" dirty="0"/>
              <a:t>r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转到第</a:t>
            </a:r>
            <a:r>
              <a:rPr lang="en-US" altLang="zh-CN" dirty="0"/>
              <a:t>2</a:t>
            </a:r>
            <a:r>
              <a:rPr lang="zh-CN" altLang="en-US" dirty="0"/>
              <a:t>步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696499" y="495486"/>
            <a:ext cx="5670376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 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long </a:t>
            </a:r>
            <a:r>
              <a:rPr lang="en-US" altLang="zh-CN" sz="1600" dirty="0" err="1"/>
              <a:t>long</a:t>
            </a:r>
            <a:r>
              <a:rPr lang="en-US" altLang="zh-CN" sz="1600" dirty="0"/>
              <a:t>  </a:t>
            </a:r>
            <a:r>
              <a:rPr lang="en-US" altLang="zh-CN" sz="1600" dirty="0" err="1"/>
              <a:t>m,n,r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输入两个正整数：</a:t>
            </a:r>
            <a:r>
              <a:rPr lang="en-US" altLang="zh-CN" sz="1600" dirty="0"/>
              <a:t>";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cin</a:t>
            </a:r>
            <a:r>
              <a:rPr lang="en-US" altLang="zh-CN" sz="1600" dirty="0"/>
              <a:t>&gt;&gt;m&gt;&gt;n; </a:t>
            </a:r>
            <a:endParaRPr lang="en-US" altLang="zh-CN" sz="1600" dirty="0"/>
          </a:p>
          <a:p>
            <a:r>
              <a:rPr lang="en-US" altLang="zh-CN" sz="1600" dirty="0"/>
              <a:t>    r=</a:t>
            </a:r>
            <a:r>
              <a:rPr lang="en-US" altLang="zh-CN" sz="1600" dirty="0" err="1"/>
              <a:t>m%n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while(r!=0)</a:t>
            </a:r>
            <a:endParaRPr lang="en-US" altLang="zh-CN" sz="1600" dirty="0"/>
          </a:p>
          <a:p>
            <a:r>
              <a:rPr lang="en-US" altLang="zh-CN" sz="1600" dirty="0"/>
              <a:t>    {</a:t>
            </a:r>
            <a:endParaRPr lang="en-US" altLang="zh-CN" sz="1600" dirty="0"/>
          </a:p>
          <a:p>
            <a:r>
              <a:rPr lang="en-US" altLang="zh-CN" sz="1600" dirty="0"/>
              <a:t>         m=n;</a:t>
            </a:r>
            <a:endParaRPr lang="en-US" altLang="zh-CN" sz="1600" dirty="0"/>
          </a:p>
          <a:p>
            <a:r>
              <a:rPr lang="en-US" altLang="zh-CN" sz="1600" dirty="0"/>
              <a:t>         n=r;</a:t>
            </a:r>
            <a:endParaRPr lang="en-US" altLang="zh-CN" sz="1600" dirty="0"/>
          </a:p>
          <a:p>
            <a:r>
              <a:rPr lang="en-US" altLang="zh-CN" sz="1600" dirty="0"/>
              <a:t>         r=</a:t>
            </a:r>
            <a:r>
              <a:rPr lang="en-US" altLang="zh-CN" sz="1600" dirty="0" err="1"/>
              <a:t>m%n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}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最大公约数：</a:t>
            </a:r>
            <a:r>
              <a:rPr lang="en-US" altLang="zh-CN" sz="1600" dirty="0"/>
              <a:t>"&lt;&lt;n&lt;&lt;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return 0; 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9992" y="1707654"/>
            <a:ext cx="2736304" cy="2535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5566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5328592" cy="1368152"/>
          </a:xfrm>
        </p:spPr>
        <p:txBody>
          <a:bodyPr>
            <a:normAutofit/>
          </a:bodyPr>
          <a:lstStyle/>
          <a:p>
            <a:pPr lvl="1"/>
            <a:r>
              <a:rPr lang="en-US" altLang="zh-CN" sz="2400" dirty="0"/>
              <a:t>while  </a:t>
            </a:r>
            <a:r>
              <a:rPr lang="zh-CN" altLang="en-US" sz="2400" dirty="0"/>
              <a:t>当。。。的时候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824" y="2048552"/>
            <a:ext cx="2674852" cy="251481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3295" y="572043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9386" y="1500844"/>
            <a:ext cx="2792145" cy="293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、请问</a:t>
            </a:r>
            <a:r>
              <a:rPr lang="en-US" altLang="zh-CN" dirty="0">
                <a:latin typeface="+mn-ea"/>
              </a:rPr>
              <a:t>21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14</a:t>
            </a:r>
            <a:r>
              <a:rPr lang="zh-CN" altLang="en-US" dirty="0">
                <a:latin typeface="+mn-ea"/>
              </a:rPr>
              <a:t>的最大公约数用二进制表示为（  ）。</a:t>
            </a:r>
            <a:endParaRPr lang="zh-CN" altLang="en-US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(00000101)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(00000111)</a:t>
            </a:r>
            <a:r>
              <a:rPr lang="en-US" altLang="zh-CN" baseline="-25000" dirty="0">
                <a:latin typeface="+mn-ea"/>
              </a:rPr>
              <a:t>2</a:t>
            </a:r>
            <a:endParaRPr lang="en-US" altLang="zh-CN" baseline="-25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(00001000)</a:t>
            </a:r>
            <a:r>
              <a:rPr lang="en-US" altLang="zh-CN" baseline="-25000" dirty="0">
                <a:latin typeface="+mn-ea"/>
              </a:rPr>
              <a:t>2</a:t>
            </a:r>
            <a:endParaRPr lang="en-US" altLang="zh-CN" baseline="-25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(10001110)</a:t>
            </a:r>
            <a:r>
              <a:rPr lang="en-US" altLang="zh-CN" baseline="-25000" dirty="0">
                <a:latin typeface="+mn-ea"/>
              </a:rPr>
              <a:t>2</a:t>
            </a:r>
            <a:endParaRPr lang="en-US" altLang="zh-CN" baseline="-25000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5055" y="624123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944216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x   y   temp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983" y="1109251"/>
            <a:ext cx="2698761" cy="3631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6426010" y="3995157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28  7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02376" y="457338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幼儿园中班有</a:t>
            </a:r>
            <a:r>
              <a:rPr lang="en-US" altLang="zh-CN" sz="1800" b="0" dirty="0">
                <a:solidFill>
                  <a:prstClr val="black"/>
                </a:solidFill>
              </a:rPr>
              <a:t>36</a:t>
            </a:r>
            <a:r>
              <a:rPr lang="zh-CN" altLang="en-US" sz="1800" b="0" dirty="0">
                <a:solidFill>
                  <a:prstClr val="black"/>
                </a:solidFill>
              </a:rPr>
              <a:t>个小朋友，小班有</a:t>
            </a:r>
            <a:r>
              <a:rPr lang="en-US" altLang="zh-CN" sz="1800" b="0" dirty="0">
                <a:solidFill>
                  <a:prstClr val="black"/>
                </a:solidFill>
              </a:rPr>
              <a:t>30</a:t>
            </a:r>
            <a:r>
              <a:rPr lang="zh-CN" altLang="en-US" sz="1800" b="0" dirty="0">
                <a:solidFill>
                  <a:prstClr val="black"/>
                </a:solidFill>
              </a:rPr>
              <a:t>个小朋友。按班分组，两个班各组的人数一样多，问每组最多有多少个小朋友？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（求最大公约数的另一方法）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3795886"/>
            <a:ext cx="2251710" cy="64516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</a:t>
            </a:r>
            <a:endParaRPr lang="en-US" altLang="zh-CN" b="1" dirty="0">
              <a:solidFill>
                <a:prstClr val="black"/>
              </a:solidFill>
              <a:latin typeface="宋体" panose="02010600030101010101" pitchFamily="2" charset="-122"/>
            </a:endParaRPr>
          </a:p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811031"/>
            <a:ext cx="4736976" cy="3625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WPS 演示</Application>
  <PresentationFormat>全屏显示(16:9)</PresentationFormat>
  <Paragraphs>73</Paragraphs>
  <Slides>8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Wingdings</vt:lpstr>
      <vt:lpstr>Office 主题</vt:lpstr>
      <vt:lpstr>PowerPoint 演示文稿</vt:lpstr>
      <vt:lpstr>最大公约数——辗转相除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75</cp:revision>
  <dcterms:created xsi:type="dcterms:W3CDTF">2018-07-03T13:24:00Z</dcterms:created>
  <dcterms:modified xsi:type="dcterms:W3CDTF">2021-06-19T06:32:29Z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1F9B457ACEBB4EA3912523391A0F27DE</vt:lpwstr>
  </property>
  <property fmtid="{D5CDD505-2E9C-101B-9397-08002B2CF9AE}" pid="3" name="KSOProductBuildVer">
    <vt:lpwstr>2052-11.1.0.10577</vt:lpwstr>
  </property>
</Properties>
</file>