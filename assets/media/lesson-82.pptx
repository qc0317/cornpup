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GIF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275" y="1028733"/>
            <a:ext cx="7584843" cy="2689297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391477" y="2852936"/>
            <a:ext cx="10657184" cy="29763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2325187" y="3137728"/>
            <a:ext cx="8448939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r>
              <a:rPr lang="zh-CN" altLang="en-US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5335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8139" y="4341101"/>
            <a:ext cx="10800523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民主选举</a:t>
            </a:r>
            <a:r>
              <a:rPr lang="en-US" altLang="zh-CN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指针与数组</a:t>
            </a:r>
            <a:r>
              <a:rPr lang="en-US" altLang="zh-CN" sz="5335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5335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403" y="932723"/>
            <a:ext cx="10972800" cy="854968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民主选举</a:t>
            </a:r>
            <a:r>
              <a:rPr lang="en-US" altLang="zh-CN" sz="3200" dirty="0">
                <a:solidFill>
                  <a:srgbClr val="00B0F0"/>
                </a:solidFill>
              </a:rPr>
              <a:t>——</a:t>
            </a:r>
            <a:r>
              <a:rPr lang="zh-CN" altLang="en-US" sz="3200" dirty="0">
                <a:solidFill>
                  <a:srgbClr val="00B0F0"/>
                </a:solidFill>
              </a:rPr>
              <a:t>指针与数组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sp>
        <p:nvSpPr>
          <p:cNvPr id="5" name="AutoShape 1037"/>
          <p:cNvSpPr>
            <a:spLocks noChangeArrowheads="1"/>
          </p:cNvSpPr>
          <p:nvPr/>
        </p:nvSpPr>
        <p:spPr bwMode="auto">
          <a:xfrm>
            <a:off x="4559829" y="1961739"/>
            <a:ext cx="5443437" cy="423667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121920" tIns="60960" rIns="121920" bIns="60960" anchor="t" anchorCtr="0" upright="1">
            <a:noAutofit/>
          </a:bodyPr>
          <a:lstStyle/>
          <a:p>
            <a:pPr marL="66675" indent="720090" algn="just">
              <a:spcAft>
                <a:spcPts val="0"/>
              </a:spcAft>
            </a:pP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试编一个投票程序，有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位同学参加选举，有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位候选人，分别用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来表示，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表示弃权。投票后输出</a:t>
            </a:r>
            <a:r>
              <a:rPr lang="en-US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3735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位候选人的票数。</a:t>
            </a:r>
            <a:endParaRPr lang="zh-CN" sz="3735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013" y="2307167"/>
            <a:ext cx="3530600" cy="3545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403" y="548680"/>
            <a:ext cx="10972800" cy="854968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1" y="1804789"/>
            <a:ext cx="5093156" cy="444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895" y="1527575"/>
            <a:ext cx="6628500" cy="498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403" y="548680"/>
            <a:ext cx="10972800" cy="854968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61" y="1236623"/>
            <a:ext cx="50673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03445" y="3660501"/>
            <a:ext cx="4357370" cy="2306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zh-CN" altLang="en-US" sz="2400" dirty="0"/>
              <a:t>与</a:t>
            </a:r>
            <a:r>
              <a:rPr lang="en-US" altLang="zh-CN" sz="2400" dirty="0"/>
              <a:t>&amp;a[0]</a:t>
            </a:r>
            <a:r>
              <a:rPr lang="zh-CN" altLang="en-US" sz="2400" dirty="0"/>
              <a:t>是等价的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/>
              <a:t>p=a;</a:t>
            </a:r>
            <a:endParaRPr lang="en-US" altLang="zh-CN" sz="2400" dirty="0"/>
          </a:p>
          <a:p>
            <a:r>
              <a:rPr lang="en-US" altLang="zh-CN" sz="2400" dirty="0"/>
              <a:t>p+1</a:t>
            </a:r>
            <a:r>
              <a:rPr lang="zh-CN" altLang="en-US" sz="2400" dirty="0"/>
              <a:t>就指向数组的下一个元素。</a:t>
            </a:r>
            <a:endParaRPr lang="en-US" altLang="zh-CN" sz="2400" dirty="0"/>
          </a:p>
          <a:p>
            <a:r>
              <a:rPr lang="zh-CN" altLang="en-US" sz="2400" dirty="0"/>
              <a:t>指针变量</a:t>
            </a:r>
            <a:r>
              <a:rPr lang="en-US" altLang="zh-CN" sz="2400" dirty="0"/>
              <a:t>p</a:t>
            </a:r>
            <a:r>
              <a:rPr lang="zh-CN" altLang="en-US" sz="2400" dirty="0"/>
              <a:t>可以改变值，</a:t>
            </a:r>
            <a:endParaRPr lang="en-US" altLang="zh-CN" sz="2400" dirty="0"/>
          </a:p>
          <a:p>
            <a:r>
              <a:rPr lang="zh-CN" altLang="en-US" sz="2400" dirty="0"/>
              <a:t>但是</a:t>
            </a:r>
            <a:r>
              <a:rPr lang="en-US" altLang="zh-CN" sz="2400" dirty="0"/>
              <a:t>a</a:t>
            </a:r>
            <a:r>
              <a:rPr lang="zh-CN" altLang="en-US" sz="2400" dirty="0"/>
              <a:t>不可以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44" y="215843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1" y="740701"/>
            <a:ext cx="10369152" cy="114300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9457" y="1493573"/>
            <a:ext cx="8256917" cy="427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65" dirty="0">
                <a:latin typeface="+mn-ea"/>
              </a:rPr>
              <a:t>   设有变量定义语句“</a:t>
            </a:r>
            <a:r>
              <a:rPr lang="en-US" altLang="zh-CN" sz="2665" dirty="0" err="1">
                <a:latin typeface="+mn-ea"/>
              </a:rPr>
              <a:t>int</a:t>
            </a:r>
            <a:r>
              <a:rPr lang="en-US" altLang="zh-CN" sz="2665" dirty="0">
                <a:latin typeface="+mn-ea"/>
              </a:rPr>
              <a:t> a[10];</a:t>
            </a:r>
            <a:r>
              <a:rPr lang="zh-CN" altLang="en-US" sz="2665" dirty="0">
                <a:latin typeface="+mn-ea"/>
              </a:rPr>
              <a:t>”，能正确引用数组</a:t>
            </a:r>
            <a:r>
              <a:rPr lang="en-US" altLang="zh-CN" sz="2665" dirty="0">
                <a:latin typeface="+mn-ea"/>
              </a:rPr>
              <a:t>a</a:t>
            </a:r>
            <a:r>
              <a:rPr lang="zh-CN" altLang="en-US" sz="2665" dirty="0">
                <a:latin typeface="+mn-ea"/>
              </a:rPr>
              <a:t>中的元素的表达式是（   ）。</a:t>
            </a:r>
            <a:endParaRPr lang="en-US" altLang="zh-CN" sz="2665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400" dirty="0">
                <a:latin typeface="+mn-ea"/>
              </a:rPr>
              <a:t>&amp;a[5]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400" dirty="0">
                <a:latin typeface="+mn-ea"/>
              </a:rPr>
              <a:t>*(a+2)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400" dirty="0">
                <a:latin typeface="+mn-ea"/>
              </a:rPr>
              <a:t>a+2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400" dirty="0">
                <a:latin typeface="+mn-ea"/>
              </a:rPr>
              <a:t>*(*(a+3))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295" y="4409228"/>
            <a:ext cx="2108708" cy="2108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0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387" y="835071"/>
            <a:ext cx="4128459" cy="114300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71397" y="1828445"/>
            <a:ext cx="4032448" cy="192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007435" y="2621989"/>
            <a:ext cx="2784309" cy="26765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----------------------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715661" y="5637245"/>
            <a:ext cx="291147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输出</a:t>
            </a:r>
            <a:r>
              <a:rPr lang="en-US" altLang="zh-CN" sz="2400" dirty="0"/>
              <a:t>:____________</a:t>
            </a:r>
            <a:endParaRPr lang="zh-CN" alt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233" y="1110713"/>
            <a:ext cx="3939387" cy="5181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295" y="4409228"/>
            <a:ext cx="2108708" cy="2108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42419" y="672607"/>
            <a:ext cx="12107163" cy="60577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3"/>
          <p:cNvSpPr/>
          <p:nvPr/>
        </p:nvSpPr>
        <p:spPr>
          <a:xfrm>
            <a:off x="143339" y="858397"/>
            <a:ext cx="11766571" cy="578052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224" y="1022797"/>
            <a:ext cx="5492876" cy="114300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30561" y="2126419"/>
            <a:ext cx="4224469" cy="4512501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prstClr val="black"/>
                </a:solidFill>
              </a:rPr>
              <a:t>3</a:t>
            </a:r>
            <a:r>
              <a:rPr lang="zh-CN" altLang="en-US" sz="3200" dirty="0">
                <a:solidFill>
                  <a:prstClr val="black"/>
                </a:solidFill>
              </a:rPr>
              <a:t>、完善程序。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b="0" dirty="0">
                <a:solidFill>
                  <a:prstClr val="black"/>
                </a:solidFill>
                <a:latin typeface="+mn-ea"/>
                <a:ea typeface="+mn-ea"/>
              </a:rPr>
              <a:t>对语文、数学、英语、科学四门学科期末测试，请编写程序帮助年年算总分。</a:t>
            </a:r>
            <a:endParaRPr lang="en-US" altLang="zh-CN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925" y="1466427"/>
            <a:ext cx="4842907" cy="482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295" y="4409228"/>
            <a:ext cx="2108708" cy="2108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5423924" y="418341"/>
            <a:ext cx="5349671" cy="327823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5711957" y="1221208"/>
            <a:ext cx="5349671" cy="14935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 err="1">
                <a:solidFill>
                  <a:srgbClr val="00B0F0"/>
                </a:solidFill>
              </a:rPr>
              <a:t>下课</a:t>
            </a:r>
            <a:r>
              <a:rPr lang="zh-CN" altLang="en-US" sz="9600" dirty="0">
                <a:solidFill>
                  <a:srgbClr val="00B0F0"/>
                </a:solidFill>
              </a:rPr>
              <a:t>啦</a:t>
            </a:r>
            <a:r>
              <a:rPr sz="9600" dirty="0">
                <a:solidFill>
                  <a:srgbClr val="00B0F0"/>
                </a:solidFill>
              </a:rPr>
              <a:t>！</a:t>
            </a:r>
            <a:endParaRPr sz="96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032" y="2326107"/>
            <a:ext cx="4929588" cy="453904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WPS 演示</Application>
  <PresentationFormat>宽屏</PresentationFormat>
  <Paragraphs>50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楷体</vt:lpstr>
      <vt:lpstr>Times New Roman</vt:lpstr>
      <vt:lpstr>仿宋</vt:lpstr>
      <vt:lpstr>Office 主题​​</vt:lpstr>
      <vt:lpstr>PowerPoint 演示文稿</vt:lpstr>
      <vt:lpstr>民主选举——指针与数组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康汉卿</cp:lastModifiedBy>
  <cp:revision>172</cp:revision>
  <dcterms:created xsi:type="dcterms:W3CDTF">2019-06-19T02:08:00Z</dcterms:created>
  <dcterms:modified xsi:type="dcterms:W3CDTF">2021-11-07T03:16:58Z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9C5E03D095C6497DA9BA8B69EB223727</vt:lpwstr>
  </property>
</Properties>
</file>