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3" r:id="rId4"/>
    <p:sldId id="294" r:id="rId5"/>
    <p:sldId id="295" r:id="rId6"/>
    <p:sldId id="296" r:id="rId7"/>
    <p:sldId id="293" r:id="rId8"/>
    <p:sldId id="267" r:id="rId9"/>
    <p:sldId id="288" r:id="rId10"/>
    <p:sldId id="280" r:id="rId11"/>
    <p:sldId id="298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140 289,'4'0,"0"0,-1 0,0 0,0 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149 288,'-3'-1,"0"3,1 1,1 0,0 0,-1 0,2 0,-1 0,0 0,0 0,1 0,0 0,4-3,-1 0,0 0,0-1,-1-2,-1 0,2-2,-2 1,0 1,1 0,0-1,-1 0,-1 7,0 0,0 0,0 0,1 0,1 0,-2 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153 365,'-3'3,"2"2,0-2,0 0,0 0,1 0,0 0,0 0,0 0,2 0,1 1,0-4,0-1,2-4,-3 2,-1 0,0 0,0-1,0-2,-1 2,0 0,0 1,0 0,-2 0,1 0,0 0,1 0,0 0,2 0,-1 0,-1 6,0 0,0 0,0 0,0 2,0 0,0-1,0-1,0 1,0-1,0 0,0 1,-1-1,1 0,0 2,0-2,0 0,0 1,0-1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226 268,'0'4,"-1"-1,0 0,0 0,1 2,0-2,-1 1,1 0,0 1,0-2,0 2,0-2,0 1,0-1,0-6,1-1,1 1,0 0,-1 0,3-1,-1-1,-1 2,1 4,-2 3,0-1,-1 1,1-1,-1 1,1-1,-1 0,0 0,0 0,-2 0,-1-1,-1 1,0-3,1 0,-2 0,4-3,1 0,0 0,0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233 360,'4'2,"-1"0,0-2,0 0,0 0,0 0,1-2,-3-1,-1 0,-1 0,-2 0,0 1,0-1,-1 3,1 0,0 0,-1 2,3 1,1 0,0 1,0-1,0 0,0 0,0 1,0-1,2 0,-1 0,2 0,0-2,1 1,-1-1,1-1,-1 0,0 0,0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363 304,'2'6,"-2"-3,0 1,0 1,0 0,0 2,0 1,0 1,0 1,0 2,0-6,0 4,0-3,0 0,1-2,-1-2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379 305,'2'0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376 304,'3'0,"2"-1,-1 1,-1-1,1 0,-1 1,1-1,1 1,-1-1,0 0,0 1,1 0,-2-1,1 1,0-1,0 1,-1-1,1 1,0-1,-1 1,0-1,-1 4,-2 3,0-2,1 1,-1 1,0 1,0 3,0-1,0-6,1 5,-1-3,0 2,0 0,0-2,0 4,0-3,2 5,-2-5,0-1,0 2,0-2,0-1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376 415,'6'-1,"-2"0,3 0,-2 1,2 0,0-1,-2 1,1-1,-3 0,0 1,0 0,1-1,-1 1,0-1,1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376 332,'3'3,"1"-2,-1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435 325,'3'5,"0"1,-1-3,-1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389 387,'4'2,"-1"-1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433 378,'3'1,"0"2,-1 0,-1 1,1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421 819,'2'0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744 179,'3'-2,"0"2,0 0,0-1,0 0,0 0,0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611 639,'2'0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384 475,'3'1,"1"-1,1 1,-1-1,0 0,1 1,-2-1,1 1,1-1,0 0,3 0,2 2,2 0,-1 0,-6-1,2 0,-2 0,-1-1,0 0,0 0,1 0,-2 0,0 0,0 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365 642,'5'0,"-1"0,-1 0,0 0,0 0,2 0,-2 0,1-1,0 1,0 0,1-1,-1 1,2 0,4 0,-3 1,2 2,-4-2,1 0,-1-1,2 0,-2 0,0 1,1 0,-1-1,0 1,-2 0,0-1,0 1,0-1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348 805,'3'0,"1"0,0 0,0 0,1 0,1 0,1 0,3 0,2 0,-2 0,0 0,-2 0,2 0,-1 0,-2 0,-2 0,0 0,0 0,4 1,-6-1,5 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228 447,'-1'5,"-1"-1,0-1,0 0,-2 0,3 0,-4 1,2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225 435,'0'4,"4"0,-4 0,2 0,0-1,-1 0,1 1,0-1,-1 1,0-1,2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166 620,'4'0,"-1"0,2 0,0 0,2-1,0 0,-1 0,0 1,1 0,-2 0,-1-1,-1 1,0-1,4 0,-4 1,0-1,1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180 767,'-1'3,"4"-2,0-1,2 0,5 0,-1 0,-5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199 758,'-1'5,"1"-2,-1 2,0-1,1 3,0 1,0-1,0-3,0-1,0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177 784,'0'3,"0"1,0-1,0 0,1 1,1-1,1 0,1 0,0-1,-1-1,0 0,0-1,0 0,0 0,1 0,-1-1,0-6,0 3,-3-1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224 750,'-2'5,"1"1,1-2,-1-1,1 0,0 0,0 0,0 1,-1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219 799,'0'3,"1"2,-1-1,0-1,1 1,-1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1344 389,'3'-1,"0"0,0 1,0-1,1 0,-1 1,0 0,0 1,0 0,0 0,0-1,0 0,0 0,0-1,0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1376 394,'4'0,"-1"0,0 0,0 1,1-1,0 2,-1-2,0 0,0-1,0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1404 468,'2'0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1321 468,'3'0,"0"0,0 0,0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1298 559,'3'-1,"0"1,0 0,0-1,0 1,0-1,0 1,0 0,0-1,0 1,0 0,0 0,0 0,0 0,0 0,0-1,0 1,0 0,0 0,1 0,-1-1,0 1,1 0,-1 0,0 0,1 0,1 0,-2 0,5 0,-4 0,0 0,-1 0,0 0,0 1,0 0,1-1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1305 588,'3'-1,"1"1,0 0,0 0,0 0,0 0,-1 0,0 0,1 0,-1 0,1 0,0 0,-1 0,0 0,1 0,-1 1,0-1,1 0,0 0,-1 0,0 0,0 0,0 0,0-1,0 1,1 0,-1 1,2-1,-2 0,0 0,0 1,0 0,0-1,0 0,1 1,-1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1562 550,'3'1,"0"1,0 0,0-1,2 0,-1 0,-1 0,3-1,-3 1,1 0,-1-1,0 1,0 1,-1 1,-2 0,1 0,1 0,-1 2,-1-1,1-1,0 1,-1-1,1 2,-1-2,0 2,0-1,0 0,0 2,0 1,0 1,-1 1,0-2,-1 0,1-3,0 1,0-2,1 0,-1 0,0 0,0 1,0-1,-1 1,1 0,0 0,-1 0,1 1,-1-1,0 0,1-1,-1 0,1 0,-1 1,0-1,-1 1,0 0,0-1,0-1,0 1,1 1,-1-1,0 0,1 0,-1 1,-2 2,2-3,0-2,-1 2,1-2,0 0,0 2,0-2,0 1,0-1,-1 0,1-1,-4 0,3 0,-1 0,1 0,0 0,0 0,0 0,1 0,0 0,0 0,-2 0,0 0,-2 0,3 0,-1 0,1 0,0 0,1 0,-1 0,1 0,0 0,-3 1,2 0,0 1,0-1,1 0,0 0,0 0,0 2,-2-1,1 0,1-2,-1 2,1 0,0-1,2 2,1 0,0 1,0-1,1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1372 821,'3'1,"0"3,0-1,0-2,1-2,-1-2,-1-1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1315 864,'4'-1,"-1"0,0 0,0 1,0 0,0 0,0 0,0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1174 553,'-3'0,"0"0,-1 1,0 0,-1 0,2 0,0 0,0 0,0 1,0 1,1 0,1 0,-1 1,1 0,0-1,-1 1,1-1,0 0,0 0,1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1008 650,'0'3,"0"0,0 0,0 0,0 2,0-1,0-1,0 0,0 1,1 1,-1-1,0-1,0 2,0-2,0 1,0-1,0 0,0 0,0 1,0-1,-1 1,1-1,-3 6,2-6,1 0,-1 1,1-1,0 1,0-1,0 2,0 1,0-3,0 3,0-1,0 0,0-1,0-1,1 0,-1 0,1 1,2-2,0 2,0-1,2 0,-2-1,0-2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826 504,'5'0,"-1"0,0 0,-1 0,1 2,-3 1,-1 1,-4 2,2-3,-3 2,2-2,0 2,-2-1,-1 0,4-1,-1-1,-1 0,8 0,-1-2,0 0,3-2,-3 1,1-1,1 1,-2-1,1 1,-1-1,1 0,0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858 519,'5'-1,"-2"0,3 0,-1 1,1-1,-1 0,0 1,-1-1,2-1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884 495,'1'4,"-1"0,0-1,0 3,0-3,0 2,1-1,-1 0,0 0,0-1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961 492,'-1'4,"1"-1,0 1,0 1,0 0,0 0,0 0,0-1,0 1,0-1,0 2,0-2,0 0,0 1,0-2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1079 794,'5'0,"-2"-1,1 0,-1 0,0 1,0-1,1 1,-1-1,0 1,2-1,-1 1,0 0,-1 0,1 0,0 0,-1 0,2 0,-2 0,2 0,-1 0,-1 0,3 0,-3 0,1 0,0 0,-1 0,0 0,0 0,0-1,1 1,-1 0,0 0,0 0,1 0,-1 0,0 0,0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1318 698,'3'0,"0"-1,0 0,1 1,1 0,0 0,0 0,1 0,-3 0,0 0,0-1,0 0,0 1,-2 4,-1 0,0-1,0 0,0 0,0 0,1 0,-1 0,0 1,0-1,0 0,0 0,0 1,0 0,0 0,0 2,0-3,0 0,0 0,0 0,0 0,0 1,0 0,0-1,0 2,0-2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1348 777,'1'4,"1"-1,0 2,-1-1,1-1,1-3,1-4,-1 3,0 0,2-3,-2 2,0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238 386,'2'3,"1"-1,1 0,-1-1,0 1,0-2,0 0,0 0,0 0,2 1,-2-1,0 0,1 1,-1 0,0 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242 396,'4'0,"0"0,-1 0,0 0,1 0,-1 0,0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241 397,'4'0,"-1"-2,0 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235 396,'3'0,"0"0,0 0,0-1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160 433,'7'-2,"-1"1,0 1,0 0,-1 0,-2 0,1 0,3-1,-3 0,-1 1,1-1,-1 1,2-1,-2 1,0 0,0 0,2 0,-1 0,0 0,-1 0,0 0,0 0,0 1,0-1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136 232,'3'0,"0"-1,0 1,0-1,0 1,2 0,-2 0,0 0,1 0,2 0,0 0,-1 0,1 0,0 0,0 0,-2 0,1 0,1-2,0 2,-3-1,0 1,0-1,0 1,0 0,0 0,0 0,0 0,1 0,1 0,0 0,-1 0,0 0,2 0,-2 0,0 0,-1 0,1 0,-1 0,2 0,-2 0,0-1,3 1,-3 0,3 0,-2 0,-1 0,2 0,0 0,-1 0,-1 0,0 0,0 0,0 0,0 0,1 0,-1 0,0 0,2 0,-2 0,1 0,-1 0,0-1,0 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299 433,'3'0,"0"0,0-1,2 0,0 1,-2 0,1 0,0 0,-1 0,0 0,0 1,0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390 437,'3'1,"0"-1,1-1,-1 0,0 0,0 1,0 0,0-1,0 1,0 0,0 0,0 0,0 0,2 0,-2 0,0 0,0 0,0 0,0 0,0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162 479,'3'0,"1"0,0 0,-1 0,2-1,-2 1,1 0,1-1,-2 1,1-1,-1 1,1-1,0 1,-1 0,0-1,1 1,1 0,-2 0,1-1,-1 1,0 0,1 0,0 0,-1 0,0 0,0 0,1 0,-1 0,0 0,1 0,0 1,-1-1,1 1,0 0,-1 0,1 0,0-1,-1 0,0 0,0 0,0 1,1-1,-1 0,1 0,-1 0,2 0,-2 0,0 0,1 0,-1 0,4 0,-4 0,2 0,-1 0,-1 0,0 0,0 0,0 0,0 1,0-1,1 0,0 1,-1-1,0 0,0 1,0 0,0-1,0 0,1 0,0 0,-1 0,1 0,0 0,-1 0,1 0,-1 0,1 0,0 1,-1-1,0-1,0 1,0-1,0 1,0 0,0-1,-1-2,1 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381 447,'0'3,"0"2,0-2,0 2,0-2,0 3,1-2,-1-1,3-3,0 0,2 1,0-1,-2 0,0 0,0 1,0-1,0 0,0-1,1 0,-1 0,0-1,0 1,1 0,-1 0,1 1,1-1,-1 0,-1 0,0 1,-1-3,-1-1,0 0,0 0,-1 0,1 1,-1 0,1 0,-4 1,0 1,0 1,-1-1,1 1,0-1,-1 0,-2-2,2 2,-2-1,2 2,-1-2,2 2,-1 0,0 0,1 0,0 0,0 0,0 0,0 2,0 2,2-1,0 0,-1 0,0 0,0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200 517,'3'0,"2"0,-1 0,0 0,3 0,-3 0,1 0,0 0,4 1,-4 0,2-1,-2 0,-1 0,1 0,-2 0,0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300 515,'3'0,"2"-1,-1 0,-1 1,0 0,1-1,-1 1,1-1,0 1,1 0,-1 0,0 0,-1 0,0 0,1 0,-1 0,0 0,0 0,0 1,0-1,0 0,3 2,0-1,-3-1,0 1,2-1,-2 0,1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219 560,'4'0,"-1"0,0 1,0-1,0 1,0-1,1 0,-1 0,0 0,0-1,0-1,0 1,0 0,0 0,0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305 550,'4'3,"0"-1,0-2,-1 0,0 0,1-1,-1 1,0-1,1 1,-1 0,0 0,1 0,0 0,-1 0,0 1,1-1,0 1,2 2,-3-2,3 0,-1 1,-1-1,4 1,-2-2,-1 0,-2 0,0 0,2 0,-2 0,1-1,-1 1,0 0,0 0,0 0,0-1,0-1,0 0,1 0,-1 0,1 1,-1 1,0-2,0 1,0 1,0-1,0 1,0 0,0 0,2 1,-1 2,5 0,-5-2,-1-1,0 0,0 0,0 0,1 0,-1 0,0 0,0 0,0 0,5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340 553,'3'-1,"0"1,0 0,0 0,0 0,2 0,-2 1,0-1,0 0,0 0,0 0,1-1,-1 0,0 0,0 1,0 0,0 0,0 1,0 0,0-1,0 0,2 0,-2 0,0 0,1 0,-1 0,1-1,-1 1,0 0,1 0,0 0,-1 0,0 0,1 0,-1 0,0 0,0 0,1 0,0 0,-1 0,0 0,0 1,0 0,0-1,1 1,-1-1,0 0,0 0,1 0,-1 0,0 1,0-1,0 0,0 0,0 0,0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577 560,'4'-1,"-1"1,1-1,-1-1,0 2,0 0,1 0,-1 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273 599,'3'0,"0"0,0 0,0 0,0-1,0 0,0 1,0-1,0 1,1-1,-1 0,0 1,0 0,0 0,0 0,0 0,0 0,0 0,0 0,0 0,0 0,0-1,0 1,0 0,1 0,-1 0,0 0,0 0,1 2,-1-2,0 0,0 0,0 0,0-1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215 600,'0'3,"0"2,0 0,0 1,0 0,0-3,0 1,0 2,0-2,0 2,0-3,0 0,1 1,-1-1,0 1,1 1,-1-2,0 1,0 0,-1 0,1 1,-1-2,1 2,-1 2,0-3,1 0,-1-1,1 1,0-1,0 0,-1 0,0 2,1 0,0-1,0-1,0 0,0 0,0 0,-1 0,1 2,0-2,0 0,0 0,0 0,0 0,2 0,-2 1,3-1,-1 0,1-2,0 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173 839,'2'0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174 839,'3'0,"0"1,1-1,0 0,0 0,-1 0,1 0,-1 0,1 0,0 0,-1 0,1 0,-1 1,0-1,0 0,0 0,0 0,1 0,0 1,0 0,0-1,1 1,0 0,-1-1,1 0,-1 0,0 0,-1 0,0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214 606,'3'1,"0"-1,0-1,1 0,-1 0,0 0,1 1,0-1,0 1,1 0,1 0,-3 0,0 0,0 0,0 0,0 0,0 0,0 0,0 0,0 0,0 0,0 1,1-1,0 0,-1 0,1 0,0-1,-1 0,0 0,0 0,0 0,0 1,1-1,-1 1,0 0,0 0,0 0,1 0,-1 0,1 0,-1 0,1-1,0 1,1 0,-1 0,0 0,-1 0,0 0,0 0,1 0,1 0,-2 0,1 0,-1 0,0 0,0-1,1 1,-1-1,2 0,1 1,0-1,-3 0,0 1,1 0,0-1,0 1,-1 0,0 0,0 0,1 0,-1 0,0 0,0 0,0 0,0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219 790,'4'3,"-2"0,1-1,0-1,1 1,0-2,-1 0,1 0,-1 0,0-1,1 0,-1 0,0 1,0 0,1-2,0 1,0 0,-1-1,1 0,-1 2,0-1,1 0,1-1,-1 1,0 0,-1 1,0 0,0 0,1 0,-1 0,2 0,1 0,-1 0,0 0,0 0,0 0,0 0,6 0,-6 0,0 0,-1 0,1 0,-2 0,1 0,-1 0,1 0,-1 0,0 0,0 0,0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317 639,'3'0,"0"0,0 0,1 0,-1 0,0 0,0 0,0-1,0 1,0 0,0 0,0 0,0 0,0 1,0-1,0 0,0 0,0 1,0-1,0 0,0 0,0 0,0 0,0 0,2 2,-2-2,1 2,-1-1,0-1,0 0,1 1,-1 0,0-1,0 0,0 0,0 1,0-1,0 0,0 0,1 0,0 0,-1 0,1 0,-1 0,0 0,0-1,0 1,0-2,1 2,0 0,1 0,-1-1,0 1,-1 0,2-1,-2 1,2-1,-2 0,1 1,-1-1,0 1,1 0,-1 0,1-1,-1 1,0-1,0 1,0 0,0 1,0 0,0-1,0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647 643,'3'0,"0"0,1 1,-1-1,0 0,0 1,2-1,-1 0,-1 0,0 0,1 0,-1 0,0 0,2-1,-1 1,0-1,-1 1,0-1,0 1,1 0,-1 0,0 0,0-1,0 0,1 1,0-1,0 0,0 1,-1 0,0 0,2 0,0 0,-2 0,2 0,-2 0,0 0,0 0,0 0,0 0,0 0,0 0,2 0,1 0,-3 0,0 0,1 0,0 0,0 0,1 0,-2 0,0 0,1 0,2 0,-3 0,3 0,-3 0,1 0,-1 0,1 0,1 0,-2 0,0 0,0 0,1 0,-1 0,0 0,0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308 682,'3'0,"0"0,0 0,0 0,0-1,0 0,0 1,0-1,0-1,0 2,1-1,0 1,0-1,-1 1,1 0,-1-1,0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1715 291,'2'-3,"1"2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1625 289,'4'-1,"0"1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1531 287,'3'0,"1"0,-1 0,0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1446 290,'3'0,"0"-1,0 1,0 0,0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1712 312,'4'0,"0"0,1 0,-2 0,2 0,-2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1620 316,'4'0,"-1"-1,0 0,1 0,-1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292 687,'-1'3,"2"0,-1 0,1 0,0 1,-1-1,0 3,0 1,0 2,0-4,0-2,0 0,0 0,0 0,0 1,0 0,1-1,0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415 714,'3'-1,"0"1,0 0,0 0,0 0,0 0,0 1,0-1,1 0,-1 0,0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1442 884,'3'-2,"1"1,-1 1,0 0,0 0,1 0,-1 0,1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1521 905,'3'0,"1"-1,-1 1,0 0,0 0,0 0,0 0,0 0,1 0,-1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383 720,'3'0,"0"-2,0 1,0 1,0 0,0 0,0 0,0 0,0 0,0 0,0-1,1 1,-1 0,0-1,0 1,0 0,0 0,0 0,0 0,1 0,-1 0,0 0,0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383 763,'3'0,"1"0,2 0,-2 0,0-1,-1 0,0 1,0 0,0 0,0 0,0 0,0 0,0 1,0 0,4-1,-4 0,2 0,-2 0,1 0,-1 0,0 0,1-1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649 726,'4'0,"-1"0,1 1,-1 0,0-1,1 1,-1-1,1 0,-1 1,0-1,1 0,-1 0,0 0,0 0,0 0,0 0,0 0,0 0,0 0,0 0,3-1,-2 0,-1 1,1-1,0 1,-1-1,0 0,1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1616 882,'3'-1,"0"1,0 1,0-1,0 0,0 0,0 0,0 0,0 0,0 0,0 0,1 0,0 0,-1 0,1-1,-1 1,0-1,0 1,0 0,0 0,0 0,0 0,0 0,0 0,0 0,0 0,0 0,0 0,0 0,1 1,0 0,0-1,-1 0,0 1,0 0,0 0,0-1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1796 273,'-3'3,"1"1,-1-2,1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3T16:25:05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156 841,'3'0,"0"0,1 0,-1 0,0 0,0 0,1 0,-1 0,1 0,-1 0,0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customXml" Target="../ink/ink3.xml"/><Relationship Id="rId7" Type="http://schemas.openxmlformats.org/officeDocument/2006/relationships/image" Target="../media/image9.png"/><Relationship Id="rId6" Type="http://schemas.openxmlformats.org/officeDocument/2006/relationships/customXml" Target="../ink/ink2.xml"/><Relationship Id="rId5" Type="http://schemas.openxmlformats.org/officeDocument/2006/relationships/image" Target="../media/image8.png"/><Relationship Id="rId4" Type="http://schemas.openxmlformats.org/officeDocument/2006/relationships/customXml" Target="../ink/ink1.xml"/><Relationship Id="rId31" Type="http://schemas.openxmlformats.org/officeDocument/2006/relationships/slideLayout" Target="../slideLayouts/slideLayout2.xml"/><Relationship Id="rId30" Type="http://schemas.openxmlformats.org/officeDocument/2006/relationships/customXml" Target="../ink/ink14.xml"/><Relationship Id="rId3" Type="http://schemas.openxmlformats.org/officeDocument/2006/relationships/image" Target="../media/image7.png"/><Relationship Id="rId29" Type="http://schemas.openxmlformats.org/officeDocument/2006/relationships/image" Target="../media/image20.png"/><Relationship Id="rId28" Type="http://schemas.openxmlformats.org/officeDocument/2006/relationships/customXml" Target="../ink/ink13.xml"/><Relationship Id="rId27" Type="http://schemas.openxmlformats.org/officeDocument/2006/relationships/image" Target="../media/image19.png"/><Relationship Id="rId26" Type="http://schemas.openxmlformats.org/officeDocument/2006/relationships/customXml" Target="../ink/ink12.xml"/><Relationship Id="rId25" Type="http://schemas.openxmlformats.org/officeDocument/2006/relationships/image" Target="../media/image18.png"/><Relationship Id="rId24" Type="http://schemas.openxmlformats.org/officeDocument/2006/relationships/customXml" Target="../ink/ink11.xml"/><Relationship Id="rId23" Type="http://schemas.openxmlformats.org/officeDocument/2006/relationships/image" Target="../media/image17.png"/><Relationship Id="rId22" Type="http://schemas.openxmlformats.org/officeDocument/2006/relationships/customXml" Target="../ink/ink10.xml"/><Relationship Id="rId21" Type="http://schemas.openxmlformats.org/officeDocument/2006/relationships/image" Target="../media/image16.png"/><Relationship Id="rId20" Type="http://schemas.openxmlformats.org/officeDocument/2006/relationships/customXml" Target="../ink/ink9.xml"/><Relationship Id="rId2" Type="http://schemas.openxmlformats.org/officeDocument/2006/relationships/image" Target="../media/image6.png"/><Relationship Id="rId19" Type="http://schemas.openxmlformats.org/officeDocument/2006/relationships/image" Target="../media/image15.png"/><Relationship Id="rId18" Type="http://schemas.openxmlformats.org/officeDocument/2006/relationships/customXml" Target="../ink/ink8.xml"/><Relationship Id="rId17" Type="http://schemas.openxmlformats.org/officeDocument/2006/relationships/image" Target="../media/image14.png"/><Relationship Id="rId16" Type="http://schemas.openxmlformats.org/officeDocument/2006/relationships/customXml" Target="../ink/ink7.xml"/><Relationship Id="rId15" Type="http://schemas.openxmlformats.org/officeDocument/2006/relationships/image" Target="../media/image13.png"/><Relationship Id="rId14" Type="http://schemas.openxmlformats.org/officeDocument/2006/relationships/customXml" Target="../ink/ink6.xml"/><Relationship Id="rId13" Type="http://schemas.openxmlformats.org/officeDocument/2006/relationships/image" Target="../media/image12.png"/><Relationship Id="rId12" Type="http://schemas.openxmlformats.org/officeDocument/2006/relationships/customXml" Target="../ink/ink5.xml"/><Relationship Id="rId11" Type="http://schemas.openxmlformats.org/officeDocument/2006/relationships/image" Target="../media/image11.png"/><Relationship Id="rId10" Type="http://schemas.openxmlformats.org/officeDocument/2006/relationships/customXml" Target="../ink/ink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customXml" Target="../ink/ink16.xml"/><Relationship Id="rId5" Type="http://schemas.openxmlformats.org/officeDocument/2006/relationships/image" Target="../media/image23.png"/><Relationship Id="rId4" Type="http://schemas.openxmlformats.org/officeDocument/2006/relationships/customXml" Target="../ink/ink1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customXml" Target="../ink/ink19.xml"/><Relationship Id="rId7" Type="http://schemas.openxmlformats.org/officeDocument/2006/relationships/image" Target="../media/image27.png"/><Relationship Id="rId62" Type="http://schemas.openxmlformats.org/officeDocument/2006/relationships/slideLayout" Target="../slideLayouts/slideLayout2.xml"/><Relationship Id="rId61" Type="http://schemas.openxmlformats.org/officeDocument/2006/relationships/image" Target="../media/image53.png"/><Relationship Id="rId60" Type="http://schemas.openxmlformats.org/officeDocument/2006/relationships/customXml" Target="../ink/ink45.xml"/><Relationship Id="rId6" Type="http://schemas.openxmlformats.org/officeDocument/2006/relationships/customXml" Target="../ink/ink18.xml"/><Relationship Id="rId59" Type="http://schemas.openxmlformats.org/officeDocument/2006/relationships/image" Target="../media/image52.png"/><Relationship Id="rId58" Type="http://schemas.openxmlformats.org/officeDocument/2006/relationships/customXml" Target="../ink/ink44.xml"/><Relationship Id="rId57" Type="http://schemas.openxmlformats.org/officeDocument/2006/relationships/image" Target="../media/image51.png"/><Relationship Id="rId56" Type="http://schemas.openxmlformats.org/officeDocument/2006/relationships/customXml" Target="../ink/ink43.xml"/><Relationship Id="rId55" Type="http://schemas.openxmlformats.org/officeDocument/2006/relationships/image" Target="../media/image50.png"/><Relationship Id="rId54" Type="http://schemas.openxmlformats.org/officeDocument/2006/relationships/customXml" Target="../ink/ink42.xml"/><Relationship Id="rId53" Type="http://schemas.openxmlformats.org/officeDocument/2006/relationships/image" Target="../media/image49.png"/><Relationship Id="rId52" Type="http://schemas.openxmlformats.org/officeDocument/2006/relationships/customXml" Target="../ink/ink41.xml"/><Relationship Id="rId51" Type="http://schemas.openxmlformats.org/officeDocument/2006/relationships/image" Target="../media/image48.png"/><Relationship Id="rId50" Type="http://schemas.openxmlformats.org/officeDocument/2006/relationships/customXml" Target="../ink/ink40.xml"/><Relationship Id="rId5" Type="http://schemas.openxmlformats.org/officeDocument/2006/relationships/image" Target="../media/image26.png"/><Relationship Id="rId49" Type="http://schemas.openxmlformats.org/officeDocument/2006/relationships/image" Target="../media/image47.png"/><Relationship Id="rId48" Type="http://schemas.openxmlformats.org/officeDocument/2006/relationships/customXml" Target="../ink/ink39.xml"/><Relationship Id="rId47" Type="http://schemas.openxmlformats.org/officeDocument/2006/relationships/image" Target="../media/image46.png"/><Relationship Id="rId46" Type="http://schemas.openxmlformats.org/officeDocument/2006/relationships/customXml" Target="../ink/ink38.xml"/><Relationship Id="rId45" Type="http://schemas.openxmlformats.org/officeDocument/2006/relationships/image" Target="../media/image45.png"/><Relationship Id="rId44" Type="http://schemas.openxmlformats.org/officeDocument/2006/relationships/customXml" Target="../ink/ink37.xml"/><Relationship Id="rId43" Type="http://schemas.openxmlformats.org/officeDocument/2006/relationships/image" Target="../media/image44.png"/><Relationship Id="rId42" Type="http://schemas.openxmlformats.org/officeDocument/2006/relationships/customXml" Target="../ink/ink36.xml"/><Relationship Id="rId41" Type="http://schemas.openxmlformats.org/officeDocument/2006/relationships/image" Target="../media/image43.png"/><Relationship Id="rId40" Type="http://schemas.openxmlformats.org/officeDocument/2006/relationships/customXml" Target="../ink/ink35.xml"/><Relationship Id="rId4" Type="http://schemas.openxmlformats.org/officeDocument/2006/relationships/customXml" Target="../ink/ink17.xml"/><Relationship Id="rId39" Type="http://schemas.openxmlformats.org/officeDocument/2006/relationships/image" Target="../media/image42.png"/><Relationship Id="rId38" Type="http://schemas.openxmlformats.org/officeDocument/2006/relationships/customXml" Target="../ink/ink34.xml"/><Relationship Id="rId37" Type="http://schemas.openxmlformats.org/officeDocument/2006/relationships/image" Target="../media/image41.png"/><Relationship Id="rId36" Type="http://schemas.openxmlformats.org/officeDocument/2006/relationships/customXml" Target="../ink/ink33.xml"/><Relationship Id="rId35" Type="http://schemas.openxmlformats.org/officeDocument/2006/relationships/image" Target="../media/image40.png"/><Relationship Id="rId34" Type="http://schemas.openxmlformats.org/officeDocument/2006/relationships/customXml" Target="../ink/ink32.xml"/><Relationship Id="rId33" Type="http://schemas.openxmlformats.org/officeDocument/2006/relationships/image" Target="../media/image39.png"/><Relationship Id="rId32" Type="http://schemas.openxmlformats.org/officeDocument/2006/relationships/customXml" Target="../ink/ink31.xml"/><Relationship Id="rId31" Type="http://schemas.openxmlformats.org/officeDocument/2006/relationships/image" Target="../media/image14.png"/><Relationship Id="rId30" Type="http://schemas.openxmlformats.org/officeDocument/2006/relationships/customXml" Target="../ink/ink30.xml"/><Relationship Id="rId3" Type="http://schemas.openxmlformats.org/officeDocument/2006/relationships/image" Target="../media/image25.png"/><Relationship Id="rId29" Type="http://schemas.openxmlformats.org/officeDocument/2006/relationships/image" Target="../media/image38.png"/><Relationship Id="rId28" Type="http://schemas.openxmlformats.org/officeDocument/2006/relationships/customXml" Target="../ink/ink29.xml"/><Relationship Id="rId27" Type="http://schemas.openxmlformats.org/officeDocument/2006/relationships/image" Target="../media/image37.png"/><Relationship Id="rId26" Type="http://schemas.openxmlformats.org/officeDocument/2006/relationships/customXml" Target="../ink/ink28.xml"/><Relationship Id="rId25" Type="http://schemas.openxmlformats.org/officeDocument/2006/relationships/image" Target="../media/image36.png"/><Relationship Id="rId24" Type="http://schemas.openxmlformats.org/officeDocument/2006/relationships/customXml" Target="../ink/ink27.xml"/><Relationship Id="rId23" Type="http://schemas.openxmlformats.org/officeDocument/2006/relationships/image" Target="../media/image35.png"/><Relationship Id="rId22" Type="http://schemas.openxmlformats.org/officeDocument/2006/relationships/customXml" Target="../ink/ink26.xml"/><Relationship Id="rId21" Type="http://schemas.openxmlformats.org/officeDocument/2006/relationships/image" Target="../media/image34.png"/><Relationship Id="rId20" Type="http://schemas.openxmlformats.org/officeDocument/2006/relationships/customXml" Target="../ink/ink25.xml"/><Relationship Id="rId2" Type="http://schemas.openxmlformats.org/officeDocument/2006/relationships/image" Target="../media/image24.png"/><Relationship Id="rId19" Type="http://schemas.openxmlformats.org/officeDocument/2006/relationships/image" Target="../media/image33.png"/><Relationship Id="rId18" Type="http://schemas.openxmlformats.org/officeDocument/2006/relationships/customXml" Target="../ink/ink24.xml"/><Relationship Id="rId17" Type="http://schemas.openxmlformats.org/officeDocument/2006/relationships/image" Target="../media/image32.png"/><Relationship Id="rId16" Type="http://schemas.openxmlformats.org/officeDocument/2006/relationships/customXml" Target="../ink/ink23.xml"/><Relationship Id="rId15" Type="http://schemas.openxmlformats.org/officeDocument/2006/relationships/image" Target="../media/image31.png"/><Relationship Id="rId14" Type="http://schemas.openxmlformats.org/officeDocument/2006/relationships/customXml" Target="../ink/ink22.xml"/><Relationship Id="rId13" Type="http://schemas.openxmlformats.org/officeDocument/2006/relationships/image" Target="../media/image30.png"/><Relationship Id="rId12" Type="http://schemas.openxmlformats.org/officeDocument/2006/relationships/customXml" Target="../ink/ink21.xml"/><Relationship Id="rId11" Type="http://schemas.openxmlformats.org/officeDocument/2006/relationships/image" Target="../media/image29.png"/><Relationship Id="rId10" Type="http://schemas.openxmlformats.org/officeDocument/2006/relationships/customXml" Target="../ink/ink20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5" Type="http://schemas.openxmlformats.org/officeDocument/2006/relationships/slideLayout" Target="../slideLayouts/slideLayout2.xml"/><Relationship Id="rId84" Type="http://schemas.openxmlformats.org/officeDocument/2006/relationships/image" Target="../media/image94.png"/><Relationship Id="rId83" Type="http://schemas.openxmlformats.org/officeDocument/2006/relationships/customXml" Target="../ink/ink86.xml"/><Relationship Id="rId82" Type="http://schemas.openxmlformats.org/officeDocument/2006/relationships/image" Target="../media/image93.png"/><Relationship Id="rId81" Type="http://schemas.openxmlformats.org/officeDocument/2006/relationships/customXml" Target="../ink/ink85.xml"/><Relationship Id="rId80" Type="http://schemas.openxmlformats.org/officeDocument/2006/relationships/image" Target="../media/image92.png"/><Relationship Id="rId8" Type="http://schemas.openxmlformats.org/officeDocument/2006/relationships/customXml" Target="../ink/ink48.xml"/><Relationship Id="rId79" Type="http://schemas.openxmlformats.org/officeDocument/2006/relationships/customXml" Target="../ink/ink84.xml"/><Relationship Id="rId78" Type="http://schemas.openxmlformats.org/officeDocument/2006/relationships/image" Target="../media/image91.png"/><Relationship Id="rId77" Type="http://schemas.openxmlformats.org/officeDocument/2006/relationships/customXml" Target="../ink/ink83.xml"/><Relationship Id="rId76" Type="http://schemas.openxmlformats.org/officeDocument/2006/relationships/image" Target="../media/image90.png"/><Relationship Id="rId75" Type="http://schemas.openxmlformats.org/officeDocument/2006/relationships/customXml" Target="../ink/ink82.xml"/><Relationship Id="rId74" Type="http://schemas.openxmlformats.org/officeDocument/2006/relationships/image" Target="../media/image89.png"/><Relationship Id="rId73" Type="http://schemas.openxmlformats.org/officeDocument/2006/relationships/customXml" Target="../ink/ink81.xml"/><Relationship Id="rId72" Type="http://schemas.openxmlformats.org/officeDocument/2006/relationships/image" Target="../media/image88.png"/><Relationship Id="rId71" Type="http://schemas.openxmlformats.org/officeDocument/2006/relationships/customXml" Target="../ink/ink80.xml"/><Relationship Id="rId70" Type="http://schemas.openxmlformats.org/officeDocument/2006/relationships/image" Target="../media/image87.png"/><Relationship Id="rId7" Type="http://schemas.openxmlformats.org/officeDocument/2006/relationships/image" Target="../media/image57.png"/><Relationship Id="rId69" Type="http://schemas.openxmlformats.org/officeDocument/2006/relationships/customXml" Target="../ink/ink79.xml"/><Relationship Id="rId68" Type="http://schemas.openxmlformats.org/officeDocument/2006/relationships/image" Target="../media/image86.png"/><Relationship Id="rId67" Type="http://schemas.openxmlformats.org/officeDocument/2006/relationships/customXml" Target="../ink/ink78.xml"/><Relationship Id="rId66" Type="http://schemas.openxmlformats.org/officeDocument/2006/relationships/image" Target="../media/image85.png"/><Relationship Id="rId65" Type="http://schemas.openxmlformats.org/officeDocument/2006/relationships/customXml" Target="../ink/ink77.xml"/><Relationship Id="rId64" Type="http://schemas.openxmlformats.org/officeDocument/2006/relationships/image" Target="../media/image84.png"/><Relationship Id="rId63" Type="http://schemas.openxmlformats.org/officeDocument/2006/relationships/customXml" Target="../ink/ink76.xml"/><Relationship Id="rId62" Type="http://schemas.openxmlformats.org/officeDocument/2006/relationships/customXml" Target="../ink/ink75.xml"/><Relationship Id="rId61" Type="http://schemas.openxmlformats.org/officeDocument/2006/relationships/image" Target="../media/image83.png"/><Relationship Id="rId60" Type="http://schemas.openxmlformats.org/officeDocument/2006/relationships/customXml" Target="../ink/ink74.xml"/><Relationship Id="rId6" Type="http://schemas.openxmlformats.org/officeDocument/2006/relationships/customXml" Target="../ink/ink47.xml"/><Relationship Id="rId59" Type="http://schemas.openxmlformats.org/officeDocument/2006/relationships/image" Target="../media/image82.png"/><Relationship Id="rId58" Type="http://schemas.openxmlformats.org/officeDocument/2006/relationships/customXml" Target="../ink/ink73.xml"/><Relationship Id="rId57" Type="http://schemas.openxmlformats.org/officeDocument/2006/relationships/image" Target="../media/image81.png"/><Relationship Id="rId56" Type="http://schemas.openxmlformats.org/officeDocument/2006/relationships/customXml" Target="../ink/ink72.xml"/><Relationship Id="rId55" Type="http://schemas.openxmlformats.org/officeDocument/2006/relationships/image" Target="../media/image80.png"/><Relationship Id="rId54" Type="http://schemas.openxmlformats.org/officeDocument/2006/relationships/customXml" Target="../ink/ink71.xml"/><Relationship Id="rId53" Type="http://schemas.openxmlformats.org/officeDocument/2006/relationships/image" Target="../media/image79.png"/><Relationship Id="rId52" Type="http://schemas.openxmlformats.org/officeDocument/2006/relationships/customXml" Target="../ink/ink70.xml"/><Relationship Id="rId51" Type="http://schemas.openxmlformats.org/officeDocument/2006/relationships/image" Target="../media/image78.png"/><Relationship Id="rId50" Type="http://schemas.openxmlformats.org/officeDocument/2006/relationships/customXml" Target="../ink/ink69.xml"/><Relationship Id="rId5" Type="http://schemas.openxmlformats.org/officeDocument/2006/relationships/image" Target="../media/image56.png"/><Relationship Id="rId49" Type="http://schemas.openxmlformats.org/officeDocument/2006/relationships/image" Target="../media/image77.png"/><Relationship Id="rId48" Type="http://schemas.openxmlformats.org/officeDocument/2006/relationships/customXml" Target="../ink/ink68.xml"/><Relationship Id="rId47" Type="http://schemas.openxmlformats.org/officeDocument/2006/relationships/image" Target="../media/image76.png"/><Relationship Id="rId46" Type="http://schemas.openxmlformats.org/officeDocument/2006/relationships/customXml" Target="../ink/ink67.xml"/><Relationship Id="rId45" Type="http://schemas.openxmlformats.org/officeDocument/2006/relationships/image" Target="../media/image75.png"/><Relationship Id="rId44" Type="http://schemas.openxmlformats.org/officeDocument/2006/relationships/customXml" Target="../ink/ink66.xml"/><Relationship Id="rId43" Type="http://schemas.openxmlformats.org/officeDocument/2006/relationships/image" Target="../media/image74.png"/><Relationship Id="rId42" Type="http://schemas.openxmlformats.org/officeDocument/2006/relationships/customXml" Target="../ink/ink65.xml"/><Relationship Id="rId41" Type="http://schemas.openxmlformats.org/officeDocument/2006/relationships/image" Target="../media/image14.png"/><Relationship Id="rId40" Type="http://schemas.openxmlformats.org/officeDocument/2006/relationships/customXml" Target="../ink/ink64.xml"/><Relationship Id="rId4" Type="http://schemas.openxmlformats.org/officeDocument/2006/relationships/customXml" Target="../ink/ink46.xml"/><Relationship Id="rId39" Type="http://schemas.openxmlformats.org/officeDocument/2006/relationships/image" Target="../media/image73.png"/><Relationship Id="rId38" Type="http://schemas.openxmlformats.org/officeDocument/2006/relationships/customXml" Target="../ink/ink63.xml"/><Relationship Id="rId37" Type="http://schemas.openxmlformats.org/officeDocument/2006/relationships/image" Target="../media/image72.png"/><Relationship Id="rId36" Type="http://schemas.openxmlformats.org/officeDocument/2006/relationships/customXml" Target="../ink/ink62.xml"/><Relationship Id="rId35" Type="http://schemas.openxmlformats.org/officeDocument/2006/relationships/image" Target="../media/image71.png"/><Relationship Id="rId34" Type="http://schemas.openxmlformats.org/officeDocument/2006/relationships/customXml" Target="../ink/ink61.xml"/><Relationship Id="rId33" Type="http://schemas.openxmlformats.org/officeDocument/2006/relationships/image" Target="../media/image70.png"/><Relationship Id="rId32" Type="http://schemas.openxmlformats.org/officeDocument/2006/relationships/customXml" Target="../ink/ink60.xml"/><Relationship Id="rId31" Type="http://schemas.openxmlformats.org/officeDocument/2006/relationships/image" Target="../media/image69.png"/><Relationship Id="rId30" Type="http://schemas.openxmlformats.org/officeDocument/2006/relationships/customXml" Target="../ink/ink59.xml"/><Relationship Id="rId3" Type="http://schemas.openxmlformats.org/officeDocument/2006/relationships/image" Target="../media/image55.png"/><Relationship Id="rId29" Type="http://schemas.openxmlformats.org/officeDocument/2006/relationships/image" Target="../media/image68.png"/><Relationship Id="rId28" Type="http://schemas.openxmlformats.org/officeDocument/2006/relationships/customXml" Target="../ink/ink58.xml"/><Relationship Id="rId27" Type="http://schemas.openxmlformats.org/officeDocument/2006/relationships/image" Target="../media/image67.png"/><Relationship Id="rId26" Type="http://schemas.openxmlformats.org/officeDocument/2006/relationships/customXml" Target="../ink/ink57.xml"/><Relationship Id="rId25" Type="http://schemas.openxmlformats.org/officeDocument/2006/relationships/image" Target="../media/image66.png"/><Relationship Id="rId24" Type="http://schemas.openxmlformats.org/officeDocument/2006/relationships/customXml" Target="../ink/ink56.xml"/><Relationship Id="rId23" Type="http://schemas.openxmlformats.org/officeDocument/2006/relationships/image" Target="../media/image65.png"/><Relationship Id="rId22" Type="http://schemas.openxmlformats.org/officeDocument/2006/relationships/customXml" Target="../ink/ink55.xml"/><Relationship Id="rId21" Type="http://schemas.openxmlformats.org/officeDocument/2006/relationships/image" Target="../media/image64.png"/><Relationship Id="rId20" Type="http://schemas.openxmlformats.org/officeDocument/2006/relationships/customXml" Target="../ink/ink54.xml"/><Relationship Id="rId2" Type="http://schemas.openxmlformats.org/officeDocument/2006/relationships/image" Target="../media/image54.jpeg"/><Relationship Id="rId19" Type="http://schemas.openxmlformats.org/officeDocument/2006/relationships/image" Target="../media/image63.png"/><Relationship Id="rId18" Type="http://schemas.openxmlformats.org/officeDocument/2006/relationships/customXml" Target="../ink/ink53.xml"/><Relationship Id="rId17" Type="http://schemas.openxmlformats.org/officeDocument/2006/relationships/image" Target="../media/image62.png"/><Relationship Id="rId16" Type="http://schemas.openxmlformats.org/officeDocument/2006/relationships/customXml" Target="../ink/ink52.xml"/><Relationship Id="rId15" Type="http://schemas.openxmlformats.org/officeDocument/2006/relationships/image" Target="../media/image61.png"/><Relationship Id="rId14" Type="http://schemas.openxmlformats.org/officeDocument/2006/relationships/customXml" Target="../ink/ink51.xml"/><Relationship Id="rId13" Type="http://schemas.openxmlformats.org/officeDocument/2006/relationships/image" Target="../media/image60.png"/><Relationship Id="rId12" Type="http://schemas.openxmlformats.org/officeDocument/2006/relationships/customXml" Target="../ink/ink50.xml"/><Relationship Id="rId11" Type="http://schemas.openxmlformats.org/officeDocument/2006/relationships/image" Target="../media/image59.png"/><Relationship Id="rId10" Type="http://schemas.openxmlformats.org/officeDocument/2006/relationships/customXml" Target="../ink/ink49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9.GIF"/><Relationship Id="rId2" Type="http://schemas.openxmlformats.org/officeDocument/2006/relationships/image" Target="../media/image98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67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凯撒加密术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字符串的输入与输出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4355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凯撒加密术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字符串的输入与输出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AutoShape 1037"/>
          <p:cNvSpPr>
            <a:spLocks noChangeArrowheads="1"/>
          </p:cNvSpPr>
          <p:nvPr/>
        </p:nvSpPr>
        <p:spPr bwMode="auto">
          <a:xfrm>
            <a:off x="1907704" y="1684544"/>
            <a:ext cx="4104432" cy="248180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试编一程序，将输入的一段英文字符加密显示，</a:t>
            </a:r>
            <a:r>
              <a:rPr lang="zh-CN" sz="2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</a:rPr>
              <a:t>只加密字母，用它后面的第</a:t>
            </a:r>
            <a:r>
              <a:rPr lang="en-US" sz="2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</a:rPr>
              <a:t>1</a:t>
            </a:r>
            <a:r>
              <a:rPr lang="zh-CN" sz="2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Calibri" panose="020F0502020204030204" pitchFamily="34" charset="0"/>
              </a:rPr>
              <a:t>个字母代替</a:t>
            </a:r>
            <a:r>
              <a:rPr lang="zh-CN" sz="2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sz="2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75661" y="3012445"/>
            <a:ext cx="2836525" cy="1795111"/>
          </a:xfrm>
          <a:prstGeom prst="rect">
            <a:avLst/>
          </a:prstGeom>
        </p:spPr>
      </p:pic>
      <p:pic>
        <p:nvPicPr>
          <p:cNvPr id="4" name="图片 3" descr="图片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0340" y="2284095"/>
            <a:ext cx="2247900" cy="2257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7" name="墨迹 6"/>
              <p14:cNvContentPartPr/>
              <p14:nvPr/>
            </p14:nvContentPartPr>
            <p14:xfrm>
              <a:off x="666750" y="1376045"/>
              <a:ext cx="95250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666750" y="1376045"/>
                <a:ext cx="9525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9" name="墨迹 8"/>
              <p14:cNvContentPartPr/>
              <p14:nvPr/>
            </p14:nvContentPartPr>
            <p14:xfrm>
              <a:off x="638175" y="1366520"/>
              <a:ext cx="137795" cy="1524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7"/>
            </p:blipFill>
            <p:spPr>
              <a:xfrm>
                <a:off x="638175" y="1366520"/>
                <a:ext cx="137795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0" name="墨迹 9"/>
              <p14:cNvContentPartPr/>
              <p14:nvPr/>
            </p14:nvContentPartPr>
            <p14:xfrm>
              <a:off x="695325" y="1623695"/>
              <a:ext cx="104775" cy="31940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9"/>
            </p:blipFill>
            <p:spPr>
              <a:xfrm>
                <a:off x="695325" y="1623695"/>
                <a:ext cx="104775" cy="3194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1" name="墨迹 10"/>
              <p14:cNvContentPartPr/>
              <p14:nvPr/>
            </p14:nvContentPartPr>
            <p14:xfrm>
              <a:off x="1057275" y="1276350"/>
              <a:ext cx="104775" cy="29972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1"/>
            </p:blipFill>
            <p:spPr>
              <a:xfrm>
                <a:off x="1057275" y="1276350"/>
                <a:ext cx="104775" cy="2997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2" name="墨迹 11"/>
              <p14:cNvContentPartPr/>
              <p14:nvPr/>
            </p14:nvContentPartPr>
            <p14:xfrm>
              <a:off x="1104900" y="1642745"/>
              <a:ext cx="137795" cy="19558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3"/>
            </p:blipFill>
            <p:spPr>
              <a:xfrm>
                <a:off x="1104900" y="1642745"/>
                <a:ext cx="137795" cy="195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3" name="墨迹 12"/>
              <p14:cNvContentPartPr/>
              <p14:nvPr/>
            </p14:nvContentPartPr>
            <p14:xfrm>
              <a:off x="1728470" y="1447800"/>
              <a:ext cx="14605" cy="50927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5"/>
            </p:blipFill>
            <p:spPr>
              <a:xfrm>
                <a:off x="1728470" y="1447800"/>
                <a:ext cx="14605" cy="5092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4" name="墨迹 13"/>
              <p14:cNvContentPartPr/>
              <p14:nvPr/>
            </p14:nvContentPartPr>
            <p14:xfrm>
              <a:off x="1804670" y="1452245"/>
              <a:ext cx="9525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7"/>
            </p:blipFill>
            <p:spPr>
              <a:xfrm>
                <a:off x="1804670" y="145224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5" name="墨迹 14"/>
              <p14:cNvContentPartPr/>
              <p14:nvPr/>
            </p14:nvContentPartPr>
            <p14:xfrm>
              <a:off x="1790700" y="1395095"/>
              <a:ext cx="409575" cy="65722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9"/>
            </p:blipFill>
            <p:spPr>
              <a:xfrm>
                <a:off x="1790700" y="1395095"/>
                <a:ext cx="409575" cy="657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6" name="墨迹 15"/>
              <p14:cNvContentPartPr/>
              <p14:nvPr/>
            </p14:nvContentPartPr>
            <p14:xfrm>
              <a:off x="1790700" y="1933575"/>
              <a:ext cx="333375" cy="4254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1"/>
            </p:blipFill>
            <p:spPr>
              <a:xfrm>
                <a:off x="1790700" y="1933575"/>
                <a:ext cx="333375" cy="42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7" name="墨迹 16"/>
              <p14:cNvContentPartPr/>
              <p14:nvPr/>
            </p14:nvContentPartPr>
            <p14:xfrm>
              <a:off x="1790700" y="1581150"/>
              <a:ext cx="47625" cy="2857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3"/>
            </p:blipFill>
            <p:spPr>
              <a:xfrm>
                <a:off x="1790700" y="1581150"/>
                <a:ext cx="47625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8" name="墨迹 17"/>
              <p14:cNvContentPartPr/>
              <p14:nvPr/>
            </p14:nvContentPartPr>
            <p14:xfrm>
              <a:off x="2071370" y="1547495"/>
              <a:ext cx="43180" cy="8128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5"/>
            </p:blipFill>
            <p:spPr>
              <a:xfrm>
                <a:off x="2071370" y="1547495"/>
                <a:ext cx="43180" cy="81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9" name="墨迹 18"/>
              <p14:cNvContentPartPr/>
              <p14:nvPr/>
            </p14:nvContentPartPr>
            <p14:xfrm>
              <a:off x="1852295" y="1842770"/>
              <a:ext cx="33655" cy="1460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7"/>
            </p:blipFill>
            <p:spPr>
              <a:xfrm>
                <a:off x="1852295" y="1842770"/>
                <a:ext cx="33655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0" name="墨迹 19"/>
              <p14:cNvContentPartPr/>
              <p14:nvPr/>
            </p14:nvContentPartPr>
            <p14:xfrm>
              <a:off x="2061845" y="1800225"/>
              <a:ext cx="52705" cy="7112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9"/>
            </p:blipFill>
            <p:spPr>
              <a:xfrm>
                <a:off x="2061845" y="1800225"/>
                <a:ext cx="52705" cy="71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1" name="墨迹 20"/>
              <p14:cNvContentPartPr/>
              <p14:nvPr/>
            </p14:nvContentPartPr>
            <p14:xfrm>
              <a:off x="2004695" y="3900170"/>
              <a:ext cx="9525" cy="36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17"/>
            </p:blipFill>
            <p:spPr>
              <a:xfrm>
                <a:off x="2004695" y="3900170"/>
                <a:ext cx="9525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222" y="1145681"/>
            <a:ext cx="5038725" cy="20193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600" y="2571750"/>
            <a:ext cx="2003776" cy="21564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7" name="墨迹 6"/>
              <p14:cNvContentPartPr/>
              <p14:nvPr/>
            </p14:nvContentPartPr>
            <p14:xfrm>
              <a:off x="3543300" y="823595"/>
              <a:ext cx="99695" cy="2857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5"/>
            </p:blipFill>
            <p:spPr>
              <a:xfrm>
                <a:off x="3543300" y="823595"/>
                <a:ext cx="99695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8" name="墨迹 7"/>
              <p14:cNvContentPartPr/>
              <p14:nvPr/>
            </p14:nvContentPartPr>
            <p14:xfrm>
              <a:off x="2909570" y="3042920"/>
              <a:ext cx="9525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7"/>
            </p:blipFill>
            <p:spPr>
              <a:xfrm>
                <a:off x="2909570" y="3042920"/>
                <a:ext cx="9525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03598"/>
            <a:ext cx="3299048" cy="35194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987574"/>
            <a:ext cx="4519990" cy="38399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1828800" y="2261870"/>
              <a:ext cx="600075" cy="7175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1828800" y="2261870"/>
                <a:ext cx="600075" cy="71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8" name="墨迹 7"/>
              <p14:cNvContentPartPr/>
              <p14:nvPr/>
            </p14:nvContentPartPr>
            <p14:xfrm>
              <a:off x="1737995" y="3048000"/>
              <a:ext cx="666750" cy="5207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7"/>
            </p:blipFill>
            <p:spPr>
              <a:xfrm>
                <a:off x="1737995" y="3048000"/>
                <a:ext cx="666750" cy="52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9" name="墨迹 8"/>
              <p14:cNvContentPartPr/>
              <p14:nvPr/>
            </p14:nvContentPartPr>
            <p14:xfrm>
              <a:off x="1657350" y="3833495"/>
              <a:ext cx="685800" cy="190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9"/>
            </p:blipFill>
            <p:spPr>
              <a:xfrm>
                <a:off x="1657350" y="3833495"/>
                <a:ext cx="68580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0" name="墨迹 9"/>
              <p14:cNvContentPartPr/>
              <p14:nvPr/>
            </p14:nvContentPartPr>
            <p14:xfrm>
              <a:off x="990600" y="2128520"/>
              <a:ext cx="95250" cy="14287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1"/>
            </p:blipFill>
            <p:spPr>
              <a:xfrm>
                <a:off x="990600" y="2128520"/>
                <a:ext cx="95250" cy="142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1" name="墨迹 10"/>
              <p14:cNvContentPartPr/>
              <p14:nvPr/>
            </p14:nvContentPartPr>
            <p14:xfrm>
              <a:off x="1071245" y="2071370"/>
              <a:ext cx="85725" cy="18605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3"/>
            </p:blipFill>
            <p:spPr>
              <a:xfrm>
                <a:off x="1071245" y="2071370"/>
                <a:ext cx="85725" cy="1860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2" name="墨迹 11"/>
              <p14:cNvContentPartPr/>
              <p14:nvPr/>
            </p14:nvContentPartPr>
            <p14:xfrm>
              <a:off x="790575" y="2914650"/>
              <a:ext cx="390525" cy="3810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5"/>
            </p:blipFill>
            <p:spPr>
              <a:xfrm>
                <a:off x="790575" y="2914650"/>
                <a:ext cx="390525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3" name="墨迹 12"/>
              <p14:cNvContentPartPr/>
              <p14:nvPr/>
            </p14:nvContentPartPr>
            <p14:xfrm>
              <a:off x="852170" y="3652520"/>
              <a:ext cx="161925" cy="1905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7"/>
            </p:blipFill>
            <p:spPr>
              <a:xfrm>
                <a:off x="852170" y="3652520"/>
                <a:ext cx="161925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4" name="墨迹 13"/>
              <p14:cNvContentPartPr/>
              <p14:nvPr/>
            </p14:nvContentPartPr>
            <p14:xfrm>
              <a:off x="933450" y="3609975"/>
              <a:ext cx="13970" cy="23304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9"/>
            </p:blipFill>
            <p:spPr>
              <a:xfrm>
                <a:off x="933450" y="3609975"/>
                <a:ext cx="13970" cy="2330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5" name="墨迹 14"/>
              <p14:cNvContentPartPr/>
              <p14:nvPr/>
            </p14:nvContentPartPr>
            <p14:xfrm>
              <a:off x="842645" y="3733800"/>
              <a:ext cx="200025" cy="14287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1"/>
            </p:blipFill>
            <p:spPr>
              <a:xfrm>
                <a:off x="842645" y="3733800"/>
                <a:ext cx="200025" cy="1428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6" name="墨迹 15"/>
              <p14:cNvContentPartPr/>
              <p14:nvPr/>
            </p14:nvContentPartPr>
            <p14:xfrm>
              <a:off x="1042670" y="3571875"/>
              <a:ext cx="24130" cy="16637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3"/>
            </p:blipFill>
            <p:spPr>
              <a:xfrm>
                <a:off x="1042670" y="3571875"/>
                <a:ext cx="24130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7" name="墨迹 16"/>
              <p14:cNvContentPartPr/>
              <p14:nvPr/>
            </p14:nvContentPartPr>
            <p14:xfrm>
              <a:off x="1042670" y="3804920"/>
              <a:ext cx="9525" cy="11430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5"/>
            </p:blipFill>
            <p:spPr>
              <a:xfrm>
                <a:off x="1042670" y="3804920"/>
                <a:ext cx="9525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8" name="墨迹 17"/>
              <p14:cNvContentPartPr/>
              <p14:nvPr/>
            </p14:nvContentPartPr>
            <p14:xfrm>
              <a:off x="6400800" y="1833245"/>
              <a:ext cx="219075" cy="190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7"/>
            </p:blipFill>
            <p:spPr>
              <a:xfrm>
                <a:off x="6400800" y="1833245"/>
                <a:ext cx="219075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9" name="墨迹 18"/>
              <p14:cNvContentPartPr/>
              <p14:nvPr/>
            </p14:nvContentPartPr>
            <p14:xfrm>
              <a:off x="6553200" y="1876425"/>
              <a:ext cx="156845" cy="1397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9"/>
            </p:blipFill>
            <p:spPr>
              <a:xfrm>
                <a:off x="6553200" y="1876425"/>
                <a:ext cx="156845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0" name="墨迹 19"/>
              <p14:cNvContentPartPr/>
              <p14:nvPr/>
            </p14:nvContentPartPr>
            <p14:xfrm>
              <a:off x="6686550" y="2228850"/>
              <a:ext cx="9525" cy="36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1"/>
            </p:blipFill>
            <p:spPr>
              <a:xfrm>
                <a:off x="6686550" y="222885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1" name="墨迹 20"/>
              <p14:cNvContentPartPr/>
              <p14:nvPr/>
            </p14:nvContentPartPr>
            <p14:xfrm>
              <a:off x="6290945" y="2228850"/>
              <a:ext cx="57150" cy="36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3"/>
            </p:blipFill>
            <p:spPr>
              <a:xfrm>
                <a:off x="6290945" y="2228850"/>
                <a:ext cx="5715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2" name="墨迹 21"/>
              <p14:cNvContentPartPr/>
              <p14:nvPr/>
            </p14:nvContentPartPr>
            <p14:xfrm>
              <a:off x="6181725" y="2633345"/>
              <a:ext cx="575945" cy="2857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5"/>
            </p:blipFill>
            <p:spPr>
              <a:xfrm>
                <a:off x="6181725" y="2633345"/>
                <a:ext cx="575945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3" name="墨迹 22"/>
              <p14:cNvContentPartPr/>
              <p14:nvPr/>
            </p14:nvContentPartPr>
            <p14:xfrm>
              <a:off x="6214745" y="2795270"/>
              <a:ext cx="586105" cy="2413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7"/>
            </p:blipFill>
            <p:spPr>
              <a:xfrm>
                <a:off x="6214745" y="2795270"/>
                <a:ext cx="586105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4" name="墨迹 23"/>
              <p14:cNvContentPartPr/>
              <p14:nvPr/>
            </p14:nvContentPartPr>
            <p14:xfrm>
              <a:off x="6562725" y="2619375"/>
              <a:ext cx="1137920" cy="130937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9"/>
            </p:blipFill>
            <p:spPr>
              <a:xfrm>
                <a:off x="6562725" y="2619375"/>
                <a:ext cx="1137920" cy="1309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5" name="墨迹 24"/>
              <p14:cNvContentPartPr/>
              <p14:nvPr/>
            </p14:nvContentPartPr>
            <p14:xfrm>
              <a:off x="6534150" y="3909695"/>
              <a:ext cx="99695" cy="4318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1"/>
            </p:blipFill>
            <p:spPr>
              <a:xfrm>
                <a:off x="6534150" y="3909695"/>
                <a:ext cx="99695" cy="43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6" name="墨迹 25"/>
              <p14:cNvContentPartPr/>
              <p14:nvPr/>
            </p14:nvContentPartPr>
            <p14:xfrm>
              <a:off x="6262370" y="4100195"/>
              <a:ext cx="119380" cy="1460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3"/>
            </p:blipFill>
            <p:spPr>
              <a:xfrm>
                <a:off x="6262370" y="4100195"/>
                <a:ext cx="11938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7" name="墨迹 26"/>
              <p14:cNvContentPartPr/>
              <p14:nvPr/>
            </p14:nvContentPartPr>
            <p14:xfrm>
              <a:off x="5372100" y="2633345"/>
              <a:ext cx="219075" cy="20955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5"/>
            </p:blipFill>
            <p:spPr>
              <a:xfrm>
                <a:off x="5372100" y="2633345"/>
                <a:ext cx="219075" cy="209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8" name="墨迹 27"/>
              <p14:cNvContentPartPr/>
              <p14:nvPr/>
            </p14:nvContentPartPr>
            <p14:xfrm>
              <a:off x="4776470" y="3095625"/>
              <a:ext cx="104775" cy="80010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7"/>
            </p:blipFill>
            <p:spPr>
              <a:xfrm>
                <a:off x="4776470" y="3095625"/>
                <a:ext cx="104775" cy="800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9" name="墨迹 28"/>
              <p14:cNvContentPartPr/>
              <p14:nvPr/>
            </p14:nvContentPartPr>
            <p14:xfrm>
              <a:off x="3857625" y="2400300"/>
              <a:ext cx="219075" cy="22860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49"/>
            </p:blipFill>
            <p:spPr>
              <a:xfrm>
                <a:off x="3857625" y="2400300"/>
                <a:ext cx="219075" cy="228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30" name="墨迹 29"/>
              <p14:cNvContentPartPr/>
              <p14:nvPr/>
            </p14:nvContentPartPr>
            <p14:xfrm>
              <a:off x="4086225" y="2433320"/>
              <a:ext cx="213995" cy="3810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1"/>
            </p:blipFill>
            <p:spPr>
              <a:xfrm>
                <a:off x="4086225" y="2433320"/>
                <a:ext cx="213995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31" name="墨迹 30"/>
              <p14:cNvContentPartPr/>
              <p14:nvPr/>
            </p14:nvContentPartPr>
            <p14:xfrm>
              <a:off x="4210050" y="2357120"/>
              <a:ext cx="9525" cy="19050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3"/>
            </p:blipFill>
            <p:spPr>
              <a:xfrm>
                <a:off x="4210050" y="2357120"/>
                <a:ext cx="9525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2" name="墨迹 31"/>
              <p14:cNvContentPartPr/>
              <p14:nvPr/>
            </p14:nvContentPartPr>
            <p14:xfrm>
              <a:off x="4572000" y="2343150"/>
              <a:ext cx="4445" cy="31432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5"/>
            </p:blipFill>
            <p:spPr>
              <a:xfrm>
                <a:off x="4572000" y="2343150"/>
                <a:ext cx="4445" cy="314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3" name="墨迹 32"/>
              <p14:cNvContentPartPr/>
              <p14:nvPr/>
            </p14:nvContentPartPr>
            <p14:xfrm>
              <a:off x="5138420" y="3747770"/>
              <a:ext cx="633730" cy="3365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57"/>
            </p:blipFill>
            <p:spPr>
              <a:xfrm>
                <a:off x="5138420" y="3747770"/>
                <a:ext cx="633730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4" name="墨迹 33"/>
              <p14:cNvContentPartPr/>
              <p14:nvPr/>
            </p14:nvContentPartPr>
            <p14:xfrm>
              <a:off x="6276975" y="3305175"/>
              <a:ext cx="242570" cy="43307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59"/>
            </p:blipFill>
            <p:spPr>
              <a:xfrm>
                <a:off x="6276975" y="3305175"/>
                <a:ext cx="242570" cy="4330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5" name="墨迹 34"/>
              <p14:cNvContentPartPr/>
              <p14:nvPr/>
            </p14:nvContentPartPr>
            <p14:xfrm>
              <a:off x="6419850" y="3700145"/>
              <a:ext cx="152400" cy="9080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1"/>
            </p:blipFill>
            <p:spPr>
              <a:xfrm>
                <a:off x="6419850" y="3700145"/>
                <a:ext cx="152400" cy="9080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 descr="http://www.panpan.org/hmuploads/allimg/101006/1_101006162537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918" y="814005"/>
            <a:ext cx="3544204" cy="399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84" y="719986"/>
            <a:ext cx="4168924" cy="4127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1133475" y="1838325"/>
              <a:ext cx="228600" cy="7112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1133475" y="1838325"/>
                <a:ext cx="228600" cy="71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1152525" y="1885950"/>
              <a:ext cx="114300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1152525" y="1885950"/>
                <a:ext cx="1143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7" name="墨迹 6"/>
              <p14:cNvContentPartPr/>
              <p14:nvPr/>
            </p14:nvContentPartPr>
            <p14:xfrm>
              <a:off x="1147445" y="1880870"/>
              <a:ext cx="47625" cy="952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9"/>
            </p:blipFill>
            <p:spPr>
              <a:xfrm>
                <a:off x="1147445" y="1880870"/>
                <a:ext cx="4762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8" name="墨迹 7"/>
              <p14:cNvContentPartPr/>
              <p14:nvPr/>
            </p14:nvContentPartPr>
            <p14:xfrm>
              <a:off x="1118870" y="1880870"/>
              <a:ext cx="57150" cy="508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1"/>
            </p:blipFill>
            <p:spPr>
              <a:xfrm>
                <a:off x="1118870" y="1880870"/>
                <a:ext cx="57150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9" name="墨迹 8"/>
              <p14:cNvContentPartPr/>
              <p14:nvPr/>
            </p14:nvContentPartPr>
            <p14:xfrm>
              <a:off x="762000" y="2028825"/>
              <a:ext cx="476250" cy="3302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3"/>
            </p:blipFill>
            <p:spPr>
              <a:xfrm>
                <a:off x="762000" y="2028825"/>
                <a:ext cx="47625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0" name="墨迹 9"/>
              <p14:cNvContentPartPr/>
              <p14:nvPr/>
            </p14:nvContentPartPr>
            <p14:xfrm>
              <a:off x="647700" y="1066800"/>
              <a:ext cx="1185545" cy="381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5"/>
            </p:blipFill>
            <p:spPr>
              <a:xfrm>
                <a:off x="647700" y="1066800"/>
                <a:ext cx="1185545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1" name="墨迹 10"/>
              <p14:cNvContentPartPr/>
              <p14:nvPr/>
            </p14:nvContentPartPr>
            <p14:xfrm>
              <a:off x="1423670" y="2052320"/>
              <a:ext cx="200025" cy="952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7"/>
            </p:blipFill>
            <p:spPr>
              <a:xfrm>
                <a:off x="1423670" y="2052320"/>
                <a:ext cx="20002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2" name="墨迹 11"/>
              <p14:cNvContentPartPr/>
              <p14:nvPr/>
            </p14:nvContentPartPr>
            <p14:xfrm>
              <a:off x="1857375" y="2066925"/>
              <a:ext cx="299720" cy="190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9"/>
            </p:blipFill>
            <p:spPr>
              <a:xfrm>
                <a:off x="1857375" y="2066925"/>
                <a:ext cx="29972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3" name="墨迹 12"/>
              <p14:cNvContentPartPr/>
              <p14:nvPr/>
            </p14:nvContentPartPr>
            <p14:xfrm>
              <a:off x="771525" y="2252345"/>
              <a:ext cx="1447800" cy="5270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1"/>
            </p:blipFill>
            <p:spPr>
              <a:xfrm>
                <a:off x="771525" y="2252345"/>
                <a:ext cx="1447800" cy="52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4" name="墨迹 13"/>
              <p14:cNvContentPartPr/>
              <p14:nvPr/>
            </p14:nvContentPartPr>
            <p14:xfrm>
              <a:off x="1795145" y="2038350"/>
              <a:ext cx="405130" cy="25209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3"/>
            </p:blipFill>
            <p:spPr>
              <a:xfrm>
                <a:off x="1795145" y="2038350"/>
                <a:ext cx="405130" cy="2520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5" name="墨迹 14"/>
              <p14:cNvContentPartPr/>
              <p14:nvPr/>
            </p14:nvContentPartPr>
            <p14:xfrm>
              <a:off x="952500" y="2461895"/>
              <a:ext cx="371475" cy="952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5"/>
            </p:blipFill>
            <p:spPr>
              <a:xfrm>
                <a:off x="952500" y="2461895"/>
                <a:ext cx="37147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6" name="墨迹 15"/>
              <p14:cNvContentPartPr/>
              <p14:nvPr/>
            </p14:nvContentPartPr>
            <p14:xfrm>
              <a:off x="1428750" y="2433320"/>
              <a:ext cx="495300" cy="2857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7"/>
            </p:blipFill>
            <p:spPr>
              <a:xfrm>
                <a:off x="1428750" y="2433320"/>
                <a:ext cx="49530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7" name="墨迹 16"/>
              <p14:cNvContentPartPr/>
              <p14:nvPr/>
            </p14:nvContentPartPr>
            <p14:xfrm>
              <a:off x="1042670" y="2642870"/>
              <a:ext cx="224155" cy="3365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9"/>
            </p:blipFill>
            <p:spPr>
              <a:xfrm>
                <a:off x="1042670" y="2642870"/>
                <a:ext cx="224155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8" name="墨迹 17"/>
              <p14:cNvContentPartPr/>
              <p14:nvPr/>
            </p14:nvContentPartPr>
            <p14:xfrm>
              <a:off x="1452245" y="2619375"/>
              <a:ext cx="1119505" cy="7112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1"/>
            </p:blipFill>
            <p:spPr>
              <a:xfrm>
                <a:off x="1452245" y="2619375"/>
                <a:ext cx="1119505" cy="71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19" name="墨迹 18"/>
              <p14:cNvContentPartPr/>
              <p14:nvPr/>
            </p14:nvContentPartPr>
            <p14:xfrm>
              <a:off x="1619250" y="2619375"/>
              <a:ext cx="866775" cy="2349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3"/>
            </p:blipFill>
            <p:spPr>
              <a:xfrm>
                <a:off x="1619250" y="2619375"/>
                <a:ext cx="866775" cy="234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0" name="墨迹 19"/>
              <p14:cNvContentPartPr/>
              <p14:nvPr/>
            </p14:nvContentPartPr>
            <p14:xfrm>
              <a:off x="2747645" y="2647950"/>
              <a:ext cx="128905" cy="1905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5"/>
            </p:blipFill>
            <p:spPr>
              <a:xfrm>
                <a:off x="2747645" y="2647950"/>
                <a:ext cx="128905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1" name="墨迹 20"/>
              <p14:cNvContentPartPr/>
              <p14:nvPr/>
            </p14:nvContentPartPr>
            <p14:xfrm>
              <a:off x="1299845" y="2823845"/>
              <a:ext cx="500380" cy="2857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7"/>
            </p:blipFill>
            <p:spPr>
              <a:xfrm>
                <a:off x="1299845" y="2823845"/>
                <a:ext cx="50038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2" name="墨迹 21"/>
              <p14:cNvContentPartPr/>
              <p14:nvPr/>
            </p14:nvContentPartPr>
            <p14:xfrm>
              <a:off x="995045" y="2857500"/>
              <a:ext cx="62230" cy="92392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9"/>
            </p:blipFill>
            <p:spPr>
              <a:xfrm>
                <a:off x="995045" y="2857500"/>
                <a:ext cx="62230" cy="9239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3" name="墨迹 22"/>
              <p14:cNvContentPartPr/>
              <p14:nvPr/>
            </p14:nvContentPartPr>
            <p14:xfrm>
              <a:off x="823595" y="3995420"/>
              <a:ext cx="9525" cy="36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1"/>
            </p:blipFill>
            <p:spPr>
              <a:xfrm>
                <a:off x="823595" y="399542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4" name="墨迹 23"/>
              <p14:cNvContentPartPr/>
              <p14:nvPr/>
            </p14:nvContentPartPr>
            <p14:xfrm>
              <a:off x="828675" y="3995420"/>
              <a:ext cx="509270" cy="2857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3"/>
            </p:blipFill>
            <p:spPr>
              <a:xfrm>
                <a:off x="828675" y="3995420"/>
                <a:ext cx="50927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5" name="墨迹 24"/>
              <p14:cNvContentPartPr/>
              <p14:nvPr/>
            </p14:nvContentPartPr>
            <p14:xfrm>
              <a:off x="1019175" y="2809875"/>
              <a:ext cx="1257300" cy="8064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5"/>
            </p:blipFill>
            <p:spPr>
              <a:xfrm>
                <a:off x="1019175" y="2809875"/>
                <a:ext cx="1257300" cy="80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6" name="墨迹 25"/>
              <p14:cNvContentPartPr/>
              <p14:nvPr/>
            </p14:nvContentPartPr>
            <p14:xfrm>
              <a:off x="1042670" y="3733800"/>
              <a:ext cx="933450" cy="8064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7"/>
            </p:blipFill>
            <p:spPr>
              <a:xfrm>
                <a:off x="1042670" y="3733800"/>
                <a:ext cx="933450" cy="80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7" name="墨迹 26"/>
              <p14:cNvContentPartPr/>
              <p14:nvPr/>
            </p14:nvContentPartPr>
            <p14:xfrm>
              <a:off x="1509395" y="3038475"/>
              <a:ext cx="1129030" cy="4762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9"/>
            </p:blipFill>
            <p:spPr>
              <a:xfrm>
                <a:off x="1509395" y="3038475"/>
                <a:ext cx="1129030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8" name="墨迹 27"/>
              <p14:cNvContentPartPr/>
              <p14:nvPr/>
            </p14:nvContentPartPr>
            <p14:xfrm>
              <a:off x="3081020" y="3038475"/>
              <a:ext cx="1157605" cy="3302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1"/>
            </p:blipFill>
            <p:spPr>
              <a:xfrm>
                <a:off x="3081020" y="3038475"/>
                <a:ext cx="1157605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29" name="墨迹 28"/>
              <p14:cNvContentPartPr/>
              <p14:nvPr/>
            </p14:nvContentPartPr>
            <p14:xfrm>
              <a:off x="1466850" y="3209925"/>
              <a:ext cx="261620" cy="3810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3"/>
            </p:blipFill>
            <p:spPr>
              <a:xfrm>
                <a:off x="1466850" y="3209925"/>
                <a:ext cx="26162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0" name="墨迹 29"/>
              <p14:cNvContentPartPr/>
              <p14:nvPr/>
            </p14:nvContentPartPr>
            <p14:xfrm>
              <a:off x="8167370" y="1366520"/>
              <a:ext cx="24130" cy="1905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5"/>
            </p:blipFill>
            <p:spPr>
              <a:xfrm>
                <a:off x="8167370" y="1366520"/>
                <a:ext cx="2413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1" name="墨迹 30"/>
              <p14:cNvContentPartPr/>
              <p14:nvPr/>
            </p14:nvContentPartPr>
            <p14:xfrm>
              <a:off x="7738745" y="1371600"/>
              <a:ext cx="38100" cy="444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7"/>
            </p:blipFill>
            <p:spPr>
              <a:xfrm>
                <a:off x="7738745" y="1371600"/>
                <a:ext cx="3810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2" name="墨迹 31"/>
              <p14:cNvContentPartPr/>
              <p14:nvPr/>
            </p14:nvContentPartPr>
            <p14:xfrm>
              <a:off x="7291070" y="1366520"/>
              <a:ext cx="62230" cy="36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9"/>
            </p:blipFill>
            <p:spPr>
              <a:xfrm>
                <a:off x="7291070" y="1366520"/>
                <a:ext cx="6223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3" name="墨迹 32"/>
              <p14:cNvContentPartPr/>
              <p14:nvPr/>
            </p14:nvContentPartPr>
            <p14:xfrm>
              <a:off x="6886575" y="1376045"/>
              <a:ext cx="71120" cy="508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61"/>
            </p:blipFill>
            <p:spPr>
              <a:xfrm>
                <a:off x="6886575" y="1376045"/>
                <a:ext cx="71120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34" name="墨迹 33"/>
              <p14:cNvContentPartPr/>
              <p14:nvPr/>
            </p14:nvContentPartPr>
            <p14:xfrm>
              <a:off x="8153400" y="1485900"/>
              <a:ext cx="114300" cy="36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7"/>
            </p:blipFill>
            <p:spPr>
              <a:xfrm>
                <a:off x="8153400" y="1485900"/>
                <a:ext cx="1143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35" name="墨迹 34"/>
              <p14:cNvContentPartPr/>
              <p14:nvPr/>
            </p14:nvContentPartPr>
            <p14:xfrm>
              <a:off x="7715250" y="1490345"/>
              <a:ext cx="80645" cy="1460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4"/>
            </p:blipFill>
            <p:spPr>
              <a:xfrm>
                <a:off x="7715250" y="1490345"/>
                <a:ext cx="80645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36" name="墨迹 35"/>
              <p14:cNvContentPartPr/>
              <p14:nvPr/>
            </p14:nvContentPartPr>
            <p14:xfrm>
              <a:off x="1385570" y="3271520"/>
              <a:ext cx="24130" cy="34290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6"/>
            </p:blipFill>
            <p:spPr>
              <a:xfrm>
                <a:off x="1385570" y="3271520"/>
                <a:ext cx="24130" cy="342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37" name="墨迹 36"/>
              <p14:cNvContentPartPr/>
              <p14:nvPr/>
            </p14:nvContentPartPr>
            <p14:xfrm>
              <a:off x="1976120" y="3395345"/>
              <a:ext cx="161925" cy="508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68"/>
            </p:blipFill>
            <p:spPr>
              <a:xfrm>
                <a:off x="1976120" y="3395345"/>
                <a:ext cx="161925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38" name="墨迹 37"/>
              <p14:cNvContentPartPr/>
              <p14:nvPr/>
            </p14:nvContentPartPr>
            <p14:xfrm>
              <a:off x="6867525" y="4195445"/>
              <a:ext cx="128270" cy="14605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70"/>
            </p:blipFill>
            <p:spPr>
              <a:xfrm>
                <a:off x="6867525" y="4195445"/>
                <a:ext cx="12827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39" name="墨迹 38"/>
              <p14:cNvContentPartPr/>
              <p14:nvPr/>
            </p14:nvContentPartPr>
            <p14:xfrm>
              <a:off x="7243445" y="4305300"/>
              <a:ext cx="152400" cy="444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2"/>
            </p:blipFill>
            <p:spPr>
              <a:xfrm>
                <a:off x="7243445" y="4305300"/>
                <a:ext cx="15240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40" name="墨迹 39"/>
              <p14:cNvContentPartPr/>
              <p14:nvPr/>
            </p14:nvContentPartPr>
            <p14:xfrm>
              <a:off x="1823720" y="3404870"/>
              <a:ext cx="338455" cy="2413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74"/>
            </p:blipFill>
            <p:spPr>
              <a:xfrm>
                <a:off x="1823720" y="3404870"/>
                <a:ext cx="338455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41" name="墨迹 40"/>
              <p14:cNvContentPartPr/>
              <p14:nvPr/>
            </p14:nvContentPartPr>
            <p14:xfrm>
              <a:off x="1823720" y="3623945"/>
              <a:ext cx="381000" cy="9525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76"/>
            </p:blipFill>
            <p:spPr>
              <a:xfrm>
                <a:off x="1823720" y="3623945"/>
                <a:ext cx="38100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42" name="墨迹 41"/>
              <p14:cNvContentPartPr/>
              <p14:nvPr/>
            </p14:nvContentPartPr>
            <p14:xfrm>
              <a:off x="3090545" y="3452495"/>
              <a:ext cx="457200" cy="2413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78"/>
            </p:blipFill>
            <p:spPr>
              <a:xfrm>
                <a:off x="3090545" y="3452495"/>
                <a:ext cx="457200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43" name="墨迹 42"/>
              <p14:cNvContentPartPr/>
              <p14:nvPr/>
            </p14:nvContentPartPr>
            <p14:xfrm>
              <a:off x="7696200" y="4191000"/>
              <a:ext cx="556895" cy="2349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80"/>
            </p:blipFill>
            <p:spPr>
              <a:xfrm>
                <a:off x="7696200" y="4191000"/>
                <a:ext cx="556895" cy="234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44" name="墨迹 43"/>
              <p14:cNvContentPartPr/>
              <p14:nvPr/>
            </p14:nvContentPartPr>
            <p14:xfrm>
              <a:off x="8505825" y="1299845"/>
              <a:ext cx="47625" cy="5715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82"/>
            </p:blipFill>
            <p:spPr>
              <a:xfrm>
                <a:off x="8505825" y="1299845"/>
                <a:ext cx="47625" cy="57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3" p14:bwMode="auto">
            <p14:nvContentPartPr>
              <p14:cNvPr id="45" name="墨迹 44"/>
              <p14:cNvContentPartPr/>
              <p14:nvPr/>
            </p14:nvContentPartPr>
            <p14:xfrm>
              <a:off x="742950" y="4004945"/>
              <a:ext cx="171450" cy="36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84"/>
            </p:blipFill>
            <p:spPr>
              <a:xfrm>
                <a:off x="742950" y="4004945"/>
                <a:ext cx="171450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7" y="1041955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7056784" cy="1368152"/>
          </a:xfrm>
        </p:spPr>
        <p:txBody>
          <a:bodyPr>
            <a:normAutofit/>
          </a:bodyPr>
          <a:lstStyle/>
          <a:p>
            <a:pPr lvl="1"/>
            <a:r>
              <a:rPr lang="en-US" altLang="zh-CN" sz="2400" dirty="0" err="1"/>
              <a:t>getline</a:t>
            </a:r>
            <a:r>
              <a:rPr lang="en-US" altLang="zh-CN" sz="2400" dirty="0"/>
              <a:t>  </a:t>
            </a:r>
            <a:r>
              <a:rPr lang="zh-CN" altLang="en-US" sz="2400" dirty="0"/>
              <a:t>从输入流中读取一行</a:t>
            </a:r>
            <a:r>
              <a:rPr lang="en-US" altLang="zh-CN" sz="2400" dirty="0"/>
              <a:t>(</a:t>
            </a:r>
            <a:r>
              <a:rPr lang="zh-CN" altLang="en-US" sz="2400" dirty="0"/>
              <a:t>字符串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083" y="2469835"/>
            <a:ext cx="1367769" cy="1452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07217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1120180"/>
            <a:ext cx="7112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重要的文件箱一般都会有</a:t>
            </a:r>
            <a:r>
              <a:rPr lang="en-US" altLang="zh-CN" sz="2000" dirty="0">
                <a:latin typeface="+mn-ea"/>
              </a:rPr>
              <a:t>6</a:t>
            </a:r>
            <a:r>
              <a:rPr lang="zh-CN" altLang="en-US" sz="2000" dirty="0">
                <a:latin typeface="+mn-ea"/>
              </a:rPr>
              <a:t>个数字的密码锁，每一格都可以选择</a:t>
            </a:r>
            <a:r>
              <a:rPr lang="en-US" altLang="zh-CN" sz="2000" dirty="0">
                <a:latin typeface="+mn-ea"/>
              </a:rPr>
              <a:t>0--9</a:t>
            </a:r>
            <a:r>
              <a:rPr lang="zh-CN" altLang="en-US" sz="2000" dirty="0">
                <a:latin typeface="+mn-ea"/>
              </a:rPr>
              <a:t>这</a:t>
            </a:r>
            <a:r>
              <a:rPr lang="en-US" altLang="zh-CN" sz="2000" dirty="0">
                <a:latin typeface="+mn-ea"/>
              </a:rPr>
              <a:t>10</a:t>
            </a:r>
            <a:r>
              <a:rPr lang="zh-CN" altLang="en-US" sz="2000" dirty="0">
                <a:latin typeface="+mn-ea"/>
              </a:rPr>
              <a:t>个数字，这样排除的六位数密码共有（  </a:t>
            </a:r>
            <a:r>
              <a:rPr lang="en-US" altLang="zh-CN" sz="2000" dirty="0">
                <a:latin typeface="+mn-ea"/>
              </a:rPr>
              <a:t>)</a:t>
            </a:r>
            <a:r>
              <a:rPr lang="zh-CN" altLang="en-US" sz="2000" dirty="0">
                <a:latin typeface="+mn-ea"/>
              </a:rPr>
              <a:t>个。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万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10</a:t>
            </a:r>
            <a:r>
              <a:rPr lang="zh-CN" altLang="en-US" sz="2000" dirty="0">
                <a:latin typeface="+mn-ea"/>
              </a:rPr>
              <a:t>万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100</a:t>
            </a:r>
            <a:r>
              <a:rPr lang="zh-CN" altLang="en-US" sz="2000" dirty="0">
                <a:latin typeface="+mn-ea"/>
              </a:rPr>
              <a:t>万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1000</a:t>
            </a:r>
            <a:r>
              <a:rPr lang="zh-CN" altLang="en-US" sz="2000" dirty="0">
                <a:latin typeface="+mn-ea"/>
              </a:rPr>
              <a:t>万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631" y="3204963"/>
            <a:ext cx="1736606" cy="16367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540" y="50445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2283718"/>
            <a:ext cx="208823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i     </a:t>
            </a:r>
            <a:r>
              <a:rPr lang="en-US" altLang="zh-CN" dirty="0" err="1"/>
              <a:t>ans</a:t>
            </a:r>
            <a:r>
              <a:rPr lang="en-US" altLang="zh-CN" dirty="0"/>
              <a:t>       </a:t>
            </a:r>
            <a:r>
              <a:rPr lang="en-US" altLang="zh-CN" dirty="0" err="1"/>
              <a:t>str</a:t>
            </a:r>
            <a:r>
              <a:rPr lang="en-US" altLang="zh-CN" dirty="0"/>
              <a:t>         </a:t>
            </a:r>
            <a:endParaRPr lang="en-US" altLang="zh-CN" dirty="0"/>
          </a:p>
          <a:p>
            <a:r>
              <a:rPr lang="en-US" altLang="zh-CN" dirty="0"/>
              <a:t>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083918"/>
            <a:ext cx="2114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How are you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915566"/>
            <a:ext cx="4320480" cy="3937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2948" y="643798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98600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解密，输入一段加密后的英文字符解密成原码并输出（加密是用凯撒加密术，只加密字母，用它后面的第</a:t>
            </a:r>
            <a:r>
              <a:rPr lang="en-US" altLang="zh-CN" sz="2000" b="0" dirty="0">
                <a:solidFill>
                  <a:prstClr val="black"/>
                </a:solidFill>
              </a:rPr>
              <a:t>3</a:t>
            </a:r>
            <a:r>
              <a:rPr lang="zh-CN" altLang="en-US" sz="2000" b="0" dirty="0">
                <a:solidFill>
                  <a:prstClr val="black"/>
                </a:solidFill>
              </a:rPr>
              <a:t>个字母代替）。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048" y="748004"/>
            <a:ext cx="3642344" cy="4128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615000"/>
            <a:ext cx="1574304" cy="11746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WPS 演示</Application>
  <PresentationFormat>全屏显示(16:9)</PresentationFormat>
  <Paragraphs>49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黑体</vt:lpstr>
      <vt:lpstr>仿宋</vt:lpstr>
      <vt:lpstr>微软雅黑</vt:lpstr>
      <vt:lpstr>华文楷体</vt:lpstr>
      <vt:lpstr>Times New Roman</vt:lpstr>
      <vt:lpstr>Calibri</vt:lpstr>
      <vt:lpstr>Arial Unicode MS</vt:lpstr>
      <vt:lpstr>Office 主题</vt:lpstr>
      <vt:lpstr>PowerPoint 演示文稿</vt:lpstr>
      <vt:lpstr>凯撒加密术——字符串的输入与输出</vt:lpstr>
      <vt:lpstr> </vt:lpstr>
      <vt:lpstr> </vt:lpstr>
      <vt:lpstr> </vt:lpstr>
      <vt:lpstr>编程小词典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122</cp:revision>
  <dcterms:created xsi:type="dcterms:W3CDTF">2018-07-03T13:24:00Z</dcterms:created>
  <dcterms:modified xsi:type="dcterms:W3CDTF">2021-10-13T14:48:41Z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DCBB81811CD7428BB5A7B89C35D412E2</vt:lpwstr>
  </property>
  <property fmtid="{D5CDD505-2E9C-101B-9397-08002B2CF9AE}" pid="3" name="KSOProductBuildVer">
    <vt:lpwstr>2052-11.1.0.10700</vt:lpwstr>
  </property>
</Properties>
</file>