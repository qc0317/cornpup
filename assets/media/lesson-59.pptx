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6" r:id="rId3"/>
    <p:sldId id="269" r:id="rId4"/>
    <p:sldId id="281" r:id="rId5"/>
    <p:sldId id="282" r:id="rId6"/>
    <p:sldId id="284" r:id="rId7"/>
    <p:sldId id="283" r:id="rId8"/>
    <p:sldId id="285" r:id="rId9"/>
    <p:sldId id="267" r:id="rId10"/>
    <p:sldId id="280" r:id="rId11"/>
    <p:sldId id="288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58" y="19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百钱买百鸡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三重循环与程序优化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1099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百钱买</a:t>
            </a:r>
            <a:r>
              <a:rPr lang="zh-CN" altLang="en-US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</a:t>
            </a:r>
            <a:r>
              <a:rPr lang="zh-CN" altLang="en-US" dirty="0">
                <a:solidFill>
                  <a:srgbClr val="00B0F0"/>
                </a:solidFill>
              </a:rPr>
              <a:t>鸡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三重循环与程序优化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0720" y="1390005"/>
            <a:ext cx="5902960" cy="922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百钱买百鸡：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文钱买一只公鸡，</a:t>
            </a:r>
            <a:r>
              <a:rPr lang="en-US" altLang="zh-CN" dirty="0"/>
              <a:t>2</a:t>
            </a:r>
            <a:r>
              <a:rPr lang="zh-CN" altLang="en-US" dirty="0"/>
              <a:t>文钱买一只母鸡，</a:t>
            </a:r>
            <a:r>
              <a:rPr lang="en-US" altLang="zh-CN" dirty="0"/>
              <a:t>1</a:t>
            </a:r>
            <a:r>
              <a:rPr lang="zh-CN" altLang="en-US" dirty="0"/>
              <a:t>文钱买</a:t>
            </a:r>
            <a:r>
              <a:rPr lang="en-US" altLang="zh-CN" dirty="0"/>
              <a:t>3</a:t>
            </a:r>
            <a:r>
              <a:rPr lang="zh-CN" altLang="en-US" dirty="0"/>
              <a:t>只小鸡。</a:t>
            </a:r>
            <a:endParaRPr lang="en-US" altLang="zh-CN" dirty="0"/>
          </a:p>
          <a:p>
            <a:r>
              <a:rPr lang="zh-CN" altLang="en-US" dirty="0"/>
              <a:t>要用</a:t>
            </a:r>
            <a:r>
              <a:rPr lang="en-US" altLang="zh-CN" dirty="0"/>
              <a:t>100</a:t>
            </a:r>
            <a:r>
              <a:rPr lang="zh-CN" altLang="en-US" dirty="0"/>
              <a:t>文钱买</a:t>
            </a:r>
            <a:r>
              <a:rPr lang="en-US" altLang="zh-CN" dirty="0"/>
              <a:t>100</a:t>
            </a:r>
            <a:r>
              <a:rPr lang="zh-CN" altLang="en-US" dirty="0"/>
              <a:t>只鸡。</a:t>
            </a:r>
            <a:endParaRPr lang="zh-CN" altLang="en-US" dirty="0"/>
          </a:p>
        </p:txBody>
      </p:sp>
      <p:sp>
        <p:nvSpPr>
          <p:cNvPr id="6" name="AutoShape 925"/>
          <p:cNvSpPr>
            <a:spLocks noChangeArrowheads="1"/>
          </p:cNvSpPr>
          <p:nvPr/>
        </p:nvSpPr>
        <p:spPr bwMode="auto">
          <a:xfrm>
            <a:off x="2915816" y="2643758"/>
            <a:ext cx="3960416" cy="159675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试编一程序，求公鸡、母鸡、小鸡各有多少只？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 descr="图片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2360930"/>
            <a:ext cx="2513965" cy="2524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73174" y="1100951"/>
            <a:ext cx="2818656" cy="4603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可以用枚举算法</a:t>
            </a: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738243"/>
            <a:ext cx="2232248" cy="2232248"/>
          </a:xfrm>
          <a:prstGeom prst="rect">
            <a:avLst/>
          </a:prstGeom>
        </p:spPr>
      </p:pic>
      <p:sp>
        <p:nvSpPr>
          <p:cNvPr id="8" name="TextBox 2"/>
          <p:cNvSpPr txBox="1"/>
          <p:nvPr/>
        </p:nvSpPr>
        <p:spPr>
          <a:xfrm>
            <a:off x="3858543" y="1095063"/>
            <a:ext cx="4344459" cy="29533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可以用枚举算法：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100</a:t>
            </a:r>
            <a:r>
              <a:rPr lang="zh-CN" altLang="en-US" dirty="0"/>
              <a:t>文钱最多可以买几只公鸡？</a:t>
            </a:r>
            <a:r>
              <a:rPr lang="en-US" altLang="zh-CN" dirty="0"/>
              <a:t>33</a:t>
            </a:r>
            <a:r>
              <a:rPr lang="zh-CN" altLang="en-US" dirty="0"/>
              <a:t>只。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100</a:t>
            </a:r>
            <a:r>
              <a:rPr lang="zh-CN" altLang="en-US" dirty="0"/>
              <a:t>文钱最多可以买几只母鸡？</a:t>
            </a:r>
            <a:r>
              <a:rPr lang="en-US" altLang="zh-CN" dirty="0"/>
              <a:t>50</a:t>
            </a:r>
            <a:r>
              <a:rPr lang="zh-CN" altLang="en-US" dirty="0"/>
              <a:t>只。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100</a:t>
            </a:r>
            <a:r>
              <a:rPr lang="zh-CN" altLang="en-US" dirty="0"/>
              <a:t>文钱最多可以买几只小鸡？</a:t>
            </a:r>
            <a:r>
              <a:rPr lang="en-US" altLang="zh-CN" dirty="0"/>
              <a:t>100</a:t>
            </a:r>
            <a:r>
              <a:rPr lang="zh-CN" altLang="en-US" dirty="0"/>
              <a:t>只。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同时满足两个条件：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公鸡</a:t>
            </a:r>
            <a:r>
              <a:rPr lang="en-US" altLang="zh-CN" dirty="0"/>
              <a:t>+</a:t>
            </a:r>
            <a:r>
              <a:rPr lang="zh-CN" altLang="en-US" dirty="0"/>
              <a:t>母鸡</a:t>
            </a:r>
            <a:r>
              <a:rPr lang="en-US" altLang="zh-CN" dirty="0"/>
              <a:t>+</a:t>
            </a:r>
            <a:r>
              <a:rPr lang="zh-CN" altLang="en-US" dirty="0"/>
              <a:t>小鸡</a:t>
            </a:r>
            <a:r>
              <a:rPr lang="en-US" altLang="zh-CN" dirty="0"/>
              <a:t>=100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买公鸡的钱</a:t>
            </a:r>
            <a:r>
              <a:rPr lang="en-US" altLang="zh-CN" dirty="0"/>
              <a:t>+</a:t>
            </a:r>
            <a:r>
              <a:rPr lang="zh-CN" altLang="en-US" dirty="0"/>
              <a:t>买母鸡的钱</a:t>
            </a:r>
            <a:r>
              <a:rPr lang="en-US" altLang="zh-CN" dirty="0"/>
              <a:t>+</a:t>
            </a:r>
            <a:r>
              <a:rPr lang="zh-CN" altLang="en-US" dirty="0"/>
              <a:t>买小鸡的钱</a:t>
            </a:r>
            <a:r>
              <a:rPr lang="en-US" altLang="zh-CN" dirty="0"/>
              <a:t>=100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31623"/>
            <a:ext cx="8141171" cy="3480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049" y="3926959"/>
            <a:ext cx="1238250" cy="9239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195595" y="1360388"/>
            <a:ext cx="7039043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三个</a:t>
            </a:r>
            <a:r>
              <a:rPr lang="en-US" altLang="zh-CN" dirty="0"/>
              <a:t>for</a:t>
            </a:r>
            <a:r>
              <a:rPr lang="zh-CN" altLang="en-US" dirty="0"/>
              <a:t>循环嵌套，构成了三重循环，最内层的</a:t>
            </a:r>
            <a:r>
              <a:rPr lang="en-US" altLang="zh-CN" dirty="0"/>
              <a:t>if</a:t>
            </a:r>
            <a:r>
              <a:rPr lang="zh-CN" altLang="en-US" dirty="0"/>
              <a:t>语句执行了多少次？</a:t>
            </a:r>
            <a:endParaRPr lang="en-US" altLang="zh-CN" dirty="0"/>
          </a:p>
          <a:p>
            <a:pPr algn="ctr"/>
            <a:r>
              <a:rPr lang="en-US" altLang="zh-CN" dirty="0"/>
              <a:t>33*50*100=165000</a:t>
            </a:r>
            <a:r>
              <a:rPr lang="zh-CN" altLang="en-US" dirty="0"/>
              <a:t>次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2699792" y="2283718"/>
            <a:ext cx="300595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88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优</a:t>
            </a:r>
            <a:r>
              <a:rPr lang="en-US" altLang="zh-CN" sz="88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zh-CN" altLang="zh-CN" sz="88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化</a:t>
            </a:r>
            <a:endParaRPr lang="zh-CN" altLang="en-US" sz="8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84792"/>
            <a:ext cx="1872630" cy="1872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46" y="900409"/>
            <a:ext cx="8087444" cy="362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936" y="757990"/>
            <a:ext cx="1528309" cy="15283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555776" y="1491630"/>
            <a:ext cx="300595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88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优</a:t>
            </a:r>
            <a:r>
              <a:rPr lang="en-US" altLang="zh-CN" sz="88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 </a:t>
            </a:r>
            <a:r>
              <a:rPr lang="zh-CN" altLang="zh-CN" sz="8800" kern="100" dirty="0"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 pitchFamily="34" charset="0"/>
              </a:rPr>
              <a:t>化</a:t>
            </a:r>
            <a:endParaRPr lang="zh-CN" altLang="en-US" sz="8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3648" y="3147814"/>
            <a:ext cx="586090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简化成双重循环后，</a:t>
            </a:r>
            <a:r>
              <a:rPr lang="en-US" altLang="zh-CN" dirty="0"/>
              <a:t>if</a:t>
            </a:r>
            <a:r>
              <a:rPr lang="zh-CN" altLang="en-US" dirty="0"/>
              <a:t>语句执行的次数为</a:t>
            </a:r>
            <a:r>
              <a:rPr lang="en-US" altLang="zh-CN" dirty="0"/>
              <a:t>33*50=1650</a:t>
            </a:r>
            <a:r>
              <a:rPr lang="zh-CN" altLang="en-US" dirty="0"/>
              <a:t>次。</a:t>
            </a:r>
            <a:endParaRPr lang="en-US" altLang="zh-CN" dirty="0"/>
          </a:p>
          <a:p>
            <a:pPr algn="ctr"/>
            <a:r>
              <a:rPr lang="zh-CN" altLang="en-US" dirty="0"/>
              <a:t>效率提高</a:t>
            </a:r>
            <a:r>
              <a:rPr lang="en-US" altLang="zh-CN" dirty="0"/>
              <a:t>100</a:t>
            </a:r>
            <a:r>
              <a:rPr lang="zh-CN" altLang="en-US" dirty="0"/>
              <a:t>倍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25" y="1059371"/>
            <a:ext cx="1872630" cy="1872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6672" y="575220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275606"/>
            <a:ext cx="2576122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、常听说计算机中了“木马”，下面关于“木马”描述正确的是（  ）。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指木头做的马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是指计算机中非常隐秘的恶意程序，能直接对计算机产生危害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木马病毒式通过特定的木马程序来控制另一台计算机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如果中了木马，该计算机任何时间都会被木马控制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91880" y="712390"/>
            <a:ext cx="4936302" cy="144016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>
                <a:latin typeface="+mn-lt"/>
              </a:rPr>
              <a:t>        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         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804248" y="771550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i       j     </a:t>
            </a:r>
            <a:r>
              <a:rPr lang="en-US" altLang="zh-CN" dirty="0" err="1"/>
              <a:t>ans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6804248" y="4227934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461" y="1131590"/>
            <a:ext cx="2700174" cy="3629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uiExpand="1" build="p"/>
      <p:bldP spid="8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527039"/>
            <a:ext cx="4824536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971600" y="126753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b="0" dirty="0">
                <a:solidFill>
                  <a:prstClr val="black"/>
                </a:solidFill>
              </a:rPr>
              <a:t>有一个三位数，个位数字比百位数字大，百位数字又比十位数字大，并且各位数字之和等于各位数字相乘，求此三位数。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4" y="771550"/>
            <a:ext cx="3854405" cy="3924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727586"/>
            <a:ext cx="1087962" cy="10879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975,&quot;width&quot;:3959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WPS 演示</Application>
  <PresentationFormat>全屏显示(16:9)</PresentationFormat>
  <Paragraphs>69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百钱买百鸡——三重循环与程序优化</vt:lpstr>
      <vt:lpstr> </vt:lpstr>
      <vt:lpstr> 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97</cp:revision>
  <dcterms:created xsi:type="dcterms:W3CDTF">2018-07-03T13:24:00Z</dcterms:created>
  <dcterms:modified xsi:type="dcterms:W3CDTF">2021-10-03T14:45:00Z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316664B6D2D94A41BF3EC3D5525B00B9</vt:lpwstr>
  </property>
  <property fmtid="{D5CDD505-2E9C-101B-9397-08002B2CF9AE}" pid="3" name="KSOProductBuildVer">
    <vt:lpwstr>2052-11.1.0.10700</vt:lpwstr>
  </property>
</Properties>
</file>