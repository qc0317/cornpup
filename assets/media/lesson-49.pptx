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"/>
    <p:sldId id="269" r:id="rId4"/>
    <p:sldId id="283" r:id="rId5"/>
    <p:sldId id="284" r:id="rId6"/>
    <p:sldId id="267" r:id="rId7"/>
    <p:sldId id="280" r:id="rId8"/>
    <p:sldId id="287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加加乐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各数位之和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027" y="58481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加加乐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各位数之和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1" y="1285024"/>
            <a:ext cx="7040880" cy="1337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明明和美美很喜欢玩“加加乐”游戏，游戏规则是一方报出一个数，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另一方说出该数的各个数位之和。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如尼克说</a:t>
            </a:r>
            <a:r>
              <a:rPr lang="en-US" altLang="zh-CN" dirty="0"/>
              <a:t>12</a:t>
            </a:r>
            <a:r>
              <a:rPr lang="zh-CN" altLang="en-US" dirty="0"/>
              <a:t>，格莱尔就说</a:t>
            </a:r>
            <a:r>
              <a:rPr lang="en-US" altLang="zh-CN" dirty="0"/>
              <a:t>3</a:t>
            </a:r>
            <a:r>
              <a:rPr lang="zh-CN" altLang="en-US" dirty="0"/>
              <a:t>；尼克说</a:t>
            </a:r>
            <a:r>
              <a:rPr lang="en-US" altLang="zh-CN" dirty="0"/>
              <a:t>567</a:t>
            </a:r>
            <a:r>
              <a:rPr lang="zh-CN" altLang="en-US" dirty="0"/>
              <a:t>，格莱尔就说</a:t>
            </a:r>
            <a:r>
              <a:rPr lang="en-US" altLang="zh-CN" dirty="0"/>
              <a:t>18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6" name="AutoShape 782"/>
          <p:cNvSpPr>
            <a:spLocks noChangeArrowheads="1"/>
          </p:cNvSpPr>
          <p:nvPr/>
        </p:nvSpPr>
        <p:spPr bwMode="auto">
          <a:xfrm>
            <a:off x="2163610" y="2787278"/>
            <a:ext cx="4187825" cy="183544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试编一程序，输入一个整数，输出它的各个数位之和。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4684" y="3219822"/>
            <a:ext cx="2392887" cy="1501270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28594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387" y="593325"/>
            <a:ext cx="1888917" cy="4005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9000" y="849560"/>
            <a:ext cx="4626588" cy="2169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用变量</a:t>
            </a:r>
            <a:r>
              <a:rPr lang="en-US" altLang="zh-CN" dirty="0"/>
              <a:t>n</a:t>
            </a:r>
            <a:r>
              <a:rPr lang="zh-CN" altLang="en-US" dirty="0"/>
              <a:t>保存输入的数，</a:t>
            </a:r>
            <a:r>
              <a:rPr lang="en-US" altLang="zh-CN" dirty="0"/>
              <a:t>sum</a:t>
            </a:r>
            <a:r>
              <a:rPr lang="zh-CN" altLang="en-US" dirty="0"/>
              <a:t>是累加器用于求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各个数位之和，</a:t>
            </a:r>
            <a:r>
              <a:rPr lang="en-US" altLang="zh-CN" dirty="0"/>
              <a:t>a</a:t>
            </a:r>
            <a:r>
              <a:rPr lang="zh-CN" altLang="en-US" dirty="0"/>
              <a:t>保存个位上的数字，</a:t>
            </a:r>
            <a:r>
              <a:rPr lang="en-US" altLang="zh-CN" dirty="0"/>
              <a:t>a</a:t>
            </a:r>
            <a:r>
              <a:rPr lang="zh-CN" altLang="en-US" dirty="0"/>
              <a:t>可用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n%10</a:t>
            </a:r>
            <a:r>
              <a:rPr lang="zh-CN" altLang="en-US" dirty="0"/>
              <a:t>求出，把</a:t>
            </a:r>
            <a:r>
              <a:rPr lang="en-US" altLang="zh-CN" dirty="0"/>
              <a:t>a</a:t>
            </a:r>
            <a:r>
              <a:rPr lang="zh-CN" altLang="en-US" dirty="0"/>
              <a:t>加到</a:t>
            </a:r>
            <a:r>
              <a:rPr lang="en-US" altLang="zh-CN" dirty="0"/>
              <a:t>sum</a:t>
            </a:r>
            <a:r>
              <a:rPr lang="zh-CN" altLang="en-US" dirty="0"/>
              <a:t>上。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然后，让</a:t>
            </a:r>
            <a:r>
              <a:rPr lang="en-US" altLang="zh-CN" dirty="0"/>
              <a:t>n=n/10</a:t>
            </a:r>
            <a:r>
              <a:rPr lang="zh-CN" altLang="en-US" dirty="0"/>
              <a:t>，继续上面的操作，直到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n</a:t>
            </a:r>
            <a:r>
              <a:rPr lang="zh-CN" altLang="en-US" dirty="0"/>
              <a:t>等于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3028798"/>
            <a:ext cx="1645553" cy="134855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481249" y="435814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我要看流程图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81646" y="913859"/>
            <a:ext cx="6394610" cy="3590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{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long </a:t>
            </a:r>
            <a:r>
              <a:rPr lang="en-US" altLang="zh-CN" dirty="0" err="1"/>
              <a:t>long</a:t>
            </a:r>
            <a:r>
              <a:rPr lang="en-US" altLang="zh-CN" dirty="0"/>
              <a:t> n; 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a,sum</a:t>
            </a:r>
            <a:r>
              <a:rPr lang="en-US" altLang="zh-CN" dirty="0"/>
              <a:t>=0; 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&lt;&lt;"n=";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do		//</a:t>
            </a:r>
            <a:r>
              <a:rPr lang="zh-CN" altLang="en-US" dirty="0"/>
              <a:t>如果</a:t>
            </a:r>
            <a:r>
              <a:rPr lang="en-US" altLang="zh-CN" dirty="0"/>
              <a:t>n</a:t>
            </a:r>
            <a:r>
              <a:rPr lang="zh-CN" altLang="en-US" dirty="0"/>
              <a:t>不为</a:t>
            </a:r>
            <a:r>
              <a:rPr lang="en-US" altLang="zh-CN" dirty="0"/>
              <a:t>0 </a:t>
            </a:r>
            <a:r>
              <a:rPr lang="zh-CN" altLang="en-US" dirty="0"/>
              <a:t>，就反复循环取出个位数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{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    a=n%10;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    sum+=a;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    n=n/10;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}while(n!=0);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各个数位之和：</a:t>
            </a:r>
            <a:r>
              <a:rPr lang="en-US" altLang="zh-CN" dirty="0"/>
              <a:t>"&lt;&lt;sum&lt;&lt;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    return 0;</a:t>
            </a:r>
            <a:endParaRPr lang="en-US" altLang="zh-CN" dirty="0"/>
          </a:p>
          <a:p>
            <a:pPr>
              <a:lnSpc>
                <a:spcPts val="1600"/>
              </a:lnSpc>
            </a:pPr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459" y="2860541"/>
            <a:ext cx="1790227" cy="1790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54702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、华为推出了一款新手机，标配内存容量为</a:t>
            </a:r>
            <a:r>
              <a:rPr lang="en-US" altLang="zh-CN" dirty="0">
                <a:latin typeface="+mn-ea"/>
              </a:rPr>
              <a:t>64GB</a:t>
            </a:r>
            <a:r>
              <a:rPr lang="zh-CN" altLang="en-US" dirty="0">
                <a:latin typeface="+mn-ea"/>
              </a:rPr>
              <a:t>。请问</a:t>
            </a:r>
            <a:r>
              <a:rPr lang="en-US" altLang="zh-CN" dirty="0">
                <a:latin typeface="+mn-ea"/>
              </a:rPr>
              <a:t>1GB</a:t>
            </a:r>
            <a:r>
              <a:rPr lang="zh-CN" altLang="en-US" dirty="0">
                <a:latin typeface="+mn-ea"/>
              </a:rPr>
              <a:t>可存放（  ）个英文字母？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1024*1024*1024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1024*1024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1024*1024*1024/2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1024*1024*1024/8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34600" y="445915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sum   a    n</a:t>
            </a:r>
            <a:endParaRPr lang="en-US" altLang="zh-CN" dirty="0"/>
          </a:p>
          <a:p>
            <a:r>
              <a:rPr lang="en-US" altLang="zh-CN" dirty="0"/>
              <a:t>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392340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17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076" y="916325"/>
            <a:ext cx="2265355" cy="377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499" y="626661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输入要给正整数，输出该数的位数。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如输入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789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，输出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；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445566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，输出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6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。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902" y="3723450"/>
            <a:ext cx="3140681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959245"/>
            <a:ext cx="2886075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59" y="3364850"/>
            <a:ext cx="1211592" cy="12047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WPS 演示</Application>
  <PresentationFormat>全屏显示(16:9)</PresentationFormat>
  <Paragraphs>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加加乐——各位数之和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95</cp:revision>
  <dcterms:created xsi:type="dcterms:W3CDTF">2018-07-03T13:24:00Z</dcterms:created>
  <dcterms:modified xsi:type="dcterms:W3CDTF">2021-06-27T02:44:45Z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F14289D2083B46459C31B4A0F8CE1B82</vt:lpwstr>
  </property>
  <property fmtid="{D5CDD505-2E9C-101B-9397-08002B2CF9AE}" pid="3" name="KSOProductBuildVer">
    <vt:lpwstr>2052-11.1.0.10577</vt:lpwstr>
  </property>
</Properties>
</file>