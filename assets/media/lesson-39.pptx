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4" r:id="rId3"/>
    <p:sldId id="269" r:id="rId4"/>
    <p:sldId id="281" r:id="rId5"/>
    <p:sldId id="282" r:id="rId6"/>
    <p:sldId id="283" r:id="rId7"/>
    <p:sldId id="267" r:id="rId8"/>
    <p:sldId id="280" r:id="rId9"/>
    <p:sldId id="286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35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警察抓小偷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逻辑判断与推理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1431" y="77580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警察抓小偷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逻辑判断与推理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6542" y="1492861"/>
            <a:ext cx="5955476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A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B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C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D</a:t>
            </a:r>
            <a:r>
              <a:rPr lang="zh-CN" altLang="en-US" dirty="0">
                <a:latin typeface="+mj-ea"/>
                <a:ea typeface="+mj-ea"/>
              </a:rPr>
              <a:t>四人中有一个是小偷。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已知四个人中有一个人说了假话</a:t>
            </a:r>
            <a:r>
              <a:rPr lang="en-US" altLang="zh-CN" dirty="0">
                <a:latin typeface="+mj-ea"/>
                <a:ea typeface="+mj-ea"/>
              </a:rPr>
              <a:t>(</a:t>
            </a:r>
            <a:r>
              <a:rPr lang="zh-CN" altLang="en-US" dirty="0">
                <a:latin typeface="+mj-ea"/>
                <a:ea typeface="+mj-ea"/>
              </a:rPr>
              <a:t>说假话的人就是小偷</a:t>
            </a:r>
            <a:r>
              <a:rPr lang="en-US" altLang="zh-CN" dirty="0">
                <a:latin typeface="+mj-ea"/>
                <a:ea typeface="+mj-ea"/>
              </a:rPr>
              <a:t>)</a:t>
            </a:r>
            <a:r>
              <a:rPr lang="zh-CN" altLang="en-US" dirty="0">
                <a:latin typeface="+mj-ea"/>
                <a:ea typeface="+mj-ea"/>
              </a:rPr>
              <a:t>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A</a:t>
            </a:r>
            <a:r>
              <a:rPr lang="zh-CN" altLang="en-US" dirty="0">
                <a:latin typeface="+mj-ea"/>
                <a:ea typeface="+mj-ea"/>
              </a:rPr>
              <a:t>：我不是小偷。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B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C</a:t>
            </a:r>
            <a:r>
              <a:rPr lang="zh-CN" altLang="en-US" dirty="0">
                <a:latin typeface="+mj-ea"/>
                <a:ea typeface="+mj-ea"/>
              </a:rPr>
              <a:t>是小偷。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C</a:t>
            </a:r>
            <a:r>
              <a:rPr lang="zh-CN" altLang="en-US" dirty="0">
                <a:latin typeface="+mj-ea"/>
                <a:ea typeface="+mj-ea"/>
              </a:rPr>
              <a:t>：</a:t>
            </a:r>
            <a:r>
              <a:rPr lang="en-US" altLang="zh-CN" dirty="0">
                <a:latin typeface="+mj-ea"/>
                <a:ea typeface="+mj-ea"/>
              </a:rPr>
              <a:t>D</a:t>
            </a:r>
            <a:r>
              <a:rPr lang="zh-CN" altLang="en-US" dirty="0">
                <a:latin typeface="+mj-ea"/>
                <a:ea typeface="+mj-ea"/>
              </a:rPr>
              <a:t>是小偷。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D</a:t>
            </a:r>
            <a:r>
              <a:rPr lang="zh-CN" altLang="en-US" dirty="0">
                <a:latin typeface="+mj-ea"/>
                <a:ea typeface="+mj-ea"/>
              </a:rPr>
              <a:t>：我不是小偷。</a:t>
            </a:r>
            <a:endParaRPr lang="en-US" altLang="zh-CN" dirty="0"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7" name="AutoShape 641"/>
          <p:cNvSpPr>
            <a:spLocks noChangeArrowheads="1"/>
          </p:cNvSpPr>
          <p:nvPr/>
        </p:nvSpPr>
        <p:spPr bwMode="auto">
          <a:xfrm>
            <a:off x="3275856" y="2571750"/>
            <a:ext cx="3816424" cy="1887835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4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已知四个人中有一个人说了假话，你是警察，请编个程序来判断一下，谁是小偷。</a:t>
            </a:r>
            <a:endParaRPr 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7164705" y="279336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50113" y="844317"/>
            <a:ext cx="4538489" cy="37958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1568" y="1344950"/>
            <a:ext cx="4320480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用</a:t>
            </a:r>
            <a:r>
              <a:rPr lang="en-US" altLang="zh-CN" dirty="0">
                <a:latin typeface="+mj-ea"/>
                <a:ea typeface="+mj-ea"/>
              </a:rPr>
              <a:t>1,2,3,4</a:t>
            </a:r>
            <a:r>
              <a:rPr lang="zh-CN" altLang="en-US" dirty="0">
                <a:latin typeface="+mj-ea"/>
                <a:ea typeface="+mj-ea"/>
              </a:rPr>
              <a:t>代表</a:t>
            </a:r>
            <a:r>
              <a:rPr lang="en-US" altLang="zh-CN" dirty="0">
                <a:latin typeface="+mj-ea"/>
                <a:ea typeface="+mj-ea"/>
              </a:rPr>
              <a:t>A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B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C</a:t>
            </a:r>
            <a:r>
              <a:rPr lang="zh-CN" altLang="en-US" dirty="0">
                <a:latin typeface="+mj-ea"/>
                <a:ea typeface="+mj-ea"/>
              </a:rPr>
              <a:t>、</a:t>
            </a:r>
            <a:r>
              <a:rPr lang="en-US" altLang="zh-CN" dirty="0">
                <a:latin typeface="+mj-ea"/>
                <a:ea typeface="+mj-ea"/>
              </a:rPr>
              <a:t>D</a:t>
            </a:r>
            <a:r>
              <a:rPr lang="zh-CN" altLang="en-US" dirty="0">
                <a:latin typeface="+mj-ea"/>
                <a:ea typeface="+mj-ea"/>
              </a:rPr>
              <a:t>四人编号。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用变量</a:t>
            </a:r>
            <a:r>
              <a:rPr lang="en-US" altLang="zh-CN" dirty="0">
                <a:latin typeface="+mj-ea"/>
                <a:ea typeface="+mj-ea"/>
              </a:rPr>
              <a:t>i</a:t>
            </a:r>
            <a:r>
              <a:rPr lang="zh-CN" altLang="en-US" dirty="0">
                <a:latin typeface="+mj-ea"/>
                <a:ea typeface="+mj-ea"/>
              </a:rPr>
              <a:t>代表小偷。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</a:rPr>
              <a:t>A</a:t>
            </a:r>
            <a:r>
              <a:rPr lang="zh-CN" altLang="en-US" dirty="0">
                <a:latin typeface="+mj-ea"/>
              </a:rPr>
              <a:t>：我不是小偷。  </a:t>
            </a:r>
            <a:r>
              <a:rPr lang="en-US" altLang="zh-CN" dirty="0">
                <a:latin typeface="+mj-ea"/>
              </a:rPr>
              <a:t>	i!=1</a:t>
            </a:r>
            <a:endParaRPr lang="en-US" altLang="zh-CN" dirty="0">
              <a:latin typeface="+mj-ea"/>
            </a:endParaRPr>
          </a:p>
          <a:p>
            <a:r>
              <a:rPr lang="en-US" altLang="zh-CN" dirty="0">
                <a:latin typeface="+mj-ea"/>
              </a:rPr>
              <a:t>B</a:t>
            </a:r>
            <a:r>
              <a:rPr lang="zh-CN" altLang="en-US" dirty="0">
                <a:latin typeface="+mj-ea"/>
              </a:rPr>
              <a:t>：</a:t>
            </a:r>
            <a:r>
              <a:rPr lang="en-US" altLang="zh-CN" dirty="0">
                <a:latin typeface="+mj-ea"/>
              </a:rPr>
              <a:t>C</a:t>
            </a:r>
            <a:r>
              <a:rPr lang="zh-CN" altLang="en-US" dirty="0">
                <a:latin typeface="+mj-ea"/>
              </a:rPr>
              <a:t>是小偷。</a:t>
            </a:r>
            <a:r>
              <a:rPr lang="en-US" altLang="zh-CN" dirty="0">
                <a:latin typeface="+mj-ea"/>
              </a:rPr>
              <a:t>		i==3</a:t>
            </a:r>
            <a:endParaRPr lang="en-US" altLang="zh-CN" dirty="0">
              <a:latin typeface="+mj-ea"/>
            </a:endParaRPr>
          </a:p>
          <a:p>
            <a:r>
              <a:rPr lang="en-US" altLang="zh-CN" dirty="0">
                <a:latin typeface="+mj-ea"/>
              </a:rPr>
              <a:t>C</a:t>
            </a:r>
            <a:r>
              <a:rPr lang="zh-CN" altLang="en-US" dirty="0">
                <a:latin typeface="+mj-ea"/>
              </a:rPr>
              <a:t>：</a:t>
            </a:r>
            <a:r>
              <a:rPr lang="en-US" altLang="zh-CN" dirty="0">
                <a:latin typeface="+mj-ea"/>
              </a:rPr>
              <a:t>D</a:t>
            </a:r>
            <a:r>
              <a:rPr lang="zh-CN" altLang="en-US" dirty="0">
                <a:latin typeface="+mj-ea"/>
              </a:rPr>
              <a:t>是小偷。</a:t>
            </a:r>
            <a:r>
              <a:rPr lang="en-US" altLang="zh-CN" dirty="0">
                <a:latin typeface="+mj-ea"/>
              </a:rPr>
              <a:t>		i==4</a:t>
            </a:r>
            <a:endParaRPr lang="en-US" altLang="zh-CN" dirty="0">
              <a:latin typeface="+mj-ea"/>
            </a:endParaRPr>
          </a:p>
          <a:p>
            <a:r>
              <a:rPr lang="en-US" altLang="zh-CN" dirty="0">
                <a:latin typeface="+mj-ea"/>
              </a:rPr>
              <a:t>D</a:t>
            </a:r>
            <a:r>
              <a:rPr lang="zh-CN" altLang="en-US" dirty="0">
                <a:latin typeface="+mj-ea"/>
              </a:rPr>
              <a:t>：我不是小偷。</a:t>
            </a:r>
            <a:r>
              <a:rPr lang="en-US" altLang="zh-CN" dirty="0">
                <a:latin typeface="+mj-ea"/>
              </a:rPr>
              <a:t>		i!=4</a:t>
            </a:r>
            <a:endParaRPr lang="en-US" altLang="zh-CN" dirty="0">
              <a:latin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说真话它的逻辑值就是“真”</a:t>
            </a:r>
            <a:r>
              <a:rPr lang="en-US" altLang="zh-CN" dirty="0">
                <a:latin typeface="+mj-ea"/>
                <a:ea typeface="+mj-ea"/>
              </a:rPr>
              <a:t>(true,1)</a:t>
            </a:r>
            <a:r>
              <a:rPr lang="zh-CN" altLang="en-US" dirty="0">
                <a:latin typeface="+mj-ea"/>
                <a:ea typeface="+mj-ea"/>
              </a:rPr>
              <a:t>，说假话它的逻辑值就是“假”</a:t>
            </a:r>
            <a:r>
              <a:rPr lang="en-US" altLang="zh-CN" dirty="0">
                <a:latin typeface="+mj-ea"/>
                <a:ea typeface="+mj-ea"/>
              </a:rPr>
              <a:t>(false</a:t>
            </a:r>
            <a:r>
              <a:rPr lang="zh-CN" altLang="en-US" dirty="0">
                <a:latin typeface="+mj-ea"/>
                <a:ea typeface="+mj-ea"/>
              </a:rPr>
              <a:t>，</a:t>
            </a:r>
            <a:r>
              <a:rPr lang="en-US" altLang="zh-CN" dirty="0">
                <a:latin typeface="+mj-ea"/>
                <a:ea typeface="+mj-ea"/>
              </a:rPr>
              <a:t>0)</a:t>
            </a:r>
            <a:r>
              <a:rPr lang="zh-CN" altLang="en-US" dirty="0">
                <a:latin typeface="+mj-ea"/>
                <a:ea typeface="+mj-ea"/>
              </a:rPr>
              <a:t>。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一人说假话，就是三人说真话，所以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(i!=1)+(i==3)+(i==4)+(i!=4)==3</a:t>
            </a:r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8816" y="1150659"/>
            <a:ext cx="3168352" cy="8583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从</a:t>
            </a:r>
            <a:r>
              <a:rPr lang="en-US" altLang="zh-CN" dirty="0">
                <a:latin typeface="+mj-ea"/>
                <a:ea typeface="+mj-ea"/>
              </a:rPr>
              <a:t>1</a:t>
            </a:r>
            <a:r>
              <a:rPr lang="zh-CN" altLang="en-US" dirty="0">
                <a:latin typeface="+mj-ea"/>
                <a:ea typeface="+mj-ea"/>
              </a:rPr>
              <a:t>枚举到</a:t>
            </a:r>
            <a:r>
              <a:rPr lang="en-US" altLang="zh-CN" dirty="0">
                <a:latin typeface="+mj-ea"/>
                <a:ea typeface="+mj-ea"/>
              </a:rPr>
              <a:t>4</a:t>
            </a:r>
            <a:r>
              <a:rPr lang="zh-CN" altLang="en-US" dirty="0">
                <a:latin typeface="+mj-ea"/>
                <a:ea typeface="+mj-ea"/>
              </a:rPr>
              <a:t>，</a:t>
            </a:r>
            <a:endParaRPr lang="en-US" altLang="zh-CN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j-ea"/>
                <a:ea typeface="+mj-ea"/>
              </a:rPr>
              <a:t>判断每个值是否符合这种情况。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355976" y="816238"/>
            <a:ext cx="35118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      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   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x;</a:t>
            </a:r>
            <a:endParaRPr lang="en-US" altLang="zh-CN" sz="1600" dirty="0"/>
          </a:p>
          <a:p>
            <a:r>
              <a:rPr lang="en-US" altLang="zh-CN" sz="1600" dirty="0"/>
              <a:t>  char </a:t>
            </a:r>
            <a:r>
              <a:rPr lang="en-US" altLang="zh-CN" sz="1600" dirty="0" err="1"/>
              <a:t>xiaotou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for(x=1;x&lt;=4;x++)</a:t>
            </a:r>
            <a:endParaRPr lang="en-US" altLang="zh-CN" sz="1600" dirty="0"/>
          </a:p>
          <a:p>
            <a:r>
              <a:rPr lang="en-US" altLang="zh-CN" sz="1600" dirty="0"/>
              <a:t>    if((x!=1)+(x==3)+(x==4)+(x!=4)==3)</a:t>
            </a:r>
            <a:endParaRPr lang="en-US" altLang="zh-CN" sz="1600" dirty="0"/>
          </a:p>
          <a:p>
            <a:r>
              <a:rPr lang="en-US" altLang="zh-CN" sz="1600" dirty="0"/>
              <a:t>    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xiaotou</a:t>
            </a:r>
            <a:r>
              <a:rPr lang="en-US" altLang="zh-CN" sz="1600" dirty="0"/>
              <a:t>=64+x;  //</a:t>
            </a:r>
            <a:r>
              <a:rPr lang="zh-CN" altLang="en-US" sz="1600" dirty="0"/>
              <a:t>编号转为字符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小偷是：</a:t>
            </a:r>
            <a:r>
              <a:rPr lang="en-US" altLang="zh-CN" sz="1600" dirty="0"/>
              <a:t>"&lt;&lt;</a:t>
            </a:r>
            <a:r>
              <a:rPr lang="en-US" altLang="zh-CN" sz="1600" dirty="0" err="1"/>
              <a:t>xiaotou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break;</a:t>
            </a:r>
            <a:endParaRPr lang="en-US" altLang="zh-CN" sz="1600" dirty="0"/>
          </a:p>
          <a:p>
            <a:r>
              <a:rPr lang="en-US" altLang="zh-CN" sz="1600" dirty="0"/>
              <a:t>    }</a:t>
            </a:r>
            <a:endParaRPr lang="en-US" altLang="zh-CN" sz="1600" dirty="0"/>
          </a:p>
          <a:p>
            <a:r>
              <a:rPr lang="en-US" altLang="zh-CN" sz="1600" dirty="0"/>
              <a:t>  return 0; 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en-US" altLang="zh-CN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48021"/>
            <a:ext cx="1972672" cy="18516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矩形 4"/>
          <p:cNvSpPr/>
          <p:nvPr/>
        </p:nvSpPr>
        <p:spPr>
          <a:xfrm>
            <a:off x="1403648" y="959222"/>
            <a:ext cx="639149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kern="100" dirty="0">
                <a:solidFill>
                  <a:srgbClr val="00B0F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二十一世纪三大尖端技术</a:t>
            </a:r>
            <a:endParaRPr lang="zh-CN" altLang="en-US" sz="4400" dirty="0">
              <a:solidFill>
                <a:srgbClr val="00B0F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40580" y="1913714"/>
            <a:ext cx="2236510" cy="2796118"/>
            <a:chOff x="2411760" y="2211710"/>
            <a:chExt cx="2236510" cy="2796118"/>
          </a:xfrm>
        </p:grpSpPr>
        <p:sp>
          <p:nvSpPr>
            <p:cNvPr id="6" name="矩形 5"/>
            <p:cNvSpPr/>
            <p:nvPr/>
          </p:nvSpPr>
          <p:spPr>
            <a:xfrm>
              <a:off x="2411760" y="2211710"/>
              <a:ext cx="2236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4000" kern="100" dirty="0">
                  <a:ea typeface="楷体" panose="02010609060101010101" pitchFamily="49" charset="-122"/>
                  <a:cs typeface="Times New Roman" panose="02020603050405020304" pitchFamily="18" charset="0"/>
                </a:rPr>
                <a:t>人工智能</a:t>
              </a:r>
              <a:endParaRPr lang="zh-CN" altLang="en-US" sz="4000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2411760" y="3255826"/>
              <a:ext cx="2236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4000" kern="100" dirty="0">
                  <a:ea typeface="楷体" panose="02010609060101010101" pitchFamily="49" charset="-122"/>
                  <a:cs typeface="Times New Roman" panose="02020603050405020304" pitchFamily="18" charset="0"/>
                </a:rPr>
                <a:t>基因工程</a:t>
              </a:r>
              <a:endParaRPr lang="zh-CN" altLang="en-US" sz="40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411760" y="4299942"/>
              <a:ext cx="223651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zh-CN" sz="4000" kern="100" dirty="0">
                  <a:ea typeface="楷体" panose="02010609060101010101" pitchFamily="49" charset="-122"/>
                  <a:cs typeface="Times New Roman" panose="02020603050405020304" pitchFamily="18" charset="0"/>
                </a:rPr>
                <a:t>纳米科学</a:t>
              </a:r>
              <a:endParaRPr lang="zh-CN" altLang="en-US" sz="4000" dirty="0"/>
            </a:p>
          </p:txBody>
        </p:sp>
      </p:grpSp>
      <p:pic>
        <p:nvPicPr>
          <p:cNvPr id="2050" name="Picture 2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2504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2493" y="572043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419622"/>
            <a:ext cx="257612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计算机如果缺少（ ），将无法正常启动。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内存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鼠标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盘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摄像头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91880" y="741849"/>
            <a:ext cx="4936302" cy="313119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612" y="1207165"/>
            <a:ext cx="4434064" cy="3282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388249" y="1290078"/>
            <a:ext cx="2288207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i      n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868144" y="4039794"/>
            <a:ext cx="2592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15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72516" y="502449"/>
            <a:ext cx="439248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5060"/>
            <a:ext cx="3024336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可可老师：是明明做的。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明明：不是我做的。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美美：不是我做的。</a:t>
            </a:r>
            <a:endParaRPr lang="en-US" altLang="zh-CN" sz="2000" dirty="0">
              <a:solidFill>
                <a:prstClr val="black"/>
              </a:solidFill>
            </a:endParaRP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prstClr val="black"/>
                </a:solidFill>
              </a:rPr>
              <a:t>两人说了假话，一人说了真话，请你判断是谁做的。</a:t>
            </a:r>
            <a:endParaRPr lang="en-US" altLang="zh-CN" sz="1800" dirty="0">
              <a:solidFill>
                <a:prstClr val="black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40200" y="483235"/>
            <a:ext cx="4570095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include&lt;iostream&gt;</a:t>
            </a:r>
            <a:endParaRPr lang="zh-CN" altLang="en-US" sz="1400"/>
          </a:p>
          <a:p>
            <a:r>
              <a:rPr lang="zh-CN" altLang="en-US" sz="1400"/>
              <a:t>using namespace std;</a:t>
            </a:r>
            <a:endParaRPr lang="zh-CN" altLang="en-US" sz="1400"/>
          </a:p>
          <a:p>
            <a:r>
              <a:rPr lang="zh-CN" altLang="en-US" sz="1400"/>
              <a:t>int main()</a:t>
            </a:r>
            <a:endParaRPr lang="zh-CN" altLang="en-US" sz="1400"/>
          </a:p>
          <a:p>
            <a:r>
              <a:rPr lang="en-US" altLang="zh-CN" sz="1400"/>
              <a:t>{</a:t>
            </a:r>
            <a:endParaRPr lang="en-US" altLang="zh-CN" sz="1400"/>
          </a:p>
          <a:p>
            <a:r>
              <a:rPr lang="en-US" altLang="zh-CN" sz="1400"/>
              <a:t>    ——————;</a:t>
            </a:r>
            <a:endParaRPr lang="zh-CN" altLang="en-US" sz="1400"/>
          </a:p>
          <a:p>
            <a:r>
              <a:rPr lang="en-US" altLang="zh-CN" sz="1400"/>
              <a:t>    </a:t>
            </a:r>
            <a:r>
              <a:rPr lang="zh-CN" altLang="en-US" sz="1400"/>
              <a:t>for(i=1;i&lt;=3;i++)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zh-CN" altLang="en-US" sz="1400"/>
              <a:t>if(( i==2)+(i!=2)+(__)==1) </a:t>
            </a:r>
            <a:endParaRPr lang="zh-CN" altLang="en-US" sz="1400"/>
          </a:p>
          <a:p>
            <a:r>
              <a:rPr lang="zh-CN" altLang="en-US" sz="1400"/>
              <a:t> </a:t>
            </a:r>
            <a:r>
              <a:rPr lang="en-US" altLang="zh-CN" sz="1400"/>
              <a:t>           </a:t>
            </a:r>
            <a:r>
              <a:rPr lang="zh-CN" altLang="en-US" sz="1400"/>
              <a:t>break;</a:t>
            </a:r>
            <a:endParaRPr lang="zh-CN" altLang="en-US" sz="1400"/>
          </a:p>
          <a:p>
            <a:r>
              <a:rPr lang="en-US" altLang="zh-CN" sz="1400"/>
              <a:t>    </a:t>
            </a:r>
            <a:r>
              <a:rPr lang="zh-CN" altLang="en-US" sz="1400"/>
              <a:t>switch(i)</a:t>
            </a:r>
            <a:endParaRPr lang="zh-CN" altLang="en-US" sz="1400"/>
          </a:p>
          <a:p>
            <a:r>
              <a:rPr lang="en-US" altLang="zh-CN" sz="1400"/>
              <a:t>    </a:t>
            </a:r>
            <a:r>
              <a:rPr lang="zh-CN" altLang="en-US" sz="1400"/>
              <a:t>{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zh-CN" altLang="en-US" sz="1400"/>
              <a:t>case 1: cout&lt;&lt;"可可老师老师做的"&lt;&lt;endl;</a:t>
            </a:r>
            <a:endParaRPr lang="zh-CN" altLang="en-US" sz="1400"/>
          </a:p>
          <a:p>
            <a:r>
              <a:rPr lang="en-US" altLang="zh-CN" sz="1400"/>
              <a:t>	    </a:t>
            </a:r>
            <a:r>
              <a:rPr lang="zh-CN" altLang="en-US" sz="1400"/>
              <a:t>break;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zh-CN" altLang="en-US" sz="1400"/>
              <a:t>case 2: cout&lt;c"明明做的"c&lt;endl;</a:t>
            </a:r>
            <a:endParaRPr lang="zh-CN" altLang="en-US" sz="1400"/>
          </a:p>
          <a:p>
            <a:r>
              <a:rPr lang="en-US" altLang="zh-CN" sz="1400"/>
              <a:t>	    </a:t>
            </a:r>
            <a:r>
              <a:rPr lang="zh-CN" altLang="en-US" sz="1400"/>
              <a:t>break;</a:t>
            </a:r>
            <a:endParaRPr lang="zh-CN" altLang="en-US" sz="1400"/>
          </a:p>
          <a:p>
            <a:r>
              <a:rPr lang="en-US" altLang="zh-CN" sz="1400"/>
              <a:t>        </a:t>
            </a:r>
            <a:r>
              <a:rPr lang="zh-CN" altLang="en-US" sz="1400"/>
              <a:t>case 3: cout&lt;&lt;"美美做的"&lt;&lt;endl;</a:t>
            </a:r>
            <a:endParaRPr lang="zh-CN" altLang="en-US" sz="1400"/>
          </a:p>
          <a:p>
            <a:r>
              <a:rPr lang="en-US" altLang="zh-CN" sz="1400"/>
              <a:t>	    </a:t>
            </a:r>
            <a:r>
              <a:rPr lang="zh-CN" altLang="en-US" sz="1400"/>
              <a:t>break;</a:t>
            </a:r>
            <a:endParaRPr lang="zh-CN" altLang="en-US" sz="1400"/>
          </a:p>
          <a:p>
            <a:r>
              <a:rPr lang="en-US" altLang="zh-CN" sz="1400"/>
              <a:t>    }</a:t>
            </a:r>
            <a:endParaRPr lang="zh-CN" altLang="en-US" sz="1400"/>
          </a:p>
          <a:p>
            <a:r>
              <a:rPr lang="en-US" altLang="zh-CN" sz="1400"/>
              <a:t>    </a:t>
            </a:r>
            <a:r>
              <a:rPr lang="zh-CN" altLang="en-US" sz="1400"/>
              <a:t>return </a:t>
            </a:r>
            <a:r>
              <a:rPr lang="en-US" altLang="zh-CN" sz="1400"/>
              <a:t>0</a:t>
            </a:r>
            <a:r>
              <a:rPr lang="zh-CN" altLang="en-US" sz="1400"/>
              <a:t>;</a:t>
            </a:r>
            <a:endParaRPr lang="zh-CN" altLang="en-US" sz="1400"/>
          </a:p>
          <a:p>
            <a:r>
              <a:rPr lang="zh-CN" altLang="en-US" sz="1400"/>
              <a:t>}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WPS 演示</Application>
  <PresentationFormat>全屏显示(16:9)</PresentationFormat>
  <Paragraphs>105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警察抓小偷——逻辑判断与推理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97</cp:revision>
  <dcterms:created xsi:type="dcterms:W3CDTF">2018-07-03T13:24:00Z</dcterms:created>
  <dcterms:modified xsi:type="dcterms:W3CDTF">2021-06-17T09:35:56Z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2F798951CD4D495CB340CECC918A2640</vt:lpwstr>
  </property>
  <property fmtid="{D5CDD505-2E9C-101B-9397-08002B2CF9AE}" pid="3" name="KSOProductBuildVer">
    <vt:lpwstr>2052-11.1.0.10577</vt:lpwstr>
  </property>
</Properties>
</file>