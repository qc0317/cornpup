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69" r:id="rId4"/>
    <p:sldId id="281" r:id="rId5"/>
    <p:sldId id="282" r:id="rId6"/>
    <p:sldId id="283" r:id="rId7"/>
    <p:sldId id="267" r:id="rId8"/>
    <p:sldId id="280" r:id="rId9"/>
    <p:sldId id="28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03T10:37:0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721 253,'3'-1,"6"1,3 1,3 5,2-2,0 2,-1-2,-4-1,-4-1,-4-2,-1 0,1 0,0 0,-1 0,0 0,1-4,0 2,0 0,-1 0,0 0,1-2,0 2,-2-1,2 1,0-2,-2 1,1 1,0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03T10:37:0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485 385,'8'0,"2"0,2 2,3-1,-2 2,-1-2,-3 0,-4 1,-2-2,0 0,2 0,5 0,-1 0,-1 0,-1 0,0 0,-4 0,0 0,2 0,-1 0,2 0,-1 0,2-1,-3 0,0 1,0-1,-1 0,0 1,2-2,0 2,-2-1,2 1,-1-1,2 0,-3 1,0-1,1 0,-1 0,3 0,-3 0,1 1,-1-1,3 0,-2 1,2 0,1 0,0 0,-2 0,0 0,-1 0,0 0,-1 0,4 0,1 0,0 0,-1 0,-2 0,-1 0,-1 0,6 1,1 0,4 2,-1-2,-1 2,-3-3,-1 0,-1 1,-3-1,0 0,1 0,-1 0,-1 0,0 0,1 0,0 0,1 0,0 0,-1 0,-1 0,0 0,1 0,-1 0,1 0,0 0,-1 0,1 0,-1 1,0-1,0 0,1 0,-1 0,0 0,2 0,2 0,3-1,0-1,0 1,-1 1,-1 0,-3 0,2 0,-3-1,0 0,-1 1,1-1,-1 1,0-2,1 2,5 0,-2 0,0 0,-2-1,-2 1,8 0,1 0,1 0,-1 0,-1 0,-2 0,-4 0,-1 0,2 0,3 0,-3 0,3 0,-3 0,-2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03T10:37:0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783 378,'-2'-4,"1"1,1 0,0-1,0 0,0-1,0 1,1 1,3-2,-2 2,2-1,-1 2,0-1,1 2,0 0,-1-1,1 2,-1-1,0 0,0 0,0 0,0 0,3 1,2 1,-5 1,-2 1,1 3,-1-2,1-1,0 1,0 0,-1-1,-1 0,2 0,-1 0,-1 0,0 0,0 1,0-1,0 0,-3-3,0 0,0 0,0-1,0 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customXml" Target="../ink/ink3.xml"/><Relationship Id="rId7" Type="http://schemas.openxmlformats.org/officeDocument/2006/relationships/image" Target="../media/image15.png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鸡兔同笼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双重循环的应用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52141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鸡兔同笼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双重循环的应用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1419622"/>
            <a:ext cx="7109639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孙子算经</a:t>
            </a:r>
            <a:r>
              <a:rPr lang="en-US" altLang="zh-CN" dirty="0"/>
              <a:t>》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“今有稚兔同笼，上有三十五头，下有九十四足，问雉兔各几只？”</a:t>
            </a:r>
            <a:endParaRPr lang="zh-CN" altLang="en-US" dirty="0"/>
          </a:p>
        </p:txBody>
      </p:sp>
      <p:sp>
        <p:nvSpPr>
          <p:cNvPr id="8" name="AutoShape 909"/>
          <p:cNvSpPr>
            <a:spLocks noChangeArrowheads="1"/>
          </p:cNvSpPr>
          <p:nvPr/>
        </p:nvSpPr>
        <p:spPr bwMode="auto">
          <a:xfrm>
            <a:off x="3131840" y="2327671"/>
            <a:ext cx="3902793" cy="116746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试编一程序，求笼中各有几只鸡和兔？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2" y="3591892"/>
            <a:ext cx="2435016" cy="1207412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7360" y="2065655"/>
            <a:ext cx="2513965" cy="252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r>
              <a:rPr lang="en-US" dirty="0"/>
              <a:t>t</a:t>
            </a:r>
            <a:endParaRPr lang="en-US"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052193"/>
            <a:ext cx="2664296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用枚举算法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鸡兔同笼，有</a:t>
            </a:r>
            <a:r>
              <a:rPr lang="en-US" altLang="zh-CN" dirty="0"/>
              <a:t>35</a:t>
            </a:r>
            <a:r>
              <a:rPr lang="zh-CN" altLang="en-US" dirty="0"/>
              <a:t>个头，则鸡最少</a:t>
            </a:r>
            <a:r>
              <a:rPr lang="en-US" altLang="zh-CN" dirty="0"/>
              <a:t>1</a:t>
            </a:r>
            <a:r>
              <a:rPr lang="zh-CN" altLang="en-US" dirty="0"/>
              <a:t>只，最多</a:t>
            </a:r>
            <a:r>
              <a:rPr lang="en-US" altLang="zh-CN" dirty="0"/>
              <a:t>34</a:t>
            </a:r>
            <a:r>
              <a:rPr lang="zh-CN" altLang="en-US" dirty="0"/>
              <a:t>只；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有</a:t>
            </a:r>
            <a:r>
              <a:rPr lang="en-US" altLang="zh-CN" dirty="0"/>
              <a:t>94</a:t>
            </a:r>
            <a:r>
              <a:rPr lang="zh-CN" altLang="en-US" dirty="0"/>
              <a:t>只脚，则兔子最少</a:t>
            </a:r>
            <a:r>
              <a:rPr lang="en-US" altLang="zh-CN" dirty="0"/>
              <a:t>1</a:t>
            </a:r>
            <a:r>
              <a:rPr lang="zh-CN" altLang="en-US" dirty="0"/>
              <a:t>只，最多</a:t>
            </a:r>
            <a:r>
              <a:rPr lang="en-US" altLang="zh-CN" dirty="0"/>
              <a:t>23</a:t>
            </a:r>
            <a:r>
              <a:rPr lang="zh-CN" altLang="en-US" dirty="0"/>
              <a:t>只。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当满足头</a:t>
            </a:r>
            <a:r>
              <a:rPr lang="en-US" altLang="zh-CN" dirty="0"/>
              <a:t>35</a:t>
            </a:r>
            <a:r>
              <a:rPr lang="zh-CN" altLang="en-US" dirty="0"/>
              <a:t>个、脚</a:t>
            </a:r>
            <a:r>
              <a:rPr lang="en-US" altLang="zh-CN" dirty="0"/>
              <a:t>94</a:t>
            </a:r>
            <a:r>
              <a:rPr lang="zh-CN" altLang="en-US" dirty="0"/>
              <a:t>只时，输出鸡和兔子的只数。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473" y="666325"/>
            <a:ext cx="3249325" cy="421376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852" y="1707654"/>
            <a:ext cx="1751974" cy="18902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15970" y="3795395"/>
            <a:ext cx="1903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兔：</a:t>
            </a:r>
            <a:r>
              <a:rPr lang="en-US" altLang="zh-CN" b="1">
                <a:solidFill>
                  <a:srgbClr val="FF0000"/>
                </a:solidFill>
              </a:rPr>
              <a:t>94/4=</a:t>
            </a:r>
            <a:r>
              <a:rPr lang="en-US" altLang="zh-CN" b="1">
                <a:solidFill>
                  <a:srgbClr val="FF0000"/>
                </a:solidFill>
              </a:rPr>
              <a:t>23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24669"/>
            <a:ext cx="7332663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992" y="1050822"/>
            <a:ext cx="1691258" cy="16912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259632" y="909205"/>
            <a:ext cx="4192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可以把两个条件用逻辑与</a:t>
            </a:r>
            <a:r>
              <a:rPr lang="en-US" altLang="zh-CN" dirty="0"/>
              <a:t>&amp;&amp;</a:t>
            </a:r>
            <a:r>
              <a:rPr lang="zh-CN" altLang="en-US" dirty="0"/>
              <a:t>连接起来。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543944"/>
            <a:ext cx="52482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915816" y="2676006"/>
            <a:ext cx="4570482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思考：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r>
              <a:rPr lang="zh-CN" altLang="en-US" dirty="0"/>
              <a:t>能否不用双重循环，改为用单层循环实现？</a:t>
            </a:r>
            <a:endParaRPr lang="en-US" altLang="zh-CN" dirty="0"/>
          </a:p>
          <a:p>
            <a:r>
              <a:rPr lang="zh-CN" altLang="en-US" dirty="0"/>
              <a:t>用单层循环有什么好处？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48" y="2571750"/>
            <a:ext cx="2439670" cy="231166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79520" y="3867785"/>
            <a:ext cx="3528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鸡：</a:t>
            </a:r>
            <a:r>
              <a:rPr lang="en-US" altLang="zh-CN" b="1">
                <a:solidFill>
                  <a:srgbClr val="FF0000"/>
                </a:solidFill>
              </a:rPr>
              <a:t>ji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兔：</a:t>
            </a:r>
            <a:r>
              <a:rPr lang="en-US" altLang="zh-CN" b="1">
                <a:solidFill>
                  <a:srgbClr val="FF0000"/>
                </a:solidFill>
              </a:rPr>
              <a:t>35-ji</a:t>
            </a:r>
            <a:endParaRPr lang="en-US" altLang="zh-CN"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9" name="墨迹 8"/>
              <p14:cNvContentPartPr/>
              <p14:nvPr/>
            </p14:nvContentPartPr>
            <p14:xfrm>
              <a:off x="3433445" y="1166495"/>
              <a:ext cx="828675" cy="15748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5"/>
            </p:blipFill>
            <p:spPr>
              <a:xfrm>
                <a:off x="3433445" y="1166495"/>
                <a:ext cx="828675" cy="1574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0" name="墨迹 9"/>
              <p14:cNvContentPartPr/>
              <p14:nvPr/>
            </p14:nvContentPartPr>
            <p14:xfrm>
              <a:off x="2309495" y="1804670"/>
              <a:ext cx="3596005" cy="762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7"/>
            </p:blipFill>
            <p:spPr>
              <a:xfrm>
                <a:off x="2309495" y="1804670"/>
                <a:ext cx="359600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1" name="墨迹 10"/>
              <p14:cNvContentPartPr/>
              <p14:nvPr/>
            </p14:nvContentPartPr>
            <p14:xfrm>
              <a:off x="3714750" y="1533525"/>
              <a:ext cx="371475" cy="2667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9"/>
            </p:blipFill>
            <p:spPr>
              <a:xfrm>
                <a:off x="3714750" y="1533525"/>
                <a:ext cx="371475" cy="2667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0145" y="611761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5528" y="1469011"/>
            <a:ext cx="2576122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、尼克的手机在风之巅广场上搜索到学校的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WiFi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信号，便可通过</a:t>
            </a: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WiFi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上网，这是应用了（  ）技术。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虚拟现实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无线网络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网络安全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人工智能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627534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i       j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166747"/>
            <a:ext cx="31813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2737" y="637094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求</a:t>
            </a:r>
            <a:r>
              <a:rPr lang="en-US" altLang="zh-CN" sz="2000" b="0" dirty="0">
                <a:solidFill>
                  <a:prstClr val="black"/>
                </a:solidFill>
              </a:rPr>
              <a:t>1*1*1*1+2*2*2*2+3*3*3*3+4*4*4*4+…+n*n*n*n</a:t>
            </a:r>
            <a:r>
              <a:rPr lang="zh-CN" altLang="en-US" sz="2000" b="0" dirty="0">
                <a:solidFill>
                  <a:prstClr val="black"/>
                </a:solidFill>
              </a:rPr>
              <a:t>的和是多少？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981" y="840135"/>
            <a:ext cx="2554309" cy="397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848" y="3353163"/>
            <a:ext cx="1027348" cy="115576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65844" y="449828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别看我，看题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WPS 演示</Application>
  <PresentationFormat>全屏显示(16:9)</PresentationFormat>
  <Paragraphs>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鸡兔同笼——双重循环的应用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89</cp:revision>
  <dcterms:created xsi:type="dcterms:W3CDTF">2018-07-03T13:24:00Z</dcterms:created>
  <dcterms:modified xsi:type="dcterms:W3CDTF">2021-10-03T07:58:25Z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3D431ABBEF624A8F8A37F8D7BF972A34</vt:lpwstr>
  </property>
  <property fmtid="{D5CDD505-2E9C-101B-9397-08002B2CF9AE}" pid="3" name="KSOProductBuildVer">
    <vt:lpwstr>2052-11.1.0.10700</vt:lpwstr>
  </property>
</Properties>
</file>