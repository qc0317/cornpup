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69" r:id="rId4"/>
    <p:sldId id="281" r:id="rId5"/>
    <p:sldId id="282" r:id="rId6"/>
    <p:sldId id="275" r:id="rId7"/>
    <p:sldId id="267" r:id="rId8"/>
    <p:sldId id="280" r:id="rId9"/>
    <p:sldId id="285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称心如意的输入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(do-while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3829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称心如意的输入</a:t>
            </a:r>
            <a:r>
              <a:rPr lang="en-US" altLang="zh-CN" sz="2400" dirty="0">
                <a:solidFill>
                  <a:srgbClr val="00B0F0"/>
                </a:solidFill>
              </a:rPr>
              <a:t>——do-while</a:t>
            </a:r>
            <a:r>
              <a:rPr lang="zh-CN" altLang="en-US" sz="2400" dirty="0">
                <a:solidFill>
                  <a:srgbClr val="00B0F0"/>
                </a:solidFill>
              </a:rPr>
              <a:t>语句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592" y="1069759"/>
            <a:ext cx="6583680" cy="1337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每次考试后可可老师总会把成绩输入计算机，进行分析和处理。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但输入有有时会出错，如当满分为</a:t>
            </a:r>
            <a:r>
              <a:rPr lang="en-US" altLang="zh-CN" dirty="0"/>
              <a:t>100</a:t>
            </a:r>
            <a:r>
              <a:rPr lang="zh-CN" altLang="en-US" dirty="0"/>
              <a:t>分时，小于</a:t>
            </a:r>
            <a:r>
              <a:rPr lang="en-US" altLang="zh-CN" dirty="0"/>
              <a:t>0</a:t>
            </a:r>
            <a:r>
              <a:rPr lang="zh-CN" altLang="en-US" dirty="0"/>
              <a:t>或者大于</a:t>
            </a:r>
            <a:r>
              <a:rPr lang="en-US" altLang="zh-CN" dirty="0"/>
              <a:t>100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的数，表示输入有误，需要重新输入。</a:t>
            </a:r>
            <a:endParaRPr lang="zh-CN" altLang="en-US" dirty="0"/>
          </a:p>
        </p:txBody>
      </p:sp>
      <p:sp>
        <p:nvSpPr>
          <p:cNvPr id="7" name="AutoShape 770"/>
          <p:cNvSpPr>
            <a:spLocks noChangeArrowheads="1"/>
          </p:cNvSpPr>
          <p:nvPr/>
        </p:nvSpPr>
        <p:spPr bwMode="auto">
          <a:xfrm>
            <a:off x="2843808" y="2534857"/>
            <a:ext cx="4455392" cy="217621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试编一程序，自动检查输入数据的正确性，如当满分为</a:t>
            </a:r>
            <a:r>
              <a:rPr lang="en-US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分时，输入小于</a:t>
            </a:r>
            <a:r>
              <a:rPr lang="en-US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或大于</a:t>
            </a:r>
            <a:r>
              <a:rPr lang="en-US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的数，表示输入有误 ，需要重新输入。</a:t>
            </a:r>
            <a:endParaRPr lang="zh-CN" sz="24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05" y="285940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988333"/>
            <a:ext cx="5059398" cy="18004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/>
              <a:t>do-while</a:t>
            </a:r>
            <a:r>
              <a:rPr lang="zh-CN" altLang="en-US" sz="2000" b="1" dirty="0"/>
              <a:t>语句的流程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先执行一次循环体，然后在判断表达式，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当表达式的值为真</a:t>
            </a:r>
            <a:r>
              <a:rPr lang="en-US" altLang="zh-CN" dirty="0"/>
              <a:t>(</a:t>
            </a:r>
            <a:r>
              <a:rPr lang="zh-CN" altLang="en-US" dirty="0"/>
              <a:t>非</a:t>
            </a:r>
            <a:r>
              <a:rPr lang="en-US" altLang="zh-CN" dirty="0"/>
              <a:t>0)</a:t>
            </a:r>
            <a:r>
              <a:rPr lang="zh-CN" altLang="en-US" dirty="0"/>
              <a:t>时，重新执行循环体。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如此反复，直到表达式的值为假</a:t>
            </a:r>
            <a:r>
              <a:rPr lang="en-US" altLang="zh-CN" dirty="0"/>
              <a:t>(0)</a:t>
            </a:r>
            <a:r>
              <a:rPr lang="zh-CN" altLang="en-US" dirty="0"/>
              <a:t>，退出循环。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144" y="1203598"/>
            <a:ext cx="2715696" cy="31615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39552" y="3349491"/>
            <a:ext cx="2736304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44500">
              <a:spcAft>
                <a:spcPts val="0"/>
              </a:spcAft>
            </a:pPr>
            <a:r>
              <a:rPr lang="en-US" altLang="zh-CN" sz="2000" kern="100" dirty="0">
                <a:solidFill>
                  <a:srgbClr val="0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do</a:t>
            </a:r>
            <a:r>
              <a:rPr lang="en-US" altLang="zh-CN" sz="20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endParaRPr lang="en-US" altLang="zh-CN" sz="2000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indent="444500">
              <a:spcAft>
                <a:spcPts val="0"/>
              </a:spcAft>
            </a:pPr>
            <a:r>
              <a:rPr lang="en-US" altLang="zh-CN" sz="2000" kern="100" dirty="0">
                <a:solidFill>
                  <a:srgbClr val="0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 </a:t>
            </a:r>
            <a:r>
              <a:rPr lang="zh-CN" altLang="zh-CN" sz="2000" kern="100" dirty="0">
                <a:solidFill>
                  <a:srgbClr val="0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语句</a:t>
            </a:r>
            <a:r>
              <a:rPr lang="zh-CN" altLang="en-US" sz="2000" kern="100" dirty="0">
                <a:solidFill>
                  <a:srgbClr val="0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；</a:t>
            </a:r>
            <a:endParaRPr lang="en-US" altLang="zh-CN" sz="2000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indent="444500">
              <a:spcAft>
                <a:spcPts val="0"/>
              </a:spcAft>
            </a:pPr>
            <a:r>
              <a:rPr lang="en-US" altLang="zh-CN" sz="2000" kern="100" dirty="0">
                <a:solidFill>
                  <a:srgbClr val="0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while(</a:t>
            </a:r>
            <a:r>
              <a:rPr lang="zh-CN" altLang="zh-CN" sz="2000" kern="100" dirty="0">
                <a:solidFill>
                  <a:srgbClr val="0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表达式</a:t>
            </a:r>
            <a:r>
              <a:rPr lang="en-US" altLang="zh-CN" sz="2000" kern="100" dirty="0">
                <a:solidFill>
                  <a:srgbClr val="0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)</a:t>
            </a:r>
            <a:r>
              <a:rPr lang="zh-CN" altLang="zh-CN" sz="2000" kern="100" dirty="0">
                <a:solidFill>
                  <a:srgbClr val="0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；</a:t>
            </a:r>
            <a:endParaRPr lang="zh-CN" altLang="zh-CN" sz="2000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91880" y="3349491"/>
            <a:ext cx="2736304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44500">
              <a:spcAft>
                <a:spcPts val="0"/>
              </a:spcAft>
            </a:pPr>
            <a:r>
              <a:rPr lang="zh-CN" altLang="en-US" sz="2000" b="1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先执行，后判断。</a:t>
            </a:r>
            <a:endParaRPr lang="en-US" altLang="zh-CN" sz="2000" b="1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indent="444500">
              <a:spcAft>
                <a:spcPts val="0"/>
              </a:spcAft>
            </a:pPr>
            <a:r>
              <a:rPr lang="zh-CN" altLang="en-US" sz="2000" b="1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至少执行一次。</a:t>
            </a:r>
            <a:endParaRPr lang="zh-CN" altLang="zh-CN" sz="2000" b="1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8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68" y="930416"/>
            <a:ext cx="3449960" cy="353620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513697" y="930416"/>
            <a:ext cx="367240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float x;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请输入成绩</a:t>
            </a:r>
            <a:r>
              <a:rPr lang="en-US" altLang="zh-CN" dirty="0"/>
              <a:t>:";</a:t>
            </a:r>
            <a:endParaRPr lang="en-US" altLang="zh-CN" dirty="0"/>
          </a:p>
          <a:p>
            <a:r>
              <a:rPr lang="en-US" altLang="zh-CN" dirty="0"/>
              <a:t>    do</a:t>
            </a:r>
            <a:endParaRPr lang="en-US" altLang="zh-CN" dirty="0"/>
          </a:p>
          <a:p>
            <a:r>
              <a:rPr lang="en-US" altLang="zh-CN" dirty="0"/>
              <a:t>    {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cin</a:t>
            </a:r>
            <a:r>
              <a:rPr lang="en-US" altLang="zh-CN" dirty="0"/>
              <a:t>&gt;&gt;x;</a:t>
            </a:r>
            <a:endParaRPr lang="en-US" altLang="zh-CN" dirty="0"/>
          </a:p>
          <a:p>
            <a:r>
              <a:rPr lang="en-US" altLang="zh-CN" dirty="0"/>
              <a:t>    }while(x&lt;0||x&gt;100);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成绩</a:t>
            </a:r>
            <a:r>
              <a:rPr lang="en-US" altLang="zh-CN" dirty="0"/>
              <a:t>:"&lt;&lt;x&lt;&lt;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657" y="2992135"/>
            <a:ext cx="1790395" cy="17980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987574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5328592" cy="1368152"/>
          </a:xfrm>
        </p:spPr>
        <p:txBody>
          <a:bodyPr>
            <a:normAutofit/>
          </a:bodyPr>
          <a:lstStyle/>
          <a:p>
            <a:pPr lvl="1"/>
            <a:r>
              <a:rPr lang="en-US" altLang="zh-CN" sz="2400" dirty="0"/>
              <a:t>do  </a:t>
            </a:r>
            <a:r>
              <a:rPr lang="zh-CN" altLang="en-US" sz="2400" dirty="0"/>
              <a:t>执行；做；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2571750"/>
            <a:ext cx="1815742" cy="19279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645" y="616617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304056"/>
            <a:ext cx="27921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、假如用白色表示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，黑色表示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，如图对应的二进制编码为（  ）。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10011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11001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10100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01011</a:t>
            </a:r>
            <a:endParaRPr lang="en-US" altLang="zh-CN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93679" y="624870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i     n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  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3923402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10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91643" y="2595963"/>
          <a:ext cx="23999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986"/>
                <a:gridCol w="479986"/>
                <a:gridCol w="479986"/>
                <a:gridCol w="479986"/>
                <a:gridCol w="479986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728" y="1088791"/>
            <a:ext cx="2762250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418722" y="603346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27584" y="1629103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+mn-ea"/>
                <a:ea typeface="+mn-ea"/>
              </a:rPr>
              <a:t>、完善程序。</a:t>
            </a:r>
            <a:endParaRPr lang="en-US" altLang="zh-CN" sz="18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求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5+10+15+20+…+200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的和是多少？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3206" y="3780014"/>
            <a:ext cx="3140681" cy="6451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031971"/>
            <a:ext cx="5222751" cy="3073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WPS 演示</Application>
  <PresentationFormat>全屏显示(16:9)</PresentationFormat>
  <Paragraphs>77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Consolas</vt:lpstr>
      <vt:lpstr>Calibri</vt:lpstr>
      <vt:lpstr>Arial Unicode MS</vt:lpstr>
      <vt:lpstr>Office 主题</vt:lpstr>
      <vt:lpstr>PowerPoint 演示文稿</vt:lpstr>
      <vt:lpstr>称心如意的输入——do-while语句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87</cp:revision>
  <dcterms:created xsi:type="dcterms:W3CDTF">2018-07-03T13:24:00Z</dcterms:created>
  <dcterms:modified xsi:type="dcterms:W3CDTF">2021-06-19T06:52:14Z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36D7608008014239B392EE3CF1653431</vt:lpwstr>
  </property>
  <property fmtid="{D5CDD505-2E9C-101B-9397-08002B2CF9AE}" pid="3" name="KSOProductBuildVer">
    <vt:lpwstr>2052-11.1.0.10577</vt:lpwstr>
  </property>
</Properties>
</file>