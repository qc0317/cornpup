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11"/>
  </p:handoutMasterIdLst>
  <p:sldIdLst>
    <p:sldId id="269" r:id="rId3"/>
    <p:sldId id="289" r:id="rId4"/>
    <p:sldId id="294" r:id="rId5"/>
    <p:sldId id="295" r:id="rId6"/>
    <p:sldId id="293" r:id="rId7"/>
    <p:sldId id="288" r:id="rId8"/>
    <p:sldId id="280" r:id="rId9"/>
    <p:sldId id="296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5213ED-15F1-49DC-8E2A-EE16F0880F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D67F3-7FD8-4179-99AD-EA4DA66725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谁是老大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递归求最大值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71550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谁是老大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递归求最大值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715766"/>
            <a:ext cx="1656184" cy="2076855"/>
          </a:xfrm>
          <a:prstGeom prst="rect">
            <a:avLst/>
          </a:prstGeom>
        </p:spPr>
      </p:pic>
      <p:sp>
        <p:nvSpPr>
          <p:cNvPr id="7" name="AutoShape 1037"/>
          <p:cNvSpPr>
            <a:spLocks noChangeArrowheads="1"/>
          </p:cNvSpPr>
          <p:nvPr/>
        </p:nvSpPr>
        <p:spPr bwMode="auto">
          <a:xfrm>
            <a:off x="3131840" y="2058293"/>
            <a:ext cx="4114800" cy="124281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66675" indent="720090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个整数用递归算法求出最大的数。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36" y="1354295"/>
            <a:ext cx="3631704" cy="3277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768" y="1369029"/>
            <a:ext cx="3517404" cy="328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347613"/>
            <a:ext cx="3067050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438" y="987574"/>
            <a:ext cx="4810125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993427"/>
            <a:ext cx="1808042" cy="18080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58949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987574"/>
            <a:ext cx="71126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（  ）是微软公司发布的一种面向对象的，运行于</a:t>
            </a:r>
            <a:r>
              <a:rPr lang="en-US" altLang="zh-CN" sz="2000" dirty="0">
                <a:latin typeface="+mn-ea"/>
              </a:rPr>
              <a:t>.NET Framework</a:t>
            </a:r>
            <a:r>
              <a:rPr lang="zh-CN" altLang="en-US" sz="2000" dirty="0">
                <a:latin typeface="+mn-ea"/>
              </a:rPr>
              <a:t>上的高级程序设计语言。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Java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C#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Pascal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Python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4248" y="3308284"/>
            <a:ext cx="1923440" cy="14333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26105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3024336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1043608" y="1698152"/>
            <a:ext cx="2088232" cy="230832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1077227" y="4155926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</a:t>
            </a:r>
            <a:r>
              <a:rPr lang="en-US" altLang="zh-CN" dirty="0"/>
              <a:t>36  6 18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821595"/>
            <a:ext cx="2738238" cy="398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3308284"/>
            <a:ext cx="1923440" cy="14333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5" y="575220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98600" y="1267530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输入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2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个自然数，输出它们的最大公约数。</a:t>
            </a:r>
            <a:endParaRPr lang="en-US" altLang="zh-CN" sz="20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0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2642" y="843558"/>
            <a:ext cx="4853219" cy="4047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00" y="3205732"/>
            <a:ext cx="1923440" cy="14333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WPS 演示</Application>
  <PresentationFormat>全屏显示(16:9)</PresentationFormat>
  <Paragraphs>46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谁是老大——递归求最大值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125</cp:revision>
  <dcterms:created xsi:type="dcterms:W3CDTF">2018-07-03T13:24:00Z</dcterms:created>
  <dcterms:modified xsi:type="dcterms:W3CDTF">2021-10-25T14:00:12Z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F1E625F7E6A04DB09CE37010CF003868</vt:lpwstr>
  </property>
  <property fmtid="{D5CDD505-2E9C-101B-9397-08002B2CF9AE}" pid="3" name="KSOProductBuildVer">
    <vt:lpwstr>2052-11.1.0.11045</vt:lpwstr>
  </property>
</Properties>
</file>