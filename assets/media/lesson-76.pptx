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4" r:id="rId5"/>
    <p:sldId id="295" r:id="rId6"/>
    <p:sldId id="296" r:id="rId7"/>
    <p:sldId id="293" r:id="rId8"/>
    <p:sldId id="288" r:id="rId9"/>
    <p:sldId id="280" r:id="rId10"/>
    <p:sldId id="297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17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jpe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个大的数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数组名作为实参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21856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第</a:t>
            </a:r>
            <a:r>
              <a:rPr lang="en-US" altLang="zh-CN" dirty="0">
                <a:solidFill>
                  <a:srgbClr val="00B0F0"/>
                </a:solidFill>
              </a:rPr>
              <a:t>n</a:t>
            </a:r>
            <a:r>
              <a:rPr lang="zh-CN" altLang="en-US" dirty="0">
                <a:solidFill>
                  <a:srgbClr val="00B0F0"/>
                </a:solidFill>
              </a:rPr>
              <a:t>大的数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数组名作为实参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AutoShape 1037"/>
          <p:cNvSpPr>
            <a:spLocks noChangeArrowheads="1"/>
          </p:cNvSpPr>
          <p:nvPr/>
        </p:nvSpPr>
        <p:spPr bwMode="auto">
          <a:xfrm>
            <a:off x="2987824" y="2811494"/>
            <a:ext cx="4076700" cy="158417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33350" indent="720090" algn="just">
              <a:spcAft>
                <a:spcPts val="0"/>
              </a:spcAft>
            </a:pP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定义一个找</a:t>
            </a:r>
            <a:r>
              <a:rPr lang="zh-CN" alt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一个数列中第</a:t>
            </a:r>
            <a:r>
              <a:rPr lang="en-US" alt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的数的函数，利用它输出第</a:t>
            </a:r>
            <a:r>
              <a:rPr lang="en-US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sz="24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个大的数。</a:t>
            </a:r>
            <a:endParaRPr lang="zh-CN" sz="24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5129" y="1639016"/>
            <a:ext cx="584967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有</a:t>
            </a:r>
            <a:r>
              <a:rPr lang="en-US" altLang="zh-CN" dirty="0"/>
              <a:t>10</a:t>
            </a:r>
            <a:r>
              <a:rPr lang="zh-CN" altLang="en-US" dirty="0"/>
              <a:t>个互不相同的整数，不用排序，求出其第</a:t>
            </a:r>
            <a:r>
              <a:rPr lang="en-US" altLang="zh-CN" dirty="0"/>
              <a:t>n</a:t>
            </a:r>
            <a:r>
              <a:rPr lang="zh-CN" altLang="en-US" dirty="0"/>
              <a:t>大的数，</a:t>
            </a:r>
            <a:endParaRPr lang="en-US" altLang="zh-CN" dirty="0"/>
          </a:p>
          <a:p>
            <a:r>
              <a:rPr lang="zh-CN" altLang="en-US" dirty="0"/>
              <a:t>也就算是：有</a:t>
            </a:r>
            <a:r>
              <a:rPr lang="en-US" altLang="zh-CN" dirty="0"/>
              <a:t>n-1</a:t>
            </a:r>
            <a:r>
              <a:rPr lang="zh-CN" altLang="en-US" dirty="0"/>
              <a:t>个数比它大，其余的数都比它小。</a:t>
            </a:r>
            <a:endParaRPr lang="zh-CN" altLang="en-US" dirty="0"/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115" y="2243455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18596" y="915566"/>
            <a:ext cx="7354899" cy="3892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用数组保存这</a:t>
            </a:r>
            <a:r>
              <a:rPr lang="en-US" altLang="zh-CN" dirty="0"/>
              <a:t>10</a:t>
            </a:r>
            <a:r>
              <a:rPr lang="zh-CN" altLang="en-US" dirty="0"/>
              <a:t>个数，求第</a:t>
            </a:r>
            <a:r>
              <a:rPr lang="en-US" altLang="zh-CN" dirty="0"/>
              <a:t>n</a:t>
            </a:r>
            <a:r>
              <a:rPr lang="zh-CN" altLang="en-US" dirty="0"/>
              <a:t>大的数时，先从第一个数开始，将它和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其余的数进行比较，并记录比它大的数的个数（用计数器</a:t>
            </a:r>
            <a:r>
              <a:rPr lang="en-US" altLang="zh-CN" dirty="0" err="1"/>
              <a:t>num</a:t>
            </a:r>
            <a:r>
              <a:rPr lang="zh-CN" altLang="en-US" dirty="0"/>
              <a:t>记录），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当</a:t>
            </a:r>
            <a:r>
              <a:rPr lang="en-US" altLang="zh-CN" dirty="0" err="1"/>
              <a:t>num</a:t>
            </a:r>
            <a:r>
              <a:rPr lang="zh-CN" altLang="en-US" dirty="0"/>
              <a:t>正好等于</a:t>
            </a:r>
            <a:r>
              <a:rPr lang="en-US" altLang="zh-CN" dirty="0"/>
              <a:t>n-1</a:t>
            </a:r>
            <a:r>
              <a:rPr lang="zh-CN" altLang="en-US" dirty="0"/>
              <a:t>时（也就是有</a:t>
            </a:r>
            <a:r>
              <a:rPr lang="en-US" altLang="zh-CN" dirty="0"/>
              <a:t>n-1</a:t>
            </a:r>
            <a:r>
              <a:rPr lang="zh-CN" altLang="en-US" dirty="0"/>
              <a:t>个比它大），此数就是第</a:t>
            </a:r>
            <a:r>
              <a:rPr lang="en-US" altLang="zh-CN" dirty="0"/>
              <a:t>n</a:t>
            </a:r>
            <a:r>
              <a:rPr lang="zh-CN" altLang="en-US" dirty="0"/>
              <a:t>大的数，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否则，对一下数进行同样的处理。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2788703"/>
            <a:ext cx="1566999" cy="1707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9142"/>
            <a:ext cx="4052541" cy="403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477" y="1097114"/>
            <a:ext cx="4615830" cy="1952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715766"/>
            <a:ext cx="2036064" cy="204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11568" y="829745"/>
            <a:ext cx="8392880" cy="3892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数组名代表的是数组首元素的地址；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数组名作为实参就是把数组的地址传给形参（传地址），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这样实参和形参就指向了同一块内存地址。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若改变形参数组元素的值，将会同时改变实参数组元素的值。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而用变量作为函数实参，实参的值的改变不会因形参的改变而改变。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1145681"/>
            <a:ext cx="1572410" cy="1537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8949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987574"/>
            <a:ext cx="71126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以下列举的因特网的各种功能，错误的是</a:t>
            </a:r>
            <a:r>
              <a:rPr lang="zh-CN" altLang="en-US" sz="2400" dirty="0">
                <a:latin typeface="+mn-ea"/>
              </a:rPr>
              <a:t>（  ）。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远程教育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穿越时空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购物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查询天气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228" y="2937259"/>
            <a:ext cx="1279977" cy="1969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5703" y="520146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635646"/>
            <a:ext cx="208823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 2 3 -4 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143" y="802294"/>
            <a:ext cx="2664027" cy="410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228" y="2937259"/>
            <a:ext cx="1279977" cy="1969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5902" y="561428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4654" y="1481314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有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5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位同学进行跳绳比赛，需要一个排名程序，先输入每位同学的成绩，再输出每位同学的成绩和名次。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686" y="3214300"/>
            <a:ext cx="18764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851" y="771550"/>
            <a:ext cx="3527544" cy="386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294" y="2936584"/>
            <a:ext cx="1279977" cy="1969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WPS 演示</Application>
  <PresentationFormat>全屏显示(16:9)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第n大的数——数组名作为实参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124</cp:revision>
  <dcterms:created xsi:type="dcterms:W3CDTF">2018-07-03T13:24:00Z</dcterms:created>
  <dcterms:modified xsi:type="dcterms:W3CDTF">2021-10-23T14:17:31Z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CCEE04A5387247D8B2029344CB9704B6</vt:lpwstr>
  </property>
  <property fmtid="{D5CDD505-2E9C-101B-9397-08002B2CF9AE}" pid="3" name="KSOProductBuildVer">
    <vt:lpwstr>2052-11.1.0.11045</vt:lpwstr>
  </property>
</Properties>
</file>