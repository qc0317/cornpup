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7" r:id="rId3"/>
    <p:sldId id="269" r:id="rId4"/>
    <p:sldId id="285" r:id="rId5"/>
    <p:sldId id="286" r:id="rId6"/>
    <p:sldId id="267" r:id="rId7"/>
    <p:sldId id="280" r:id="rId8"/>
    <p:sldId id="289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82" y="115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书香阁的座位数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数学计算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8961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书香阁的座位数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数学计算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1560" y="1412043"/>
            <a:ext cx="7350089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书香阁有</a:t>
            </a:r>
            <a:r>
              <a:rPr lang="en-US" altLang="zh-CN" dirty="0"/>
              <a:t>312</a:t>
            </a:r>
            <a:r>
              <a:rPr lang="zh-CN" altLang="en-US" dirty="0"/>
              <a:t>个座位，已知第一排有</a:t>
            </a:r>
            <a:r>
              <a:rPr lang="en-US" altLang="zh-CN" dirty="0"/>
              <a:t>15</a:t>
            </a:r>
            <a:r>
              <a:rPr lang="zh-CN" altLang="en-US" dirty="0"/>
              <a:t>个座位，以后每排增加</a:t>
            </a:r>
            <a:r>
              <a:rPr lang="en-US" altLang="zh-CN" dirty="0"/>
              <a:t>2</a:t>
            </a:r>
            <a:r>
              <a:rPr lang="zh-CN" altLang="en-US" dirty="0"/>
              <a:t>个座位，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最后一排有几个座位？总共有几排？</a:t>
            </a:r>
            <a:endParaRPr lang="zh-CN" altLang="en-US" dirty="0"/>
          </a:p>
        </p:txBody>
      </p:sp>
      <p:sp>
        <p:nvSpPr>
          <p:cNvPr id="6" name="AutoShape 810"/>
          <p:cNvSpPr>
            <a:spLocks noChangeArrowheads="1"/>
          </p:cNvSpPr>
          <p:nvPr/>
        </p:nvSpPr>
        <p:spPr bwMode="auto">
          <a:xfrm>
            <a:off x="3203848" y="2475575"/>
            <a:ext cx="3895633" cy="188859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试编一程序，算一算</a:t>
            </a:r>
            <a:r>
              <a:rPr lang="zh-CN" altLang="en-US" sz="28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书香阁最后一排有几个座位</a:t>
            </a:r>
            <a:r>
              <a:rPr lang="en-US" altLang="zh-CN" sz="28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? </a:t>
            </a:r>
            <a:r>
              <a:rPr lang="zh-CN" altLang="en-US" sz="28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一共有几排</a:t>
            </a:r>
            <a:r>
              <a:rPr lang="en-US" altLang="zh-CN" sz="2800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zh-CN" sz="28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205" y="278765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/>
          <a:srcRect b="64009"/>
          <a:stretch>
            <a:fillRect/>
          </a:stretch>
        </p:blipFill>
        <p:spPr>
          <a:xfrm>
            <a:off x="179512" y="1563638"/>
            <a:ext cx="3457575" cy="2492226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916831"/>
            <a:ext cx="3045094" cy="355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359532" y="1140589"/>
            <a:ext cx="309634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#include&lt;</a:t>
            </a:r>
            <a:r>
              <a:rPr lang="en-US" altLang="zh-CN" sz="2000" dirty="0" err="1"/>
              <a:t>iostream</a:t>
            </a:r>
            <a:r>
              <a:rPr lang="en-US" altLang="zh-CN" sz="2000" dirty="0"/>
              <a:t>&gt;</a:t>
            </a:r>
            <a:endParaRPr lang="en-US" altLang="zh-CN" sz="2000" dirty="0"/>
          </a:p>
          <a:p>
            <a:r>
              <a:rPr lang="en-US" altLang="zh-CN" sz="2000" dirty="0"/>
              <a:t>using namespace </a:t>
            </a:r>
            <a:r>
              <a:rPr lang="en-US" altLang="zh-CN" sz="2000" dirty="0" err="1"/>
              <a:t>std</a:t>
            </a:r>
            <a:r>
              <a:rPr lang="en-US" altLang="zh-CN" sz="2000" dirty="0"/>
              <a:t>; </a:t>
            </a:r>
            <a:endParaRPr lang="en-US" altLang="zh-CN" sz="2000" dirty="0"/>
          </a:p>
          <a:p>
            <a:r>
              <a:rPr lang="en-US" altLang="zh-CN" sz="2000" dirty="0" err="1"/>
              <a:t>int</a:t>
            </a:r>
            <a:r>
              <a:rPr lang="en-US" altLang="zh-CN" sz="2000" dirty="0"/>
              <a:t> main()</a:t>
            </a:r>
            <a:endParaRPr lang="en-US" altLang="zh-CN" sz="2000" dirty="0"/>
          </a:p>
          <a:p>
            <a:r>
              <a:rPr lang="en-US" altLang="zh-CN" sz="2000" dirty="0"/>
              <a:t>{</a:t>
            </a:r>
            <a:endParaRPr lang="en-US" altLang="zh-CN" sz="2000" dirty="0"/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sum,p,x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r>
              <a:rPr lang="en-US" altLang="zh-CN" sz="2000" dirty="0"/>
              <a:t>    p=1;</a:t>
            </a:r>
            <a:endParaRPr lang="en-US" altLang="zh-CN" sz="2000" dirty="0"/>
          </a:p>
          <a:p>
            <a:r>
              <a:rPr lang="en-US" altLang="zh-CN" sz="2000" dirty="0"/>
              <a:t>    x=15;</a:t>
            </a:r>
            <a:endParaRPr lang="en-US" altLang="zh-CN" sz="2000" dirty="0"/>
          </a:p>
          <a:p>
            <a:r>
              <a:rPr lang="en-US" altLang="zh-CN" sz="2000" dirty="0"/>
              <a:t>    sum=x;  </a:t>
            </a:r>
            <a:endParaRPr lang="en-US" altLang="zh-CN" sz="2000" dirty="0"/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&lt;&lt;p&lt;&lt;"  "&lt;&lt;x;</a:t>
            </a:r>
            <a:endParaRPr lang="en-US" altLang="zh-CN" sz="2000" dirty="0"/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&lt;&lt;"  "&lt;&lt;sum&lt;&lt;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 </a:t>
            </a:r>
            <a:endParaRPr lang="en-US" altLang="zh-CN" sz="2000" dirty="0"/>
          </a:p>
        </p:txBody>
      </p:sp>
      <p:sp>
        <p:nvSpPr>
          <p:cNvPr id="4" name="矩形 3"/>
          <p:cNvSpPr/>
          <p:nvPr/>
        </p:nvSpPr>
        <p:spPr>
          <a:xfrm>
            <a:off x="3686639" y="934057"/>
            <a:ext cx="4572000" cy="37548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dirty="0"/>
              <a:t> do </a:t>
            </a:r>
            <a:endParaRPr lang="en-US" altLang="zh-CN" sz="2000" dirty="0"/>
          </a:p>
          <a:p>
            <a:r>
              <a:rPr lang="en-US" altLang="zh-CN" sz="2000" dirty="0"/>
              <a:t>    {</a:t>
            </a:r>
            <a:endParaRPr lang="en-US" altLang="zh-CN" sz="2000" dirty="0"/>
          </a:p>
          <a:p>
            <a:r>
              <a:rPr lang="en-US" altLang="zh-CN" sz="2000" dirty="0"/>
              <a:t>          p++;</a:t>
            </a:r>
            <a:endParaRPr lang="en-US" altLang="zh-CN" sz="2000" dirty="0"/>
          </a:p>
          <a:p>
            <a:r>
              <a:rPr lang="en-US" altLang="zh-CN" sz="2000" dirty="0"/>
              <a:t>          x+=2;</a:t>
            </a:r>
            <a:endParaRPr lang="en-US" altLang="zh-CN" sz="2000" dirty="0"/>
          </a:p>
          <a:p>
            <a:r>
              <a:rPr lang="en-US" altLang="zh-CN" sz="2000" dirty="0"/>
              <a:t>          sum+=x;</a:t>
            </a:r>
            <a:endParaRPr lang="en-US" altLang="zh-CN" sz="2000" dirty="0"/>
          </a:p>
          <a:p>
            <a:r>
              <a:rPr lang="en-US" altLang="zh-CN" sz="2000" dirty="0"/>
              <a:t>       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&lt;&lt;p&lt;&lt;"  "&lt;&lt;x&lt;&lt;"  "&lt;&lt;sum&lt;&lt;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r>
              <a:rPr lang="en-US" altLang="zh-CN" sz="2000" dirty="0"/>
              <a:t>    }while(sum !=312);</a:t>
            </a:r>
            <a:endParaRPr lang="en-US" altLang="zh-CN" sz="2000" dirty="0"/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&lt;&lt;"</a:t>
            </a:r>
            <a:r>
              <a:rPr lang="zh-CN" altLang="en-US" sz="2000" dirty="0"/>
              <a:t>最后一排的座位数：</a:t>
            </a:r>
            <a:r>
              <a:rPr lang="en-US" altLang="zh-CN" sz="2000" dirty="0"/>
              <a:t>"&lt;&lt;x&lt;&lt;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&lt;&lt;"</a:t>
            </a:r>
            <a:r>
              <a:rPr lang="zh-CN" altLang="en-US" sz="2000" dirty="0"/>
              <a:t>排数：</a:t>
            </a:r>
            <a:r>
              <a:rPr lang="en-US" altLang="zh-CN" sz="2000" dirty="0"/>
              <a:t>"&lt;&lt;p&lt;&lt;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r>
              <a:rPr lang="en-US" altLang="zh-CN" sz="2000" dirty="0"/>
              <a:t>    return 0;</a:t>
            </a:r>
            <a:endParaRPr lang="en-US" altLang="zh-CN" sz="2000" dirty="0"/>
          </a:p>
          <a:p>
            <a:r>
              <a:rPr lang="en-US" altLang="zh-CN" sz="2000" dirty="0"/>
              <a:t>}</a:t>
            </a:r>
            <a:endParaRPr lang="zh-CN" altLang="en-US" sz="2000" dirty="0"/>
          </a:p>
        </p:txBody>
      </p:sp>
      <p:pic>
        <p:nvPicPr>
          <p:cNvPr id="1026" name="Picture 2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688" y="3663680"/>
            <a:ext cx="1238250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0292" y="670679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304056"/>
            <a:ext cx="279214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、操作系统是对（  ）进行管理的系统软件。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软件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硬件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计算机资源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dirty="0">
                <a:latin typeface="+mn-ea"/>
              </a:rPr>
              <a:t>应用程序</a:t>
            </a:r>
            <a:endParaRPr lang="en-US" altLang="zh-CN" dirty="0">
              <a:latin typeface="+mn-ea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75713" y="502975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1304056"/>
            <a:ext cx="1944216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x           </a:t>
            </a:r>
            <a:r>
              <a:rPr lang="en-US" altLang="zh-CN" dirty="0" err="1"/>
              <a:t>ans</a:t>
            </a:r>
            <a:endParaRPr lang="en-US" altLang="zh-CN" dirty="0"/>
          </a:p>
          <a:p>
            <a:r>
              <a:rPr lang="en-US" altLang="zh-CN" dirty="0"/>
              <a:t>  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426010" y="3923402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100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949" y="988333"/>
            <a:ext cx="2427822" cy="373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76329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15672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52536" y="571719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55576" y="126753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  <a:latin typeface="+mn-ea"/>
                <a:ea typeface="+mn-ea"/>
              </a:rPr>
              <a:t>3</a:t>
            </a:r>
            <a:r>
              <a:rPr lang="zh-CN" altLang="en-US" sz="2000" dirty="0">
                <a:solidFill>
                  <a:prstClr val="black"/>
                </a:solidFill>
                <a:latin typeface="+mn-ea"/>
                <a:ea typeface="+mn-ea"/>
              </a:rPr>
              <a:t>、完善程序。</a:t>
            </a:r>
            <a:endParaRPr lang="en-US" altLang="zh-CN" sz="180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美美有一箱积木，共有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x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块，已知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x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与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6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的和是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13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的倍数，与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6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的差是</a:t>
            </a:r>
            <a:r>
              <a:rPr lang="en-US" altLang="zh-CN" sz="2000" b="0" dirty="0">
                <a:solidFill>
                  <a:prstClr val="black"/>
                </a:solidFill>
                <a:latin typeface="+mn-ea"/>
                <a:ea typeface="+mn-ea"/>
              </a:rPr>
              <a:t>12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  <a:ea typeface="+mn-ea"/>
              </a:rPr>
              <a:t>的倍数，这箱积木至少有多少块？</a:t>
            </a:r>
            <a:endParaRPr lang="en-US" altLang="zh-CN" sz="20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3207" y="3887915"/>
            <a:ext cx="3140681" cy="64516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注：所有程序作业，必须上机完成！</a:t>
            </a:r>
            <a:endParaRPr lang="zh-CN" altLang="en-US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1118847"/>
            <a:ext cx="4781550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3565969"/>
            <a:ext cx="947248" cy="1073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</Words>
  <Application>WPS 演示</Application>
  <PresentationFormat>全屏显示(16:9)</PresentationFormat>
  <Paragraphs>66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书香阁的座位数——数学计算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A_武壮体育</cp:lastModifiedBy>
  <cp:revision>95</cp:revision>
  <dcterms:created xsi:type="dcterms:W3CDTF">2018-07-03T13:24:00Z</dcterms:created>
  <dcterms:modified xsi:type="dcterms:W3CDTF">2021-06-27T02:50:00Z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4441B7B379334CA19AD815DCED7AAECA</vt:lpwstr>
  </property>
  <property fmtid="{D5CDD505-2E9C-101B-9397-08002B2CF9AE}" pid="3" name="KSOProductBuildVer">
    <vt:lpwstr>2052-11.1.0.10577</vt:lpwstr>
  </property>
</Properties>
</file>