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8" r:id="rId3"/>
    <p:sldId id="269" r:id="rId4"/>
    <p:sldId id="288" r:id="rId5"/>
    <p:sldId id="287" r:id="rId6"/>
    <p:sldId id="289" r:id="rId7"/>
    <p:sldId id="290" r:id="rId8"/>
    <p:sldId id="267" r:id="rId9"/>
    <p:sldId id="280" r:id="rId10"/>
    <p:sldId id="293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itchFamily="49" charset="-122"/>
                <a:ea typeface="仿宋" pitchFamily="49" charset="-122"/>
              </a:defRPr>
            </a:lvl1pPr>
            <a:lvl2pPr>
              <a:defRPr sz="2000" b="1">
                <a:latin typeface="仿宋" pitchFamily="49" charset="-122"/>
                <a:ea typeface="仿宋" pitchFamily="49" charset="-122"/>
              </a:defRPr>
            </a:lvl2pPr>
            <a:lvl3pPr>
              <a:defRPr sz="1800" b="1">
                <a:latin typeface="仿宋" pitchFamily="49" charset="-122"/>
                <a:ea typeface="仿宋" pitchFamily="49" charset="-122"/>
              </a:defRPr>
            </a:lvl3pPr>
            <a:lvl4pPr>
              <a:defRPr sz="1600" b="1">
                <a:latin typeface="仿宋" pitchFamily="49" charset="-122"/>
                <a:ea typeface="仿宋" pitchFamily="49" charset="-122"/>
              </a:defRPr>
            </a:lvl4pPr>
            <a:lvl5pPr>
              <a:defRPr sz="1600" b="1">
                <a:latin typeface="仿宋" pitchFamily="49" charset="-122"/>
                <a:ea typeface="仿宋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9E1D522-F373-409D-9EDE-395C1E266B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F868C463-4A76-4F84-96A2-891B67CB87CC}"/>
              </a:ext>
            </a:extLst>
          </p:cNvPr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35B71C-66D7-4240-8979-D5BA448365E9}"/>
              </a:ext>
            </a:extLst>
          </p:cNvPr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1F8AC4-9222-428B-B222-20964FAD3FA3}"/>
              </a:ext>
            </a:extLst>
          </p:cNvPr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有规律的图形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循环的嵌套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832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39E77F0-8364-4617-AB90-18D6872E2BD2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480EFBB-FF1D-4334-B34C-0B7ED4BE3D4B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59150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多重循环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797" y="1923678"/>
            <a:ext cx="7787208" cy="281175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格莱尔是个爱运动的学生，星期一到星期五，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每天都要在操场上练习运球投篮</a:t>
            </a:r>
            <a:r>
              <a:rPr lang="en-US" altLang="zh-CN" sz="2000" dirty="0"/>
              <a:t>20</a:t>
            </a:r>
            <a:r>
              <a:rPr lang="zh-CN" altLang="en-US" sz="2000" dirty="0"/>
              <a:t>次。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也就是说，星期一要进行第</a:t>
            </a:r>
            <a:r>
              <a:rPr lang="en-US" altLang="zh-CN" sz="2000" dirty="0"/>
              <a:t>1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2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3</a:t>
            </a:r>
            <a:r>
              <a:rPr lang="zh-CN" altLang="en-US" sz="2000" dirty="0"/>
              <a:t>次投篮。。。第</a:t>
            </a:r>
            <a:r>
              <a:rPr lang="en-US" altLang="zh-CN" sz="2000" dirty="0"/>
              <a:t>20</a:t>
            </a:r>
            <a:r>
              <a:rPr lang="zh-CN" altLang="en-US" sz="2000" dirty="0"/>
              <a:t>次投篮；星期二要进行第</a:t>
            </a:r>
            <a:r>
              <a:rPr lang="en-US" altLang="zh-CN" sz="2000" dirty="0"/>
              <a:t>1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2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3</a:t>
            </a:r>
            <a:r>
              <a:rPr lang="zh-CN" altLang="en-US" sz="2000" dirty="0"/>
              <a:t>次投篮。。。第</a:t>
            </a:r>
            <a:r>
              <a:rPr lang="en-US" altLang="zh-CN" sz="2000" dirty="0"/>
              <a:t>20</a:t>
            </a:r>
            <a:r>
              <a:rPr lang="zh-CN" altLang="en-US" sz="2000" dirty="0"/>
              <a:t>次投篮；。。。，星期五要进行第</a:t>
            </a:r>
            <a:r>
              <a:rPr lang="en-US" altLang="zh-CN" sz="2000" dirty="0"/>
              <a:t>1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2</a:t>
            </a:r>
            <a:r>
              <a:rPr lang="zh-CN" altLang="en-US" sz="2000" dirty="0"/>
              <a:t>次投篮，第</a:t>
            </a:r>
            <a:r>
              <a:rPr lang="en-US" altLang="zh-CN" sz="2000" dirty="0"/>
              <a:t>3</a:t>
            </a:r>
            <a:r>
              <a:rPr lang="zh-CN" altLang="en-US" sz="2000" dirty="0"/>
              <a:t>次投篮。。。第</a:t>
            </a:r>
            <a:r>
              <a:rPr lang="en-US" altLang="zh-CN" sz="2000" dirty="0"/>
              <a:t>20</a:t>
            </a:r>
            <a:r>
              <a:rPr lang="zh-CN" altLang="en-US" sz="2000" dirty="0"/>
              <a:t>次投篮。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下个星期又重复着这个星期的故事。。。</a:t>
            </a:r>
            <a:endParaRPr lang="en-US" altLang="zh-CN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834342"/>
            <a:ext cx="1944216" cy="1750159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518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C697BF8D-8336-46F9-AF6F-0C56B1F26CB1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9D4BE6A-D9DB-449A-B203-D5A2076359EA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68493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有规律的图形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循环的嵌套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BB6EBF-ECD1-4BE9-A746-ED750BC4E9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9794"/>
            <a:ext cx="1944216" cy="2438047"/>
          </a:xfrm>
          <a:prstGeom prst="rect">
            <a:avLst/>
          </a:prstGeom>
        </p:spPr>
      </p:pic>
      <p:sp>
        <p:nvSpPr>
          <p:cNvPr id="6" name="AutoShape 859">
            <a:extLst>
              <a:ext uri="{FF2B5EF4-FFF2-40B4-BE49-F238E27FC236}">
                <a16:creationId xmlns:a16="http://schemas.microsoft.com/office/drawing/2014/main" id="{0A1DDE67-A3DF-409A-B26E-6061445EB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8" y="1707654"/>
            <a:ext cx="3528367" cy="142949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00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试编一程序，输出一行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个“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9872" y="3619378"/>
            <a:ext cx="3776996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用一个</a:t>
            </a:r>
            <a:r>
              <a:rPr lang="en-US" altLang="zh-CN" sz="2000" dirty="0"/>
              <a:t>for</a:t>
            </a:r>
            <a:r>
              <a:rPr lang="zh-CN" altLang="en-US" sz="2000" dirty="0"/>
              <a:t>循环就可以实现，</a:t>
            </a:r>
            <a:endParaRPr lang="en-US" altLang="zh-CN" sz="2000" dirty="0"/>
          </a:p>
          <a:p>
            <a:r>
              <a:rPr lang="zh-CN" altLang="en-US" sz="2000" dirty="0"/>
              <a:t>每次输出一个“*”，循环</a:t>
            </a:r>
            <a:r>
              <a:rPr lang="en-US" altLang="zh-CN" sz="2000" dirty="0"/>
              <a:t>5</a:t>
            </a:r>
            <a:r>
              <a:rPr lang="zh-CN" altLang="en-US" sz="2000" dirty="0"/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282964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BE6694C-C05A-4DBE-8109-E4F9508D4837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C1DC34C-2A42-47D0-AAA2-6E6E39A5CFA4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BB6EBF-ECD1-4BE9-A746-ED750BC4E9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9794"/>
            <a:ext cx="1944216" cy="2438047"/>
          </a:xfrm>
          <a:prstGeom prst="rect">
            <a:avLst/>
          </a:prstGeom>
        </p:spPr>
      </p:pic>
      <p:sp>
        <p:nvSpPr>
          <p:cNvPr id="6" name="AutoShape 859">
            <a:extLst>
              <a:ext uri="{FF2B5EF4-FFF2-40B4-BE49-F238E27FC236}">
                <a16:creationId xmlns:a16="http://schemas.microsoft.com/office/drawing/2014/main" id="{0A1DDE67-A3DF-409A-B26E-6061445EB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8" y="1563638"/>
            <a:ext cx="3528367" cy="142949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000" algn="just">
              <a:spcAft>
                <a:spcPts val="0"/>
              </a:spcAft>
            </a:pP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再编写一程序，每次输出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行，每行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个“*”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9872" y="3579862"/>
            <a:ext cx="341792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把上面的代码重复</a:t>
            </a:r>
            <a:r>
              <a:rPr lang="en-US" altLang="zh-CN" sz="2400" dirty="0"/>
              <a:t>3</a:t>
            </a:r>
            <a:r>
              <a:rPr lang="zh-CN" altLang="en-US" sz="2400" dirty="0"/>
              <a:t>次？</a:t>
            </a:r>
          </a:p>
        </p:txBody>
      </p:sp>
    </p:spTree>
    <p:extLst>
      <p:ext uri="{BB962C8B-B14F-4D97-AF65-F5344CB8AC3E}">
        <p14:creationId xmlns:p14="http://schemas.microsoft.com/office/powerpoint/2010/main" val="329624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A20F496-7EDC-4BFE-AAAD-65106D83E924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22CDAD1-69FF-4A26-B539-D749934213D7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1173048"/>
            <a:ext cx="3570208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可不可以在外层再加</a:t>
            </a:r>
            <a:endParaRPr lang="en-US" altLang="zh-CN" sz="2400" dirty="0"/>
          </a:p>
          <a:p>
            <a:r>
              <a:rPr lang="zh-CN" altLang="en-US" sz="2400" dirty="0"/>
              <a:t>一个循环语句来实现呢？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6F9C2B-5E82-44B3-98B8-07F2E688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494" y="699542"/>
            <a:ext cx="2343858" cy="42318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33FBAA-8DD8-4F18-AFBB-98423CED1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981" y="2776111"/>
            <a:ext cx="2136179" cy="183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3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0F1304DB-BA21-431E-B040-08DC52232429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CC894625-C8C0-4B4E-83DE-DD9B8D3EB9F0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899592" y="971444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for(i=1;i&lt;=3;i++)</a:t>
            </a:r>
          </a:p>
          <a:p>
            <a:r>
              <a:rPr lang="en-US" altLang="zh-CN" dirty="0"/>
              <a:t>    {</a:t>
            </a:r>
          </a:p>
          <a:p>
            <a:r>
              <a:rPr lang="en-US" altLang="zh-CN" dirty="0"/>
              <a:t>         for(j=1;j&lt;=5;j++) </a:t>
            </a:r>
          </a:p>
          <a:p>
            <a:r>
              <a:rPr lang="en-US" altLang="zh-CN" dirty="0"/>
              <a:t>    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&lt;&lt;'*';</a:t>
            </a:r>
          </a:p>
          <a:p>
            <a:r>
              <a:rPr lang="en-US" altLang="zh-CN" dirty="0"/>
              <a:t>     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	</a:t>
            </a:r>
          </a:p>
          <a:p>
            <a:r>
              <a:rPr lang="en-US" altLang="zh-CN" dirty="0"/>
              <a:t>    } 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4B027B-B5C5-4495-8C3E-2CD6EFBC6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455089"/>
            <a:ext cx="2036064" cy="20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6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>
            <a:extLst>
              <a:ext uri="{FF2B5EF4-FFF2-40B4-BE49-F238E27FC236}">
                <a16:creationId xmlns:a16="http://schemas.microsoft.com/office/drawing/2014/main" id="{3233C2D9-E059-4099-A306-91E6541DBD1F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96FEE482-99AD-4560-9624-5C7154E8F8D5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755576" y="1131590"/>
            <a:ext cx="17235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嵌套</a:t>
            </a:r>
            <a:endParaRPr lang="zh-CN" altLang="en-US" sz="6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25508" y="2324367"/>
            <a:ext cx="2232248" cy="2101034"/>
            <a:chOff x="1268760" y="4165556"/>
            <a:chExt cx="3161401" cy="3142747"/>
          </a:xfrm>
        </p:grpSpPr>
        <p:grpSp>
          <p:nvGrpSpPr>
            <p:cNvPr id="7" name="Group 219"/>
            <p:cNvGrpSpPr>
              <a:grpSpLocks/>
            </p:cNvGrpSpPr>
            <p:nvPr/>
          </p:nvGrpSpPr>
          <p:grpSpPr bwMode="auto">
            <a:xfrm>
              <a:off x="1572343" y="5220072"/>
              <a:ext cx="481331" cy="1467965"/>
              <a:chOff x="3060" y="13785"/>
              <a:chExt cx="195" cy="1065"/>
            </a:xfrm>
          </p:grpSpPr>
          <p:cxnSp>
            <p:nvCxnSpPr>
              <p:cNvPr id="14" name="AutoShape 220"/>
              <p:cNvCxnSpPr>
                <a:cxnSpLocks noChangeShapeType="1"/>
              </p:cNvCxnSpPr>
              <p:nvPr/>
            </p:nvCxnSpPr>
            <p:spPr bwMode="auto">
              <a:xfrm>
                <a:off x="3060" y="13785"/>
                <a:ext cx="0" cy="10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221"/>
              <p:cNvCxnSpPr>
                <a:cxnSpLocks noChangeShapeType="1"/>
              </p:cNvCxnSpPr>
              <p:nvPr/>
            </p:nvCxnSpPr>
            <p:spPr bwMode="auto">
              <a:xfrm>
                <a:off x="3060" y="13785"/>
                <a:ext cx="1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22"/>
              <p:cNvCxnSpPr>
                <a:cxnSpLocks noChangeShapeType="1"/>
              </p:cNvCxnSpPr>
              <p:nvPr/>
            </p:nvCxnSpPr>
            <p:spPr bwMode="auto">
              <a:xfrm>
                <a:off x="3060" y="14850"/>
                <a:ext cx="1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" name="Group 215"/>
            <p:cNvGrpSpPr>
              <a:grpSpLocks/>
            </p:cNvGrpSpPr>
            <p:nvPr/>
          </p:nvGrpSpPr>
          <p:grpSpPr bwMode="auto">
            <a:xfrm>
              <a:off x="1268760" y="4540880"/>
              <a:ext cx="481331" cy="2767423"/>
              <a:chOff x="3060" y="13785"/>
              <a:chExt cx="195" cy="1065"/>
            </a:xfrm>
          </p:grpSpPr>
          <p:cxnSp>
            <p:nvCxnSpPr>
              <p:cNvPr id="11" name="AutoShape 216"/>
              <p:cNvCxnSpPr>
                <a:cxnSpLocks noChangeShapeType="1"/>
              </p:cNvCxnSpPr>
              <p:nvPr/>
            </p:nvCxnSpPr>
            <p:spPr bwMode="auto">
              <a:xfrm>
                <a:off x="3060" y="13785"/>
                <a:ext cx="0" cy="10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AutoShape 217"/>
              <p:cNvCxnSpPr>
                <a:cxnSpLocks noChangeShapeType="1"/>
              </p:cNvCxnSpPr>
              <p:nvPr/>
            </p:nvCxnSpPr>
            <p:spPr bwMode="auto">
              <a:xfrm>
                <a:off x="3060" y="13785"/>
                <a:ext cx="1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AutoShape 218"/>
              <p:cNvCxnSpPr>
                <a:cxnSpLocks noChangeShapeType="1"/>
              </p:cNvCxnSpPr>
              <p:nvPr/>
            </p:nvCxnSpPr>
            <p:spPr bwMode="auto">
              <a:xfrm>
                <a:off x="3060" y="14850"/>
                <a:ext cx="1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" name="文本框 2">
              <a:extLst>
                <a:ext uri="{FF2B5EF4-FFF2-40B4-BE49-F238E27FC236}">
                  <a16:creationId xmlns:a16="http://schemas.microsoft.com/office/drawing/2014/main" id="{B7A5CC95-BD94-45C9-99A7-E9A5D5B62893}"/>
                </a:ext>
              </a:extLst>
            </p:cNvPr>
            <p:cNvSpPr txBox="1"/>
            <p:nvPr/>
          </p:nvSpPr>
          <p:spPr>
            <a:xfrm>
              <a:off x="1906883" y="4165556"/>
              <a:ext cx="2053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Consolas" panose="020B0609020204030204" pitchFamily="49" charset="0"/>
                </a:rPr>
                <a:t>for( ;  ; )</a:t>
              </a:r>
              <a:endParaRPr lang="zh-CN" altLang="en-US" sz="2400">
                <a:latin typeface="Consolas" panose="020B0609020204030204" pitchFamily="49" charset="0"/>
              </a:endParaRPr>
            </a:p>
          </p:txBody>
        </p:sp>
        <p:sp>
          <p:nvSpPr>
            <p:cNvPr id="10" name="文本框 14">
              <a:extLst>
                <a:ext uri="{FF2B5EF4-FFF2-40B4-BE49-F238E27FC236}">
                  <a16:creationId xmlns:a16="http://schemas.microsoft.com/office/drawing/2014/main" id="{15A8A00D-6698-45B7-B6B9-3E153BFAEED0}"/>
                </a:ext>
              </a:extLst>
            </p:cNvPr>
            <p:cNvSpPr txBox="1"/>
            <p:nvPr/>
          </p:nvSpPr>
          <p:spPr>
            <a:xfrm>
              <a:off x="2376394" y="4807205"/>
              <a:ext cx="2053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Consolas" panose="020B0609020204030204" pitchFamily="49" charset="0"/>
                </a:rPr>
                <a:t>for( ;  ; )</a:t>
              </a:r>
              <a:endParaRPr lang="zh-CN" altLang="en-US" sz="24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579" y="1414858"/>
            <a:ext cx="355282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8A0C235-C4E1-4B23-B0CB-B4EBADA1E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066" y="3359216"/>
            <a:ext cx="1367769" cy="145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5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7C07C9F4-AF72-49F4-AF08-6EA8866041F9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FBBBA1C-9661-4B57-A7D2-77E6FEEF8DFA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608" y="59049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19" y="1275606"/>
            <a:ext cx="257612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、尼克在家里通过网络观看狐狸老师的</a:t>
            </a:r>
            <a:r>
              <a:rPr lang="en-US" altLang="zh-CN" dirty="0">
                <a:latin typeface="仿宋" pitchFamily="49" charset="-122"/>
                <a:ea typeface="仿宋" pitchFamily="49" charset="-122"/>
              </a:rPr>
              <a:t>C++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教学视频，可以选择</a:t>
            </a:r>
            <a:r>
              <a:rPr lang="en-US" altLang="zh-CN" dirty="0">
                <a:latin typeface="仿宋" pitchFamily="49" charset="-122"/>
                <a:ea typeface="仿宋" pitchFamily="49" charset="-122"/>
              </a:rPr>
              <a:t>1280×720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的高清模式，也可选择</a:t>
            </a:r>
            <a:r>
              <a:rPr lang="en-US" altLang="zh-CN" dirty="0">
                <a:latin typeface="仿宋" pitchFamily="49" charset="-122"/>
                <a:ea typeface="仿宋" pitchFamily="49" charset="-122"/>
              </a:rPr>
              <a:t>1920×1080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的全高清模式。请问</a:t>
            </a:r>
            <a:r>
              <a:rPr lang="en-US" altLang="zh-CN" sz="1600" dirty="0">
                <a:latin typeface="仿宋" pitchFamily="49" charset="-122"/>
                <a:ea typeface="仿宋" pitchFamily="49" charset="-122"/>
              </a:rPr>
              <a:t>1280×720</a:t>
            </a:r>
            <a:r>
              <a:rPr lang="en-US" altLang="zh-CN" dirty="0"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和</a:t>
            </a:r>
            <a:r>
              <a:rPr lang="en-US" altLang="zh-CN" sz="1600" dirty="0">
                <a:latin typeface="仿宋" pitchFamily="49" charset="-122"/>
                <a:ea typeface="仿宋" pitchFamily="49" charset="-122"/>
              </a:rPr>
              <a:t>1920×1080</a:t>
            </a:r>
          </a:p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指的是（  ）</a:t>
            </a:r>
            <a:r>
              <a:rPr lang="en-US" altLang="zh-CN" sz="2000" dirty="0"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。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itchFamily="49" charset="-122"/>
                <a:ea typeface="仿宋" pitchFamily="49" charset="-122"/>
              </a:rPr>
              <a:t>内存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itchFamily="49" charset="-122"/>
                <a:ea typeface="仿宋" pitchFamily="49" charset="-122"/>
              </a:rPr>
              <a:t>存储容量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itchFamily="49" charset="-122"/>
                <a:ea typeface="仿宋" pitchFamily="49" charset="-122"/>
              </a:rPr>
              <a:t>分辨率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itchFamily="49" charset="-122"/>
                <a:ea typeface="仿宋" pitchFamily="49" charset="-122"/>
              </a:rPr>
              <a:t>显示器大小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7642" y="727665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       j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642" y="1252801"/>
            <a:ext cx="3209925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149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05DCC67E-8948-4269-A2FC-4F48F1A08244}"/>
              </a:ext>
            </a:extLst>
          </p:cNvPr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D72CCF8-7F66-45F0-B055-A946746FC0DA}"/>
              </a:ext>
            </a:extLst>
          </p:cNvPr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44258" y="64379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仿宋" pitchFamily="49" charset="-122"/>
                <a:ea typeface="仿宋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kern="1200">
                <a:solidFill>
                  <a:schemeClr val="tx1"/>
                </a:solidFill>
                <a:latin typeface="仿宋" pitchFamily="49" charset="-122"/>
                <a:ea typeface="仿宋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仿宋" pitchFamily="49" charset="-122"/>
                <a:ea typeface="仿宋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b="1" kern="1200">
                <a:solidFill>
                  <a:schemeClr val="tx1"/>
                </a:solidFill>
                <a:latin typeface="仿宋" pitchFamily="49" charset="-122"/>
                <a:ea typeface="仿宋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b="1" kern="1200">
                <a:solidFill>
                  <a:schemeClr val="tx1"/>
                </a:solidFill>
                <a:latin typeface="仿宋" pitchFamily="49" charset="-122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编程输出如图所示的图形。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9632" y="4299942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/>
              </a:rPr>
              <a:t>注：所有程序作业，必须上机完成，不能只写在教材上！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594" y="2481048"/>
            <a:ext cx="8572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881401"/>
            <a:ext cx="3380744" cy="330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434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B6CB88C5-F3C3-4776-A92C-DD9DD3D0C080}"/>
              </a:ext>
            </a:extLst>
          </p:cNvPr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136F93C6-B7AA-416B-8DFF-4AECCBF23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8A2600D-262A-4D83-9CFC-FE2E5DC6AC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5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383</Words>
  <Application>Microsoft Office PowerPoint</Application>
  <PresentationFormat>全屏显示(16:9)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Consolas</vt:lpstr>
      <vt:lpstr>Office 主题</vt:lpstr>
      <vt:lpstr>PowerPoint 演示文稿</vt:lpstr>
      <vt:lpstr>多重循环</vt:lpstr>
      <vt:lpstr>有规律的图形——循环的嵌套</vt:lpstr>
      <vt:lpstr> 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</cp:lastModifiedBy>
  <cp:revision>72</cp:revision>
  <dcterms:created xsi:type="dcterms:W3CDTF">2018-07-03T13:24:40Z</dcterms:created>
  <dcterms:modified xsi:type="dcterms:W3CDTF">2021-11-02T07:02:53Z</dcterms:modified>
</cp:coreProperties>
</file>