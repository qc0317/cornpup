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3"/>
    <p:sldId id="269" r:id="rId4"/>
    <p:sldId id="281" r:id="rId5"/>
    <p:sldId id="282" r:id="rId6"/>
    <p:sldId id="267" r:id="rId7"/>
    <p:sldId id="280" r:id="rId8"/>
    <p:sldId id="285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校园超市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超市收费程序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555526"/>
            <a:ext cx="8824928" cy="4423664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9086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校园超市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超市收费系统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5516" y="1260283"/>
            <a:ext cx="7955280" cy="1198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超市一天来多少位同学是不确定的，可以用一个结束标志来检查是否一天</a:t>
            </a:r>
            <a:endParaRPr lang="en-US" altLang="zh-CN" dirty="0"/>
          </a:p>
          <a:p>
            <a:r>
              <a:rPr lang="zh-CN" altLang="en-US" dirty="0"/>
              <a:t>结束了。每位同学购买的商品种类也是不一样的，用另一个结束标志来表示。</a:t>
            </a:r>
            <a:endParaRPr lang="en-US" altLang="zh-CN" dirty="0"/>
          </a:p>
          <a:p>
            <a:r>
              <a:rPr lang="zh-CN" altLang="en-US" dirty="0"/>
              <a:t>同时需要两个累加器，一个累加每位同学应付的货款，一个累加一天的营业</a:t>
            </a:r>
            <a:endParaRPr lang="en-US" altLang="zh-CN" dirty="0"/>
          </a:p>
          <a:p>
            <a:r>
              <a:rPr lang="zh-CN" altLang="en-US" dirty="0"/>
              <a:t>额。设置一个计数器，记录换购的人数。</a:t>
            </a:r>
            <a:endParaRPr lang="zh-CN" altLang="en-US" dirty="0"/>
          </a:p>
        </p:txBody>
      </p:sp>
      <p:sp>
        <p:nvSpPr>
          <p:cNvPr id="6" name="AutoShape 932"/>
          <p:cNvSpPr>
            <a:spLocks noChangeArrowheads="1"/>
          </p:cNvSpPr>
          <p:nvPr/>
        </p:nvSpPr>
        <p:spPr bwMode="auto">
          <a:xfrm>
            <a:off x="3131840" y="2717002"/>
            <a:ext cx="3960440" cy="136815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</a:t>
            </a:r>
            <a:r>
              <a:rPr lang="zh-CN" altLang="en-US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个简易的</a:t>
            </a: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超市收费程序。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7405" y="2499995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552" y="682734"/>
            <a:ext cx="1944216" cy="4257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5075" y="826261"/>
            <a:ext cx="4034790" cy="25844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n</a:t>
            </a:r>
            <a:r>
              <a:rPr lang="zh-CN" altLang="en-US" dirty="0"/>
              <a:t>为每个商品的价格，用累加器</a:t>
            </a:r>
            <a:r>
              <a:rPr lang="en-US" altLang="zh-CN" dirty="0" err="1"/>
              <a:t>sumone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累加一位同学的货款，用累加器</a:t>
            </a:r>
            <a:r>
              <a:rPr lang="en-US" altLang="zh-CN" dirty="0"/>
              <a:t>sum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累加一天的营业额，用计数器</a:t>
            </a:r>
            <a:r>
              <a:rPr lang="en-US" altLang="zh-CN" dirty="0" err="1"/>
              <a:t>num</a:t>
            </a:r>
            <a:r>
              <a:rPr lang="zh-CN" altLang="en-US" dirty="0"/>
              <a:t>统计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一天购买的人数。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当输入</a:t>
            </a:r>
            <a:r>
              <a:rPr lang="en-US" altLang="zh-CN" dirty="0"/>
              <a:t>0</a:t>
            </a:r>
            <a:r>
              <a:rPr lang="zh-CN" altLang="en-US" dirty="0"/>
              <a:t>时为一个人结束，当输入</a:t>
            </a:r>
            <a:r>
              <a:rPr lang="en-US" altLang="zh-CN" dirty="0"/>
              <a:t>-1</a:t>
            </a:r>
            <a:r>
              <a:rPr lang="zh-CN" altLang="en-US" dirty="0"/>
              <a:t>时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为一天结束。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3540162"/>
            <a:ext cx="1231978" cy="1231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176" y="826541"/>
            <a:ext cx="2952328" cy="3899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889" y="1073897"/>
            <a:ext cx="496252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3435846"/>
            <a:ext cx="1851382" cy="925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608" y="64379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275606"/>
            <a:ext cx="25761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、下列不属于网络连接设备的是（ ）。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网卡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交换机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TCP/IP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路由器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1880" y="762088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i       j     p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681" y="1237904"/>
            <a:ext cx="2336450" cy="3643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7335" y="655149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899592" y="1594814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输入一个整数，把它分解成若干个质因数乘积的形式。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335" y="1021798"/>
            <a:ext cx="3141352" cy="3775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63" y="3075806"/>
            <a:ext cx="2230916" cy="16823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WPS 演示</Application>
  <PresentationFormat>全屏显示(16:9)</PresentationFormat>
  <Paragraphs>51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校园超市——超市收费系统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93</cp:revision>
  <dcterms:created xsi:type="dcterms:W3CDTF">2018-07-03T13:24:00Z</dcterms:created>
  <dcterms:modified xsi:type="dcterms:W3CDTF">2021-10-07T07:51:16Z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E6B1CE8319D441AE816C5CF419A3073F</vt:lpwstr>
  </property>
  <property fmtid="{D5CDD505-2E9C-101B-9397-08002B2CF9AE}" pid="3" name="KSOProductBuildVer">
    <vt:lpwstr>2052-11.1.0.10700</vt:lpwstr>
  </property>
</Properties>
</file>