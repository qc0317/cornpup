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4" r:id="rId3"/>
    <p:sldId id="269" r:id="rId4"/>
    <p:sldId id="292" r:id="rId5"/>
    <p:sldId id="293" r:id="rId6"/>
    <p:sldId id="267" r:id="rId7"/>
    <p:sldId id="280" r:id="rId8"/>
    <p:sldId id="296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生命周期与素数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(break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4617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生命周期与素数</a:t>
            </a:r>
            <a:r>
              <a:rPr lang="en-US" altLang="zh-CN" sz="2400" dirty="0">
                <a:solidFill>
                  <a:srgbClr val="00B0F0"/>
                </a:solidFill>
              </a:rPr>
              <a:t>——break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2" name="AutoShape 517"/>
          <p:cNvSpPr>
            <a:spLocks noChangeArrowheads="1"/>
          </p:cNvSpPr>
          <p:nvPr/>
        </p:nvSpPr>
        <p:spPr bwMode="auto">
          <a:xfrm>
            <a:off x="2856219" y="1563638"/>
            <a:ext cx="3817267" cy="171417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试编一程序，输入一个自然数，判断是不是素数。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15816" y="3621211"/>
            <a:ext cx="4342856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素数：</a:t>
            </a:r>
            <a:endParaRPr lang="en-US" altLang="zh-CN" dirty="0">
              <a:solidFill>
                <a:srgbClr val="C00000"/>
              </a:solidFill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一个大于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的自然数，除了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和它本身外，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不能被其它自然数整除。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206756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658" y="494580"/>
            <a:ext cx="3814765" cy="41847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1560" y="1110720"/>
            <a:ext cx="4224233" cy="16158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求素数思路：</a:t>
            </a:r>
            <a:endParaRPr lang="en-US" altLang="zh-CN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为了判断某个数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是否为素数，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2--n-1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逐个去除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，看能否整除。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只要有一个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能整除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就不是素数；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只有所有的数都不能整除时才是素数；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92" y="2899474"/>
            <a:ext cx="1809750" cy="1809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3596163" y="1198925"/>
            <a:ext cx="5089855" cy="18928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break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遇到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break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语句就提前结束整个循环过程。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continue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是结束本次循环，进行下一次判断；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break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是终止整个循环。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3776" y="487058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 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long </a:t>
            </a:r>
            <a:r>
              <a:rPr lang="en-US" altLang="zh-CN" sz="1400" dirty="0" err="1"/>
              <a:t>long</a:t>
            </a:r>
            <a:r>
              <a:rPr lang="en-US" altLang="zh-CN" sz="1400" dirty="0"/>
              <a:t> </a:t>
            </a:r>
            <a:r>
              <a:rPr lang="en-US" altLang="zh-CN" sz="1400" dirty="0" err="1"/>
              <a:t>i,n</a:t>
            </a:r>
            <a:r>
              <a:rPr lang="en-US" altLang="zh-CN" sz="1400" dirty="0"/>
              <a:t>; 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bool</a:t>
            </a:r>
            <a:r>
              <a:rPr lang="en-US" altLang="zh-CN" sz="1400" dirty="0"/>
              <a:t> flag;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&lt;&lt;"n=";</a:t>
            </a:r>
            <a:endParaRPr lang="en-US" altLang="zh-CN" sz="1400" dirty="0"/>
          </a:p>
          <a:p>
            <a:r>
              <a:rPr lang="en-US" altLang="zh-CN" sz="1400" dirty="0"/>
              <a:t>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&gt;&gt;n;</a:t>
            </a:r>
            <a:endParaRPr lang="en-US" altLang="zh-CN" sz="1400" dirty="0"/>
          </a:p>
          <a:p>
            <a:r>
              <a:rPr lang="en-US" altLang="zh-CN" sz="1400" dirty="0"/>
              <a:t>  flag=true;</a:t>
            </a:r>
            <a:endParaRPr lang="en-US" altLang="zh-CN" sz="1400" dirty="0"/>
          </a:p>
          <a:p>
            <a:r>
              <a:rPr lang="en-US" altLang="zh-CN" sz="1400" dirty="0"/>
              <a:t>  for(i=2;i&lt;</a:t>
            </a:r>
            <a:r>
              <a:rPr lang="en-US" altLang="zh-CN" sz="1400" dirty="0" err="1"/>
              <a:t>n;i</a:t>
            </a:r>
            <a:r>
              <a:rPr lang="en-US" altLang="zh-CN" sz="1400" dirty="0"/>
              <a:t>++){</a:t>
            </a:r>
            <a:endParaRPr lang="en-US" altLang="zh-CN" sz="1400" dirty="0"/>
          </a:p>
          <a:p>
            <a:r>
              <a:rPr lang="en-US" altLang="zh-CN" sz="1400" dirty="0"/>
              <a:t>      if(</a:t>
            </a:r>
            <a:r>
              <a:rPr lang="en-US" altLang="zh-CN" sz="1400" dirty="0" err="1"/>
              <a:t>n%i</a:t>
            </a:r>
            <a:r>
              <a:rPr lang="en-US" altLang="zh-CN" sz="1400" dirty="0"/>
              <a:t>==0) {</a:t>
            </a:r>
            <a:endParaRPr lang="en-US" altLang="zh-CN" sz="1400" dirty="0"/>
          </a:p>
          <a:p>
            <a:r>
              <a:rPr lang="en-US" altLang="zh-CN" sz="1400" dirty="0"/>
              <a:t>        flag=false;</a:t>
            </a:r>
            <a:endParaRPr lang="en-US" altLang="zh-CN" sz="1400" dirty="0"/>
          </a:p>
          <a:p>
            <a:r>
              <a:rPr lang="en-US" altLang="zh-CN" sz="1400" dirty="0"/>
              <a:t>        break;</a:t>
            </a:r>
            <a:endParaRPr lang="en-US" altLang="zh-CN" sz="1400" dirty="0"/>
          </a:p>
          <a:p>
            <a:r>
              <a:rPr lang="en-US" altLang="zh-CN" sz="1400" dirty="0"/>
              <a:t>      } </a:t>
            </a:r>
            <a:endParaRPr lang="en-US" altLang="zh-CN" sz="1400" dirty="0"/>
          </a:p>
          <a:p>
            <a:r>
              <a:rPr lang="en-US" altLang="zh-CN" sz="1400" dirty="0"/>
              <a:t>  }</a:t>
            </a:r>
            <a:endParaRPr lang="en-US" altLang="zh-CN" sz="1400" dirty="0"/>
          </a:p>
          <a:p>
            <a:r>
              <a:rPr lang="en-US" altLang="zh-CN" sz="1400" dirty="0"/>
              <a:t>  if(flag)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是素数</a:t>
            </a:r>
            <a:r>
              <a:rPr lang="en-US" altLang="zh-CN" sz="1400" dirty="0"/>
              <a:t>";</a:t>
            </a:r>
            <a:endParaRPr lang="en-US" altLang="zh-CN" sz="1400" dirty="0"/>
          </a:p>
          <a:p>
            <a:r>
              <a:rPr lang="en-US" altLang="zh-CN" sz="1400" dirty="0"/>
              <a:t>  else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不是素数</a:t>
            </a:r>
            <a:r>
              <a:rPr lang="en-US" altLang="zh-CN" sz="1400" dirty="0"/>
              <a:t>";</a:t>
            </a:r>
            <a:endParaRPr lang="en-US" altLang="zh-CN" sz="1400" dirty="0"/>
          </a:p>
          <a:p>
            <a:r>
              <a:rPr lang="en-US" altLang="zh-CN" sz="1400" dirty="0"/>
              <a:t>  return 0;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4155" y="67915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在计算机中，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Pentium(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奔腾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core (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酷睿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、赛扬等指的是（  ）。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显示器的型号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硬盘的型号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的型号 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生产厂家名称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33405" y="635770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</p:txBody>
      </p:sp>
      <p:sp>
        <p:nvSpPr>
          <p:cNvPr id="3" name="矩形 2"/>
          <p:cNvSpPr/>
          <p:nvPr/>
        </p:nvSpPr>
        <p:spPr>
          <a:xfrm>
            <a:off x="5580112" y="4263792"/>
            <a:ext cx="25922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6660232" y="1290078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i     p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93" y="1204357"/>
            <a:ext cx="2680345" cy="319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3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62" y="572046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1012074" y="1759124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prstClr val="black"/>
                </a:solidFill>
              </a:rPr>
              <a:t>输入一个数</a:t>
            </a:r>
            <a:r>
              <a:rPr lang="zh-CN" altLang="en-US" sz="2000" dirty="0">
                <a:solidFill>
                  <a:prstClr val="black"/>
                </a:solidFill>
              </a:rPr>
              <a:t>，判断其是不是素数。</a:t>
            </a:r>
            <a:endParaRPr lang="en-US" altLang="zh-CN" sz="1800" dirty="0">
              <a:solidFill>
                <a:prstClr val="black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772309"/>
            <a:ext cx="3524250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WPS 演示</Application>
  <PresentationFormat>全屏显示(16:9)</PresentationFormat>
  <Paragraphs>71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生命周期与素数——break语句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84</cp:revision>
  <dcterms:created xsi:type="dcterms:W3CDTF">2018-07-03T13:24:00Z</dcterms:created>
  <dcterms:modified xsi:type="dcterms:W3CDTF">2021-06-17T08:58:10Z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1C6CCB419C374F318114BC9D337C4072</vt:lpwstr>
  </property>
  <property fmtid="{D5CDD505-2E9C-101B-9397-08002B2CF9AE}" pid="3" name="KSOProductBuildVer">
    <vt:lpwstr>2052-11.1.0.10577</vt:lpwstr>
  </property>
</Properties>
</file>