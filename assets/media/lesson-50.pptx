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4" r:id="rId3"/>
    <p:sldId id="269" r:id="rId4"/>
    <p:sldId id="281" r:id="rId5"/>
    <p:sldId id="282" r:id="rId6"/>
    <p:sldId id="283" r:id="rId7"/>
    <p:sldId id="267" r:id="rId8"/>
    <p:sldId id="280" r:id="rId9"/>
    <p:sldId id="286" r:id="rId1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730" y="7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normAutofit/>
          </a:bodyPr>
          <a:lstStyle>
            <a:lvl1pPr>
              <a:defRPr sz="3600">
                <a:solidFill>
                  <a:srgbClr val="C00000"/>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3200">
                <a:solidFill>
                  <a:srgbClr val="C00000"/>
                </a:solidFill>
                <a:latin typeface="黑体" panose="02010609060101010101" pitchFamily="49" charset="-122"/>
                <a:ea typeface="黑体" panose="02010609060101010101" pitchFamily="49" charset="-122"/>
              </a:defRPr>
            </a:lvl1pPr>
          </a:lstStyle>
          <a:p>
            <a:r>
              <a:rPr lang="zh-CN" altLang="en-US"/>
              <a:t>单击此处编辑母版标题样式</a:t>
            </a:r>
            <a:endParaRPr lang="zh-CN" altLang="en-US"/>
          </a:p>
        </p:txBody>
      </p:sp>
      <p:sp>
        <p:nvSpPr>
          <p:cNvPr id="3" name="内容占位符 2"/>
          <p:cNvSpPr>
            <a:spLocks noGrp="1"/>
          </p:cNvSpPr>
          <p:nvPr>
            <p:ph idx="1"/>
          </p:nvPr>
        </p:nvSpPr>
        <p:spPr/>
        <p:txBody>
          <a:bodyPr>
            <a:normAutofit/>
          </a:bodyPr>
          <a:lstStyle>
            <a:lvl1pPr>
              <a:defRPr sz="2400" b="1">
                <a:latin typeface="仿宋" panose="02010609060101010101" pitchFamily="49" charset="-122"/>
                <a:ea typeface="仿宋" panose="02010609060101010101" pitchFamily="49" charset="-122"/>
              </a:defRPr>
            </a:lvl1pPr>
            <a:lvl2pPr>
              <a:defRPr sz="2000" b="1">
                <a:latin typeface="仿宋" panose="02010609060101010101" pitchFamily="49" charset="-122"/>
                <a:ea typeface="仿宋" panose="02010609060101010101" pitchFamily="49" charset="-122"/>
              </a:defRPr>
            </a:lvl2pPr>
            <a:lvl3pPr>
              <a:defRPr sz="1800" b="1">
                <a:latin typeface="仿宋" panose="02010609060101010101" pitchFamily="49" charset="-122"/>
                <a:ea typeface="仿宋" panose="02010609060101010101" pitchFamily="49" charset="-122"/>
              </a:defRPr>
            </a:lvl3pPr>
            <a:lvl4pPr>
              <a:defRPr sz="1600" b="1">
                <a:latin typeface="仿宋" panose="02010609060101010101" pitchFamily="49" charset="-122"/>
                <a:ea typeface="仿宋" panose="02010609060101010101" pitchFamily="49" charset="-122"/>
              </a:defRPr>
            </a:lvl4pPr>
            <a:lvl5pPr>
              <a:defRPr sz="1600" b="1">
                <a:latin typeface="仿宋" panose="02010609060101010101" pitchFamily="49" charset="-122"/>
                <a:ea typeface="仿宋" panose="020106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7" name="图片 6" descr="图片背景"/>
          <p:cNvPicPr>
            <a:picLocks noChangeAspect="1"/>
          </p:cNvPicPr>
          <p:nvPr userDrawn="1"/>
        </p:nvPicPr>
        <p:blipFill>
          <a:blip r:embed="rId3"/>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00456" y="771550"/>
            <a:ext cx="5688632" cy="2016973"/>
          </a:xfrm>
          <a:prstGeom prst="rect">
            <a:avLst/>
          </a:prstGeom>
        </p:spPr>
      </p:pic>
      <p:sp>
        <p:nvSpPr>
          <p:cNvPr id="7" name="object 6"/>
          <p:cNvSpPr/>
          <p:nvPr/>
        </p:nvSpPr>
        <p:spPr>
          <a:xfrm>
            <a:off x="1043608" y="2139702"/>
            <a:ext cx="7992888" cy="2232248"/>
          </a:xfrm>
          <a:prstGeom prst="rect">
            <a:avLst/>
          </a:prstGeom>
          <a:blipFill>
            <a:blip r:embed="rId2" cstate="print"/>
            <a:stretch>
              <a:fillRect/>
            </a:stretch>
          </a:blipFill>
        </p:spPr>
        <p:txBody>
          <a:bodyPr wrap="square" lIns="0" tIns="0" rIns="0" bIns="0" rtlCol="0"/>
          <a:lstStyle/>
          <a:p>
            <a:endParaRPr dirty="0"/>
          </a:p>
        </p:txBody>
      </p:sp>
      <p:sp>
        <p:nvSpPr>
          <p:cNvPr id="2" name="文本框 1"/>
          <p:cNvSpPr txBox="1"/>
          <p:nvPr/>
        </p:nvSpPr>
        <p:spPr>
          <a:xfrm>
            <a:off x="1743890" y="2353296"/>
            <a:ext cx="6336704" cy="707886"/>
          </a:xfrm>
          <a:prstGeom prst="rect">
            <a:avLst/>
          </a:prstGeom>
          <a:noFill/>
        </p:spPr>
        <p:txBody>
          <a:bodyPr wrap="square" rtlCol="0">
            <a:spAutoFit/>
          </a:bodyPr>
          <a:lstStyle/>
          <a:p>
            <a:pPr algn="ctr"/>
            <a:r>
              <a:rPr lang="zh-CN" altLang="en-US" sz="4000" dirty="0">
                <a:solidFill>
                  <a:srgbClr val="00B0F0"/>
                </a:solidFill>
                <a:latin typeface="微软雅黑" panose="020B0503020204020204" pitchFamily="34" charset="-122"/>
                <a:ea typeface="微软雅黑" panose="020B0503020204020204" pitchFamily="34" charset="-122"/>
              </a:rPr>
              <a:t>第</a:t>
            </a:r>
            <a:r>
              <a:rPr lang="en-US" altLang="zh-CN" sz="4000" dirty="0">
                <a:solidFill>
                  <a:srgbClr val="00B0F0"/>
                </a:solidFill>
                <a:latin typeface="微软雅黑" panose="020B0503020204020204" pitchFamily="34" charset="-122"/>
                <a:ea typeface="微软雅黑" panose="020B0503020204020204" pitchFamily="34" charset="-122"/>
              </a:rPr>
              <a:t>50</a:t>
            </a:r>
            <a:r>
              <a:rPr lang="zh-CN" altLang="en-US" sz="4000" dirty="0">
                <a:solidFill>
                  <a:srgbClr val="00B0F0"/>
                </a:solidFill>
                <a:latin typeface="微软雅黑" panose="020B0503020204020204" pitchFamily="34" charset="-122"/>
                <a:ea typeface="微软雅黑" panose="020B0503020204020204" pitchFamily="34" charset="-122"/>
              </a:rPr>
              <a:t>课时</a:t>
            </a:r>
            <a:endParaRPr lang="zh-CN" altLang="en-US" sz="4000" dirty="0">
              <a:solidFill>
                <a:srgbClr val="00B0F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936104" y="3255826"/>
            <a:ext cx="8100392" cy="707886"/>
          </a:xfrm>
          <a:prstGeom prst="rect">
            <a:avLst/>
          </a:prstGeom>
          <a:noFill/>
        </p:spPr>
        <p:txBody>
          <a:bodyPr wrap="square" rtlCol="0">
            <a:spAutoFit/>
          </a:bodyPr>
          <a:lstStyle/>
          <a:p>
            <a:pPr algn="ctr"/>
            <a:r>
              <a:rPr lang="zh-CN" altLang="en-US" sz="4000" dirty="0">
                <a:solidFill>
                  <a:srgbClr val="00B0F0"/>
                </a:solidFill>
                <a:latin typeface="微软雅黑" panose="020B0503020204020204" pitchFamily="34" charset="-122"/>
                <a:ea typeface="微软雅黑" panose="020B0503020204020204" pitchFamily="34" charset="-122"/>
              </a:rPr>
              <a:t>大大大</a:t>
            </a:r>
            <a:r>
              <a:rPr lang="en-US" altLang="zh-CN" sz="4000" dirty="0">
                <a:solidFill>
                  <a:srgbClr val="00B0F0"/>
                </a:solidFill>
                <a:latin typeface="微软雅黑" panose="020B0503020204020204" pitchFamily="34" charset="-122"/>
                <a:ea typeface="微软雅黑" panose="020B0503020204020204" pitchFamily="34" charset="-122"/>
              </a:rPr>
              <a:t>(</a:t>
            </a:r>
            <a:r>
              <a:rPr lang="zh-CN" altLang="en-US" sz="4000" dirty="0">
                <a:solidFill>
                  <a:srgbClr val="00B0F0"/>
                </a:solidFill>
                <a:latin typeface="微软雅黑" panose="020B0503020204020204" pitchFamily="34" charset="-122"/>
                <a:ea typeface="微软雅黑" panose="020B0503020204020204" pitchFamily="34" charset="-122"/>
              </a:rPr>
              <a:t>小数变整数</a:t>
            </a:r>
            <a:r>
              <a:rPr lang="en-US" altLang="zh-CN" sz="4000" dirty="0">
                <a:solidFill>
                  <a:srgbClr val="00B0F0"/>
                </a:solidFill>
                <a:latin typeface="微软雅黑" panose="020B0503020204020204" pitchFamily="34" charset="-122"/>
                <a:ea typeface="微软雅黑" panose="020B0503020204020204" pitchFamily="34" charset="-122"/>
              </a:rPr>
              <a:t>)</a:t>
            </a:r>
            <a:endParaRPr lang="zh-CN" altLang="en-US" sz="4000" dirty="0">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p:nvPr/>
        </p:nvSpPr>
        <p:spPr>
          <a:xfrm>
            <a:off x="31814" y="289190"/>
            <a:ext cx="9080372" cy="4543313"/>
          </a:xfrm>
          <a:custGeom>
            <a:avLst/>
            <a:gdLst/>
            <a:ahLst/>
            <a:cxnLst/>
            <a:rect l="l" t="t" r="r" b="b"/>
            <a:pathLst>
              <a:path w="10970260" h="5869305">
                <a:moveTo>
                  <a:pt x="10713720" y="5868924"/>
                </a:moveTo>
                <a:lnTo>
                  <a:pt x="256032" y="5868924"/>
                </a:lnTo>
                <a:lnTo>
                  <a:pt x="210025" y="5864912"/>
                </a:lnTo>
                <a:lnTo>
                  <a:pt x="166722" y="5853104"/>
                </a:lnTo>
                <a:lnTo>
                  <a:pt x="126844" y="5834224"/>
                </a:lnTo>
                <a:lnTo>
                  <a:pt x="91115" y="5808994"/>
                </a:lnTo>
                <a:lnTo>
                  <a:pt x="60258" y="5778137"/>
                </a:lnTo>
                <a:lnTo>
                  <a:pt x="34995" y="5742375"/>
                </a:lnTo>
                <a:lnTo>
                  <a:pt x="16049" y="5702432"/>
                </a:lnTo>
                <a:lnTo>
                  <a:pt x="4143" y="5659030"/>
                </a:lnTo>
                <a:lnTo>
                  <a:pt x="0" y="5612892"/>
                </a:lnTo>
                <a:lnTo>
                  <a:pt x="0" y="256031"/>
                </a:lnTo>
                <a:lnTo>
                  <a:pt x="4143" y="210194"/>
                </a:lnTo>
                <a:lnTo>
                  <a:pt x="16049" y="167018"/>
                </a:lnTo>
                <a:lnTo>
                  <a:pt x="34995" y="127225"/>
                </a:lnTo>
                <a:lnTo>
                  <a:pt x="60258" y="91539"/>
                </a:lnTo>
                <a:lnTo>
                  <a:pt x="91115" y="60681"/>
                </a:lnTo>
                <a:lnTo>
                  <a:pt x="126844" y="35376"/>
                </a:lnTo>
                <a:lnTo>
                  <a:pt x="166722" y="16345"/>
                </a:lnTo>
                <a:lnTo>
                  <a:pt x="210025" y="4312"/>
                </a:lnTo>
                <a:lnTo>
                  <a:pt x="256032" y="0"/>
                </a:lnTo>
                <a:lnTo>
                  <a:pt x="10713720" y="0"/>
                </a:lnTo>
                <a:lnTo>
                  <a:pt x="10759726" y="4312"/>
                </a:lnTo>
                <a:lnTo>
                  <a:pt x="10803029" y="16345"/>
                </a:lnTo>
                <a:lnTo>
                  <a:pt x="10842907" y="35376"/>
                </a:lnTo>
                <a:lnTo>
                  <a:pt x="10878636" y="60681"/>
                </a:lnTo>
                <a:lnTo>
                  <a:pt x="10909493" y="91539"/>
                </a:lnTo>
                <a:lnTo>
                  <a:pt x="10934756" y="127225"/>
                </a:lnTo>
                <a:lnTo>
                  <a:pt x="10953702" y="167018"/>
                </a:lnTo>
                <a:lnTo>
                  <a:pt x="10965608" y="210194"/>
                </a:lnTo>
                <a:lnTo>
                  <a:pt x="10969752" y="256031"/>
                </a:lnTo>
                <a:lnTo>
                  <a:pt x="10969752" y="5612892"/>
                </a:lnTo>
                <a:lnTo>
                  <a:pt x="10965608" y="5659030"/>
                </a:lnTo>
                <a:lnTo>
                  <a:pt x="10953702" y="5702432"/>
                </a:lnTo>
                <a:lnTo>
                  <a:pt x="10934756" y="5742375"/>
                </a:lnTo>
                <a:lnTo>
                  <a:pt x="10909493" y="5778137"/>
                </a:lnTo>
                <a:lnTo>
                  <a:pt x="10878636" y="5808994"/>
                </a:lnTo>
                <a:lnTo>
                  <a:pt x="10842907" y="5834224"/>
                </a:lnTo>
                <a:lnTo>
                  <a:pt x="10803029" y="5853104"/>
                </a:lnTo>
                <a:lnTo>
                  <a:pt x="10759726" y="5864912"/>
                </a:lnTo>
                <a:lnTo>
                  <a:pt x="10713720" y="5868924"/>
                </a:lnTo>
                <a:close/>
              </a:path>
            </a:pathLst>
          </a:custGeom>
          <a:solidFill>
            <a:srgbClr val="FFFFFF"/>
          </a:solidFill>
        </p:spPr>
        <p:txBody>
          <a:bodyPr wrap="square" lIns="0" tIns="0" rIns="0" bIns="0" rtlCol="0"/>
          <a:lstStyle/>
          <a:p>
            <a:endParaRPr dirty="0"/>
          </a:p>
        </p:txBody>
      </p:sp>
      <p:sp>
        <p:nvSpPr>
          <p:cNvPr id="7" name="object 3"/>
          <p:cNvSpPr/>
          <p:nvPr/>
        </p:nvSpPr>
        <p:spPr>
          <a:xfrm>
            <a:off x="107504" y="428533"/>
            <a:ext cx="8824928" cy="4335392"/>
          </a:xfrm>
          <a:custGeom>
            <a:avLst/>
            <a:gdLst/>
            <a:ahLst/>
            <a:cxnLst/>
            <a:rect l="l" t="t" r="r" b="b"/>
            <a:pathLst>
              <a:path w="10661650" h="5600700">
                <a:moveTo>
                  <a:pt x="10490479" y="12699"/>
                </a:moveTo>
                <a:lnTo>
                  <a:pt x="170840" y="12699"/>
                </a:lnTo>
                <a:lnTo>
                  <a:pt x="182841" y="0"/>
                </a:lnTo>
                <a:lnTo>
                  <a:pt x="10478477" y="0"/>
                </a:lnTo>
                <a:lnTo>
                  <a:pt x="10490479" y="12699"/>
                </a:lnTo>
                <a:close/>
              </a:path>
              <a:path w="10661650" h="5600700">
                <a:moveTo>
                  <a:pt x="10513860" y="25399"/>
                </a:moveTo>
                <a:lnTo>
                  <a:pt x="147459" y="25399"/>
                </a:lnTo>
                <a:lnTo>
                  <a:pt x="159004" y="12699"/>
                </a:lnTo>
                <a:lnTo>
                  <a:pt x="10502315" y="12699"/>
                </a:lnTo>
                <a:lnTo>
                  <a:pt x="10513860" y="25399"/>
                </a:lnTo>
                <a:close/>
              </a:path>
              <a:path w="10661650" h="5600700">
                <a:moveTo>
                  <a:pt x="172211" y="50799"/>
                </a:moveTo>
                <a:lnTo>
                  <a:pt x="104533" y="50799"/>
                </a:lnTo>
                <a:lnTo>
                  <a:pt x="114744" y="38099"/>
                </a:lnTo>
                <a:lnTo>
                  <a:pt x="125310" y="25399"/>
                </a:lnTo>
                <a:lnTo>
                  <a:pt x="226250" y="25399"/>
                </a:lnTo>
                <a:lnTo>
                  <a:pt x="220243" y="38099"/>
                </a:lnTo>
                <a:lnTo>
                  <a:pt x="183248" y="38099"/>
                </a:lnTo>
                <a:lnTo>
                  <a:pt x="172211" y="50799"/>
                </a:lnTo>
                <a:close/>
              </a:path>
              <a:path w="10661650" h="5600700">
                <a:moveTo>
                  <a:pt x="10556786" y="50799"/>
                </a:moveTo>
                <a:lnTo>
                  <a:pt x="10489107" y="50799"/>
                </a:lnTo>
                <a:lnTo>
                  <a:pt x="10478071" y="38099"/>
                </a:lnTo>
                <a:lnTo>
                  <a:pt x="10441076" y="38099"/>
                </a:lnTo>
                <a:lnTo>
                  <a:pt x="10435069" y="25399"/>
                </a:lnTo>
                <a:lnTo>
                  <a:pt x="10536008" y="25399"/>
                </a:lnTo>
                <a:lnTo>
                  <a:pt x="10546575" y="38099"/>
                </a:lnTo>
                <a:lnTo>
                  <a:pt x="10556786" y="50799"/>
                </a:lnTo>
                <a:close/>
              </a:path>
              <a:path w="10661650" h="5600700">
                <a:moveTo>
                  <a:pt x="125120" y="76199"/>
                </a:moveTo>
                <a:lnTo>
                  <a:pt x="76212" y="76199"/>
                </a:lnTo>
                <a:lnTo>
                  <a:pt x="85255" y="63499"/>
                </a:lnTo>
                <a:lnTo>
                  <a:pt x="94703" y="50799"/>
                </a:lnTo>
                <a:lnTo>
                  <a:pt x="153263" y="50799"/>
                </a:lnTo>
                <a:lnTo>
                  <a:pt x="143090" y="63499"/>
                </a:lnTo>
                <a:lnTo>
                  <a:pt x="134645" y="63499"/>
                </a:lnTo>
                <a:lnTo>
                  <a:pt x="125120" y="76199"/>
                </a:lnTo>
                <a:close/>
              </a:path>
              <a:path w="10661650" h="5600700">
                <a:moveTo>
                  <a:pt x="10585119" y="76199"/>
                </a:moveTo>
                <a:lnTo>
                  <a:pt x="10536199" y="76199"/>
                </a:lnTo>
                <a:lnTo>
                  <a:pt x="10526674" y="63499"/>
                </a:lnTo>
                <a:lnTo>
                  <a:pt x="10518228" y="63499"/>
                </a:lnTo>
                <a:lnTo>
                  <a:pt x="10508056" y="50799"/>
                </a:lnTo>
                <a:lnTo>
                  <a:pt x="10566615" y="50799"/>
                </a:lnTo>
                <a:lnTo>
                  <a:pt x="10576064" y="63499"/>
                </a:lnTo>
                <a:lnTo>
                  <a:pt x="10585119" y="76199"/>
                </a:lnTo>
                <a:close/>
              </a:path>
              <a:path w="10661650" h="5600700">
                <a:moveTo>
                  <a:pt x="86067" y="114299"/>
                </a:moveTo>
                <a:lnTo>
                  <a:pt x="44411" y="114299"/>
                </a:lnTo>
                <a:lnTo>
                  <a:pt x="51663" y="101599"/>
                </a:lnTo>
                <a:lnTo>
                  <a:pt x="59397" y="88899"/>
                </a:lnTo>
                <a:lnTo>
                  <a:pt x="67589" y="76199"/>
                </a:lnTo>
                <a:lnTo>
                  <a:pt x="117246" y="76199"/>
                </a:lnTo>
                <a:lnTo>
                  <a:pt x="108432" y="88899"/>
                </a:lnTo>
                <a:lnTo>
                  <a:pt x="101193" y="88899"/>
                </a:lnTo>
                <a:lnTo>
                  <a:pt x="93154" y="101599"/>
                </a:lnTo>
                <a:lnTo>
                  <a:pt x="93713" y="101599"/>
                </a:lnTo>
                <a:lnTo>
                  <a:pt x="86067" y="114299"/>
                </a:lnTo>
                <a:close/>
              </a:path>
              <a:path w="10661650" h="5600700">
                <a:moveTo>
                  <a:pt x="10616907" y="114299"/>
                </a:moveTo>
                <a:lnTo>
                  <a:pt x="10575251" y="114299"/>
                </a:lnTo>
                <a:lnTo>
                  <a:pt x="10567606" y="101599"/>
                </a:lnTo>
                <a:lnTo>
                  <a:pt x="10568165" y="101599"/>
                </a:lnTo>
                <a:lnTo>
                  <a:pt x="10560126" y="88899"/>
                </a:lnTo>
                <a:lnTo>
                  <a:pt x="10552887" y="88899"/>
                </a:lnTo>
                <a:lnTo>
                  <a:pt x="10544073" y="76199"/>
                </a:lnTo>
                <a:lnTo>
                  <a:pt x="10593730" y="76199"/>
                </a:lnTo>
                <a:lnTo>
                  <a:pt x="10601921" y="88899"/>
                </a:lnTo>
                <a:lnTo>
                  <a:pt x="10609656" y="101599"/>
                </a:lnTo>
                <a:lnTo>
                  <a:pt x="10616907" y="114299"/>
                </a:lnTo>
                <a:close/>
              </a:path>
              <a:path w="10661650" h="5600700">
                <a:moveTo>
                  <a:pt x="48374" y="177799"/>
                </a:moveTo>
                <a:lnTo>
                  <a:pt x="11658" y="177799"/>
                </a:lnTo>
                <a:lnTo>
                  <a:pt x="15722" y="165099"/>
                </a:lnTo>
                <a:lnTo>
                  <a:pt x="20383" y="152399"/>
                </a:lnTo>
                <a:lnTo>
                  <a:pt x="25603" y="139699"/>
                </a:lnTo>
                <a:lnTo>
                  <a:pt x="31356" y="126999"/>
                </a:lnTo>
                <a:lnTo>
                  <a:pt x="37630" y="114299"/>
                </a:lnTo>
                <a:lnTo>
                  <a:pt x="79882" y="114299"/>
                </a:lnTo>
                <a:lnTo>
                  <a:pt x="73113" y="126999"/>
                </a:lnTo>
                <a:lnTo>
                  <a:pt x="73583" y="126999"/>
                </a:lnTo>
                <a:lnTo>
                  <a:pt x="67259" y="139699"/>
                </a:lnTo>
                <a:lnTo>
                  <a:pt x="67703" y="139699"/>
                </a:lnTo>
                <a:lnTo>
                  <a:pt x="61848" y="152399"/>
                </a:lnTo>
                <a:lnTo>
                  <a:pt x="57251" y="152399"/>
                </a:lnTo>
                <a:lnTo>
                  <a:pt x="52387" y="165099"/>
                </a:lnTo>
                <a:lnTo>
                  <a:pt x="52717" y="165099"/>
                </a:lnTo>
                <a:lnTo>
                  <a:pt x="48374" y="177799"/>
                </a:lnTo>
                <a:close/>
              </a:path>
              <a:path w="10661650" h="5600700">
                <a:moveTo>
                  <a:pt x="10649661" y="177799"/>
                </a:moveTo>
                <a:lnTo>
                  <a:pt x="10612945" y="177799"/>
                </a:lnTo>
                <a:lnTo>
                  <a:pt x="10608602" y="165099"/>
                </a:lnTo>
                <a:lnTo>
                  <a:pt x="10608932" y="165099"/>
                </a:lnTo>
                <a:lnTo>
                  <a:pt x="10604068" y="152399"/>
                </a:lnTo>
                <a:lnTo>
                  <a:pt x="10599470" y="152399"/>
                </a:lnTo>
                <a:lnTo>
                  <a:pt x="10593616" y="139699"/>
                </a:lnTo>
                <a:lnTo>
                  <a:pt x="10594060" y="139699"/>
                </a:lnTo>
                <a:lnTo>
                  <a:pt x="10587736" y="126999"/>
                </a:lnTo>
                <a:lnTo>
                  <a:pt x="10588205" y="126999"/>
                </a:lnTo>
                <a:lnTo>
                  <a:pt x="10581436" y="114299"/>
                </a:lnTo>
                <a:lnTo>
                  <a:pt x="10623689" y="114299"/>
                </a:lnTo>
                <a:lnTo>
                  <a:pt x="10629963" y="126999"/>
                </a:lnTo>
                <a:lnTo>
                  <a:pt x="10635716" y="139699"/>
                </a:lnTo>
                <a:lnTo>
                  <a:pt x="10640936" y="152399"/>
                </a:lnTo>
                <a:lnTo>
                  <a:pt x="10645597" y="165099"/>
                </a:lnTo>
                <a:lnTo>
                  <a:pt x="10649661" y="177799"/>
                </a:lnTo>
                <a:close/>
              </a:path>
              <a:path w="10661650" h="5600700">
                <a:moveTo>
                  <a:pt x="44843" y="190499"/>
                </a:moveTo>
                <a:lnTo>
                  <a:pt x="8115" y="190499"/>
                </a:lnTo>
                <a:lnTo>
                  <a:pt x="9791" y="177799"/>
                </a:lnTo>
                <a:lnTo>
                  <a:pt x="48666" y="177799"/>
                </a:lnTo>
                <a:lnTo>
                  <a:pt x="44843" y="190499"/>
                </a:lnTo>
                <a:close/>
              </a:path>
              <a:path w="10661650" h="5600700">
                <a:moveTo>
                  <a:pt x="10653204" y="190499"/>
                </a:moveTo>
                <a:lnTo>
                  <a:pt x="10616476" y="190499"/>
                </a:lnTo>
                <a:lnTo>
                  <a:pt x="10612653" y="177799"/>
                </a:lnTo>
                <a:lnTo>
                  <a:pt x="10651528" y="177799"/>
                </a:lnTo>
                <a:lnTo>
                  <a:pt x="10653204" y="190499"/>
                </a:lnTo>
                <a:close/>
              </a:path>
              <a:path w="10661650" h="5600700">
                <a:moveTo>
                  <a:pt x="41884" y="203199"/>
                </a:moveTo>
                <a:lnTo>
                  <a:pt x="5207" y="203199"/>
                </a:lnTo>
                <a:lnTo>
                  <a:pt x="6578" y="190499"/>
                </a:lnTo>
                <a:lnTo>
                  <a:pt x="43446" y="190499"/>
                </a:lnTo>
                <a:lnTo>
                  <a:pt x="41884" y="203199"/>
                </a:lnTo>
                <a:close/>
              </a:path>
              <a:path w="10661650" h="5600700">
                <a:moveTo>
                  <a:pt x="10656112" y="203199"/>
                </a:moveTo>
                <a:lnTo>
                  <a:pt x="10619435" y="203199"/>
                </a:lnTo>
                <a:lnTo>
                  <a:pt x="10617873" y="190499"/>
                </a:lnTo>
                <a:lnTo>
                  <a:pt x="10654741" y="190499"/>
                </a:lnTo>
                <a:lnTo>
                  <a:pt x="10656112" y="203199"/>
                </a:lnTo>
                <a:close/>
              </a:path>
              <a:path w="10661650" h="5600700">
                <a:moveTo>
                  <a:pt x="38328" y="215899"/>
                </a:moveTo>
                <a:lnTo>
                  <a:pt x="2908" y="215899"/>
                </a:lnTo>
                <a:lnTo>
                  <a:pt x="3975" y="203199"/>
                </a:lnTo>
                <a:lnTo>
                  <a:pt x="39458" y="203199"/>
                </a:lnTo>
                <a:lnTo>
                  <a:pt x="38328" y="215899"/>
                </a:lnTo>
                <a:close/>
              </a:path>
              <a:path w="10661650" h="5600700">
                <a:moveTo>
                  <a:pt x="10658411" y="215899"/>
                </a:moveTo>
                <a:lnTo>
                  <a:pt x="10622991" y="215899"/>
                </a:lnTo>
                <a:lnTo>
                  <a:pt x="10621860" y="203199"/>
                </a:lnTo>
                <a:lnTo>
                  <a:pt x="10657344" y="203199"/>
                </a:lnTo>
                <a:lnTo>
                  <a:pt x="10658411" y="215899"/>
                </a:lnTo>
                <a:close/>
              </a:path>
              <a:path w="10661650" h="5600700">
                <a:moveTo>
                  <a:pt x="36626" y="228599"/>
                </a:moveTo>
                <a:lnTo>
                  <a:pt x="1257" y="228599"/>
                </a:lnTo>
                <a:lnTo>
                  <a:pt x="2006" y="215899"/>
                </a:lnTo>
                <a:lnTo>
                  <a:pt x="37465" y="215899"/>
                </a:lnTo>
                <a:lnTo>
                  <a:pt x="36626" y="228599"/>
                </a:lnTo>
                <a:close/>
              </a:path>
              <a:path w="10661650" h="5600700">
                <a:moveTo>
                  <a:pt x="10660062" y="228599"/>
                </a:moveTo>
                <a:lnTo>
                  <a:pt x="10624692" y="228599"/>
                </a:lnTo>
                <a:lnTo>
                  <a:pt x="10623854" y="215899"/>
                </a:lnTo>
                <a:lnTo>
                  <a:pt x="10659313" y="215899"/>
                </a:lnTo>
                <a:lnTo>
                  <a:pt x="10660062" y="228599"/>
                </a:lnTo>
                <a:close/>
              </a:path>
              <a:path w="10661650" h="5600700">
                <a:moveTo>
                  <a:pt x="35483" y="241299"/>
                </a:moveTo>
                <a:lnTo>
                  <a:pt x="254" y="241299"/>
                </a:lnTo>
                <a:lnTo>
                  <a:pt x="673" y="228599"/>
                </a:lnTo>
                <a:lnTo>
                  <a:pt x="36029" y="228599"/>
                </a:lnTo>
                <a:lnTo>
                  <a:pt x="35483" y="241299"/>
                </a:lnTo>
                <a:close/>
              </a:path>
              <a:path w="10661650" h="5600700">
                <a:moveTo>
                  <a:pt x="10661065" y="241299"/>
                </a:moveTo>
                <a:lnTo>
                  <a:pt x="10625836" y="241299"/>
                </a:lnTo>
                <a:lnTo>
                  <a:pt x="10625289" y="228599"/>
                </a:lnTo>
                <a:lnTo>
                  <a:pt x="10660646" y="228599"/>
                </a:lnTo>
                <a:lnTo>
                  <a:pt x="10661065" y="241299"/>
                </a:lnTo>
                <a:close/>
              </a:path>
              <a:path w="10661650" h="5600700">
                <a:moveTo>
                  <a:pt x="34912" y="5346700"/>
                </a:moveTo>
                <a:lnTo>
                  <a:pt x="0" y="5346700"/>
                </a:lnTo>
                <a:lnTo>
                  <a:pt x="0" y="241299"/>
                </a:lnTo>
                <a:lnTo>
                  <a:pt x="35140" y="241299"/>
                </a:lnTo>
                <a:lnTo>
                  <a:pt x="34899" y="253999"/>
                </a:lnTo>
                <a:lnTo>
                  <a:pt x="34912" y="5346700"/>
                </a:lnTo>
                <a:close/>
              </a:path>
              <a:path w="10661650" h="5600700">
                <a:moveTo>
                  <a:pt x="10661319" y="5346700"/>
                </a:moveTo>
                <a:lnTo>
                  <a:pt x="10626407" y="5346700"/>
                </a:lnTo>
                <a:lnTo>
                  <a:pt x="10626483" y="254000"/>
                </a:lnTo>
                <a:lnTo>
                  <a:pt x="10626178" y="241299"/>
                </a:lnTo>
                <a:lnTo>
                  <a:pt x="10661319" y="241299"/>
                </a:lnTo>
                <a:lnTo>
                  <a:pt x="10661319" y="5346700"/>
                </a:lnTo>
                <a:close/>
              </a:path>
              <a:path w="10661650" h="5600700">
                <a:moveTo>
                  <a:pt x="36677" y="5372100"/>
                </a:moveTo>
                <a:lnTo>
                  <a:pt x="1257" y="5372100"/>
                </a:lnTo>
                <a:lnTo>
                  <a:pt x="673" y="5359400"/>
                </a:lnTo>
                <a:lnTo>
                  <a:pt x="254" y="5346700"/>
                </a:lnTo>
                <a:lnTo>
                  <a:pt x="35115" y="5346700"/>
                </a:lnTo>
                <a:lnTo>
                  <a:pt x="35509" y="5359400"/>
                </a:lnTo>
                <a:lnTo>
                  <a:pt x="35979" y="5359400"/>
                </a:lnTo>
                <a:lnTo>
                  <a:pt x="36677" y="5372100"/>
                </a:lnTo>
                <a:close/>
              </a:path>
              <a:path w="10661650" h="5600700">
                <a:moveTo>
                  <a:pt x="10660062" y="5372100"/>
                </a:moveTo>
                <a:lnTo>
                  <a:pt x="10624642" y="5372100"/>
                </a:lnTo>
                <a:lnTo>
                  <a:pt x="10625340" y="5359400"/>
                </a:lnTo>
                <a:lnTo>
                  <a:pt x="10625810" y="5359400"/>
                </a:lnTo>
                <a:lnTo>
                  <a:pt x="10626204" y="5346700"/>
                </a:lnTo>
                <a:lnTo>
                  <a:pt x="10661065" y="5346700"/>
                </a:lnTo>
                <a:lnTo>
                  <a:pt x="10660646" y="5359400"/>
                </a:lnTo>
                <a:lnTo>
                  <a:pt x="10660062" y="5372100"/>
                </a:lnTo>
                <a:close/>
              </a:path>
              <a:path w="10661650" h="5600700">
                <a:moveTo>
                  <a:pt x="38404" y="5384800"/>
                </a:moveTo>
                <a:lnTo>
                  <a:pt x="2908" y="5384800"/>
                </a:lnTo>
                <a:lnTo>
                  <a:pt x="2006" y="5372100"/>
                </a:lnTo>
                <a:lnTo>
                  <a:pt x="37401" y="5372100"/>
                </a:lnTo>
                <a:lnTo>
                  <a:pt x="38404" y="5384800"/>
                </a:lnTo>
                <a:close/>
              </a:path>
              <a:path w="10661650" h="5600700">
                <a:moveTo>
                  <a:pt x="10658411" y="5384800"/>
                </a:moveTo>
                <a:lnTo>
                  <a:pt x="10622915" y="5384800"/>
                </a:lnTo>
                <a:lnTo>
                  <a:pt x="10623918" y="5372100"/>
                </a:lnTo>
                <a:lnTo>
                  <a:pt x="10659313" y="5372100"/>
                </a:lnTo>
                <a:lnTo>
                  <a:pt x="10658411" y="5384800"/>
                </a:lnTo>
                <a:close/>
              </a:path>
              <a:path w="10661650" h="5600700">
                <a:moveTo>
                  <a:pt x="41986" y="5397500"/>
                </a:moveTo>
                <a:lnTo>
                  <a:pt x="5207" y="5397500"/>
                </a:lnTo>
                <a:lnTo>
                  <a:pt x="3975" y="5384800"/>
                </a:lnTo>
                <a:lnTo>
                  <a:pt x="40563" y="5384800"/>
                </a:lnTo>
                <a:lnTo>
                  <a:pt x="41986" y="5397500"/>
                </a:lnTo>
                <a:close/>
              </a:path>
              <a:path w="10661650" h="5600700">
                <a:moveTo>
                  <a:pt x="10656112" y="5397500"/>
                </a:moveTo>
                <a:lnTo>
                  <a:pt x="10619333" y="5397500"/>
                </a:lnTo>
                <a:lnTo>
                  <a:pt x="10620756" y="5384800"/>
                </a:lnTo>
                <a:lnTo>
                  <a:pt x="10657344" y="5384800"/>
                </a:lnTo>
                <a:lnTo>
                  <a:pt x="10656112" y="5397500"/>
                </a:lnTo>
                <a:close/>
              </a:path>
              <a:path w="10661650" h="5600700">
                <a:moveTo>
                  <a:pt x="45034" y="5410200"/>
                </a:moveTo>
                <a:lnTo>
                  <a:pt x="8115" y="5410200"/>
                </a:lnTo>
                <a:lnTo>
                  <a:pt x="6578" y="5397500"/>
                </a:lnTo>
                <a:lnTo>
                  <a:pt x="43332" y="5397500"/>
                </a:lnTo>
                <a:lnTo>
                  <a:pt x="45034" y="5410200"/>
                </a:lnTo>
                <a:close/>
              </a:path>
              <a:path w="10661650" h="5600700">
                <a:moveTo>
                  <a:pt x="10653204" y="5410200"/>
                </a:moveTo>
                <a:lnTo>
                  <a:pt x="10616285" y="5410200"/>
                </a:lnTo>
                <a:lnTo>
                  <a:pt x="10617987" y="5397500"/>
                </a:lnTo>
                <a:lnTo>
                  <a:pt x="10654741" y="5397500"/>
                </a:lnTo>
                <a:lnTo>
                  <a:pt x="10653204" y="5410200"/>
                </a:lnTo>
                <a:close/>
              </a:path>
              <a:path w="10661650" h="5600700">
                <a:moveTo>
                  <a:pt x="48666" y="5422900"/>
                </a:moveTo>
                <a:lnTo>
                  <a:pt x="11658" y="5422900"/>
                </a:lnTo>
                <a:lnTo>
                  <a:pt x="9791" y="5410200"/>
                </a:lnTo>
                <a:lnTo>
                  <a:pt x="44843" y="5410200"/>
                </a:lnTo>
                <a:lnTo>
                  <a:pt x="48666" y="5422900"/>
                </a:lnTo>
                <a:close/>
              </a:path>
              <a:path w="10661650" h="5600700">
                <a:moveTo>
                  <a:pt x="10649661" y="5422900"/>
                </a:moveTo>
                <a:lnTo>
                  <a:pt x="10612653" y="5422900"/>
                </a:lnTo>
                <a:lnTo>
                  <a:pt x="10616476" y="5410200"/>
                </a:lnTo>
                <a:lnTo>
                  <a:pt x="10651528" y="5410200"/>
                </a:lnTo>
                <a:lnTo>
                  <a:pt x="10649661" y="5422900"/>
                </a:lnTo>
                <a:close/>
              </a:path>
              <a:path w="10661650" h="5600700">
                <a:moveTo>
                  <a:pt x="101193" y="5499100"/>
                </a:moveTo>
                <a:lnTo>
                  <a:pt x="51663" y="5499100"/>
                </a:lnTo>
                <a:lnTo>
                  <a:pt x="44411" y="5486400"/>
                </a:lnTo>
                <a:lnTo>
                  <a:pt x="25603" y="5448300"/>
                </a:lnTo>
                <a:lnTo>
                  <a:pt x="15722" y="5422900"/>
                </a:lnTo>
                <a:lnTo>
                  <a:pt x="52387" y="5422900"/>
                </a:lnTo>
                <a:lnTo>
                  <a:pt x="57251" y="5435600"/>
                </a:lnTo>
                <a:lnTo>
                  <a:pt x="56883" y="5435600"/>
                </a:lnTo>
                <a:lnTo>
                  <a:pt x="62255" y="5448300"/>
                </a:lnTo>
                <a:lnTo>
                  <a:pt x="61848" y="5448300"/>
                </a:lnTo>
                <a:lnTo>
                  <a:pt x="67703" y="5461000"/>
                </a:lnTo>
                <a:lnTo>
                  <a:pt x="73113" y="5461000"/>
                </a:lnTo>
                <a:lnTo>
                  <a:pt x="79882" y="5473700"/>
                </a:lnTo>
                <a:lnTo>
                  <a:pt x="79387" y="5473700"/>
                </a:lnTo>
                <a:lnTo>
                  <a:pt x="86601" y="5486400"/>
                </a:lnTo>
                <a:lnTo>
                  <a:pt x="93154" y="5486400"/>
                </a:lnTo>
                <a:lnTo>
                  <a:pt x="101193" y="5499100"/>
                </a:lnTo>
                <a:close/>
              </a:path>
              <a:path w="10661650" h="5600700">
                <a:moveTo>
                  <a:pt x="10609656" y="5499100"/>
                </a:moveTo>
                <a:lnTo>
                  <a:pt x="10560126" y="5499100"/>
                </a:lnTo>
                <a:lnTo>
                  <a:pt x="10568165" y="5486400"/>
                </a:lnTo>
                <a:lnTo>
                  <a:pt x="10574718" y="5486400"/>
                </a:lnTo>
                <a:lnTo>
                  <a:pt x="10581932" y="5473700"/>
                </a:lnTo>
                <a:lnTo>
                  <a:pt x="10581436" y="5473700"/>
                </a:lnTo>
                <a:lnTo>
                  <a:pt x="10588205" y="5461000"/>
                </a:lnTo>
                <a:lnTo>
                  <a:pt x="10593616" y="5461000"/>
                </a:lnTo>
                <a:lnTo>
                  <a:pt x="10599470" y="5448300"/>
                </a:lnTo>
                <a:lnTo>
                  <a:pt x="10599064" y="5448300"/>
                </a:lnTo>
                <a:lnTo>
                  <a:pt x="10604436" y="5435600"/>
                </a:lnTo>
                <a:lnTo>
                  <a:pt x="10604068" y="5435600"/>
                </a:lnTo>
                <a:lnTo>
                  <a:pt x="10608932" y="5422900"/>
                </a:lnTo>
                <a:lnTo>
                  <a:pt x="10645597" y="5422900"/>
                </a:lnTo>
                <a:lnTo>
                  <a:pt x="10629963" y="5461000"/>
                </a:lnTo>
                <a:lnTo>
                  <a:pt x="10616907" y="5486400"/>
                </a:lnTo>
                <a:lnTo>
                  <a:pt x="10609656" y="5499100"/>
                </a:lnTo>
                <a:close/>
              </a:path>
              <a:path w="10661650" h="5600700">
                <a:moveTo>
                  <a:pt x="143814" y="5537200"/>
                </a:moveTo>
                <a:lnTo>
                  <a:pt x="85255" y="5537200"/>
                </a:lnTo>
                <a:lnTo>
                  <a:pt x="76212" y="5524500"/>
                </a:lnTo>
                <a:lnTo>
                  <a:pt x="67589" y="5511800"/>
                </a:lnTo>
                <a:lnTo>
                  <a:pt x="59397" y="5499100"/>
                </a:lnTo>
                <a:lnTo>
                  <a:pt x="100609" y="5499100"/>
                </a:lnTo>
                <a:lnTo>
                  <a:pt x="109042" y="5511800"/>
                </a:lnTo>
                <a:lnTo>
                  <a:pt x="116611" y="5511800"/>
                </a:lnTo>
                <a:lnTo>
                  <a:pt x="125780" y="5524500"/>
                </a:lnTo>
                <a:lnTo>
                  <a:pt x="133946" y="5524500"/>
                </a:lnTo>
                <a:lnTo>
                  <a:pt x="143814" y="5537200"/>
                </a:lnTo>
                <a:close/>
              </a:path>
              <a:path w="10661650" h="5600700">
                <a:moveTo>
                  <a:pt x="10576064" y="5537200"/>
                </a:moveTo>
                <a:lnTo>
                  <a:pt x="10517505" y="5537200"/>
                </a:lnTo>
                <a:lnTo>
                  <a:pt x="10527372" y="5524500"/>
                </a:lnTo>
                <a:lnTo>
                  <a:pt x="10535539" y="5524500"/>
                </a:lnTo>
                <a:lnTo>
                  <a:pt x="10544708" y="5511800"/>
                </a:lnTo>
                <a:lnTo>
                  <a:pt x="10552277" y="5511800"/>
                </a:lnTo>
                <a:lnTo>
                  <a:pt x="10560710" y="5499100"/>
                </a:lnTo>
                <a:lnTo>
                  <a:pt x="10601921" y="5499100"/>
                </a:lnTo>
                <a:lnTo>
                  <a:pt x="10593730" y="5511800"/>
                </a:lnTo>
                <a:lnTo>
                  <a:pt x="10585119" y="5524500"/>
                </a:lnTo>
                <a:lnTo>
                  <a:pt x="10576064" y="5537200"/>
                </a:lnTo>
                <a:close/>
              </a:path>
              <a:path w="10661650" h="5600700">
                <a:moveTo>
                  <a:pt x="172999" y="5549900"/>
                </a:moveTo>
                <a:lnTo>
                  <a:pt x="104533" y="5549900"/>
                </a:lnTo>
                <a:lnTo>
                  <a:pt x="94703" y="5537200"/>
                </a:lnTo>
                <a:lnTo>
                  <a:pt x="162229" y="5537200"/>
                </a:lnTo>
                <a:lnTo>
                  <a:pt x="172999" y="5549900"/>
                </a:lnTo>
                <a:close/>
              </a:path>
              <a:path w="10661650" h="5600700">
                <a:moveTo>
                  <a:pt x="10556786" y="5549900"/>
                </a:moveTo>
                <a:lnTo>
                  <a:pt x="10488320" y="5549900"/>
                </a:lnTo>
                <a:lnTo>
                  <a:pt x="10499090" y="5537200"/>
                </a:lnTo>
                <a:lnTo>
                  <a:pt x="10566615" y="5537200"/>
                </a:lnTo>
                <a:lnTo>
                  <a:pt x="10556786" y="5549900"/>
                </a:lnTo>
                <a:close/>
              </a:path>
              <a:path w="10661650" h="5600700">
                <a:moveTo>
                  <a:pt x="198856" y="5562600"/>
                </a:moveTo>
                <a:lnTo>
                  <a:pt x="125310" y="5562600"/>
                </a:lnTo>
                <a:lnTo>
                  <a:pt x="114744" y="5549900"/>
                </a:lnTo>
                <a:lnTo>
                  <a:pt x="193116" y="5549900"/>
                </a:lnTo>
                <a:lnTo>
                  <a:pt x="198856" y="5562600"/>
                </a:lnTo>
                <a:close/>
              </a:path>
              <a:path w="10661650" h="5600700">
                <a:moveTo>
                  <a:pt x="10536008" y="5562600"/>
                </a:moveTo>
                <a:lnTo>
                  <a:pt x="10462463" y="5562600"/>
                </a:lnTo>
                <a:lnTo>
                  <a:pt x="10468203" y="5549900"/>
                </a:lnTo>
                <a:lnTo>
                  <a:pt x="10546575" y="5549900"/>
                </a:lnTo>
                <a:lnTo>
                  <a:pt x="10536008" y="5562600"/>
                </a:lnTo>
                <a:close/>
              </a:path>
              <a:path w="10661650" h="5600700">
                <a:moveTo>
                  <a:pt x="10513860" y="5575300"/>
                </a:moveTo>
                <a:lnTo>
                  <a:pt x="147459" y="5575300"/>
                </a:lnTo>
                <a:lnTo>
                  <a:pt x="136220" y="5562600"/>
                </a:lnTo>
                <a:lnTo>
                  <a:pt x="10525099" y="5562600"/>
                </a:lnTo>
                <a:lnTo>
                  <a:pt x="10513860" y="5575300"/>
                </a:lnTo>
                <a:close/>
              </a:path>
              <a:path w="10661650" h="5600700">
                <a:moveTo>
                  <a:pt x="10490479" y="5588000"/>
                </a:moveTo>
                <a:lnTo>
                  <a:pt x="170840" y="5588000"/>
                </a:lnTo>
                <a:lnTo>
                  <a:pt x="159004" y="5575300"/>
                </a:lnTo>
                <a:lnTo>
                  <a:pt x="10502315" y="5575300"/>
                </a:lnTo>
                <a:lnTo>
                  <a:pt x="10490479" y="5588000"/>
                </a:lnTo>
                <a:close/>
              </a:path>
              <a:path w="10661650" h="5600700">
                <a:moveTo>
                  <a:pt x="10453395" y="5600700"/>
                </a:moveTo>
                <a:lnTo>
                  <a:pt x="207924" y="5600700"/>
                </a:lnTo>
                <a:lnTo>
                  <a:pt x="201587" y="5588000"/>
                </a:lnTo>
                <a:lnTo>
                  <a:pt x="10459732" y="5588000"/>
                </a:lnTo>
                <a:lnTo>
                  <a:pt x="10453395" y="5600700"/>
                </a:lnTo>
                <a:close/>
              </a:path>
            </a:pathLst>
          </a:custGeom>
          <a:solidFill>
            <a:srgbClr val="36A9E0"/>
          </a:solidFill>
        </p:spPr>
        <p:txBody>
          <a:bodyPr wrap="square" lIns="0" tIns="0" rIns="0" bIns="0" rtlCol="0"/>
          <a:lstStyle/>
          <a:p/>
        </p:txBody>
      </p:sp>
      <p:sp>
        <p:nvSpPr>
          <p:cNvPr id="2" name="标题 1"/>
          <p:cNvSpPr>
            <a:spLocks noGrp="1"/>
          </p:cNvSpPr>
          <p:nvPr>
            <p:ph type="title"/>
          </p:nvPr>
        </p:nvSpPr>
        <p:spPr>
          <a:xfrm>
            <a:off x="457200" y="375845"/>
            <a:ext cx="8229600" cy="641226"/>
          </a:xfrm>
        </p:spPr>
        <p:txBody>
          <a:bodyPr/>
          <a:lstStyle/>
          <a:p>
            <a:r>
              <a:rPr lang="zh-CN" altLang="en-US" dirty="0">
                <a:solidFill>
                  <a:srgbClr val="00B0F0"/>
                </a:solidFill>
              </a:rPr>
              <a:t>大大大</a:t>
            </a:r>
            <a:r>
              <a:rPr lang="en-US" altLang="zh-CN" sz="2400" dirty="0">
                <a:solidFill>
                  <a:srgbClr val="00B0F0"/>
                </a:solidFill>
              </a:rPr>
              <a:t>——</a:t>
            </a:r>
            <a:r>
              <a:rPr lang="zh-CN" altLang="en-US" sz="2400" dirty="0">
                <a:solidFill>
                  <a:srgbClr val="00B0F0"/>
                </a:solidFill>
              </a:rPr>
              <a:t>纯小数变整数</a:t>
            </a:r>
            <a:endParaRPr lang="zh-CN" altLang="en-US" sz="2400" dirty="0">
              <a:solidFill>
                <a:srgbClr val="00B0F0"/>
              </a:solidFill>
            </a:endParaRPr>
          </a:p>
        </p:txBody>
      </p:sp>
      <p:sp>
        <p:nvSpPr>
          <p:cNvPr id="3" name="TextBox 2"/>
          <p:cNvSpPr txBox="1"/>
          <p:nvPr/>
        </p:nvSpPr>
        <p:spPr>
          <a:xfrm>
            <a:off x="653832" y="1034519"/>
            <a:ext cx="7955280" cy="1337945"/>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pPr>
              <a:lnSpc>
                <a:spcPct val="150000"/>
              </a:lnSpc>
            </a:pPr>
            <a:r>
              <a:rPr lang="zh-CN" altLang="en-US" dirty="0"/>
              <a:t>美美非常喜欢看</a:t>
            </a:r>
            <a:r>
              <a:rPr lang="en-US" altLang="zh-CN" dirty="0"/>
              <a:t>《</a:t>
            </a:r>
            <a:r>
              <a:rPr lang="zh-CN" altLang="en-US" dirty="0"/>
              <a:t>西游记</a:t>
            </a:r>
            <a:r>
              <a:rPr lang="en-US" altLang="zh-CN" dirty="0"/>
              <a:t>》</a:t>
            </a:r>
            <a:r>
              <a:rPr lang="zh-CN" altLang="en-US" dirty="0"/>
              <a:t>，看看孙悟空念“大大大”就可以把金箍棒</a:t>
            </a:r>
            <a:endParaRPr lang="en-US" altLang="zh-CN" dirty="0"/>
          </a:p>
          <a:p>
            <a:pPr>
              <a:lnSpc>
                <a:spcPct val="150000"/>
              </a:lnSpc>
            </a:pPr>
            <a:r>
              <a:rPr lang="zh-CN" altLang="en-US" dirty="0"/>
              <a:t>变大，很羡慕。做数学作业时，看见纯小数，她就不由自主地念“大大大”，</a:t>
            </a:r>
            <a:endParaRPr lang="en-US" altLang="zh-CN" dirty="0"/>
          </a:p>
          <a:p>
            <a:pPr>
              <a:lnSpc>
                <a:spcPct val="150000"/>
              </a:lnSpc>
            </a:pPr>
            <a:r>
              <a:rPr lang="zh-CN" altLang="en-US" dirty="0"/>
              <a:t>希望把它变成一个整数。如</a:t>
            </a:r>
            <a:r>
              <a:rPr lang="en-US" altLang="zh-CN" dirty="0"/>
              <a:t>0.125</a:t>
            </a:r>
            <a:r>
              <a:rPr lang="zh-CN" altLang="en-US" dirty="0"/>
              <a:t>变成</a:t>
            </a:r>
            <a:r>
              <a:rPr lang="en-US" altLang="zh-CN" dirty="0"/>
              <a:t>125.</a:t>
            </a:r>
            <a:endParaRPr lang="zh-CN" altLang="en-US" dirty="0"/>
          </a:p>
        </p:txBody>
      </p:sp>
      <p:sp>
        <p:nvSpPr>
          <p:cNvPr id="8" name="AutoShape 796"/>
          <p:cNvSpPr>
            <a:spLocks noChangeArrowheads="1"/>
          </p:cNvSpPr>
          <p:nvPr/>
        </p:nvSpPr>
        <p:spPr bwMode="auto">
          <a:xfrm>
            <a:off x="4508383" y="2453272"/>
            <a:ext cx="4068571" cy="2098537"/>
          </a:xfrm>
          <a:prstGeom prst="roundRect">
            <a:avLst>
              <a:gd name="adj" fmla="val 16667"/>
            </a:avLst>
          </a:prstGeom>
          <a:solidFill>
            <a:srgbClr val="F2F2F2"/>
          </a:solidFill>
          <a:ln w="9525">
            <a:solidFill>
              <a:srgbClr val="000000"/>
            </a:solidFill>
            <a:round/>
          </a:ln>
        </p:spPr>
        <p:txBody>
          <a:bodyPr rot="0" vert="horz" wrap="square" lIns="91440" tIns="45720" rIns="91440" bIns="45720" anchor="t" anchorCtr="0" upright="1">
            <a:noAutofit/>
          </a:bodyPr>
          <a:lstStyle/>
          <a:p>
            <a:pPr indent="756285" algn="just">
              <a:spcAft>
                <a:spcPts val="0"/>
              </a:spcAft>
            </a:pPr>
            <a:r>
              <a:rPr lang="zh-CN" sz="2800" kern="100" dirty="0">
                <a:effectLst/>
                <a:latin typeface="楷体" panose="02010609060101010101" pitchFamily="49" charset="-122"/>
                <a:ea typeface="楷体" panose="02010609060101010101" pitchFamily="49" charset="-122"/>
                <a:cs typeface="Calibri" panose="020F0502020204030204" pitchFamily="34" charset="0"/>
              </a:rPr>
              <a:t>试编一程序，输入一个纯小数，把它变成整数后输出（设</a:t>
            </a:r>
            <a:r>
              <a:rPr lang="zh-CN" altLang="en-US" sz="2800" kern="100" dirty="0">
                <a:effectLst/>
                <a:latin typeface="楷体" panose="02010609060101010101" pitchFamily="49" charset="-122"/>
                <a:ea typeface="楷体" panose="02010609060101010101" pitchFamily="49" charset="-122"/>
                <a:cs typeface="Calibri" panose="020F0502020204030204" pitchFamily="34" charset="0"/>
              </a:rPr>
              <a:t>纯小数的</a:t>
            </a:r>
            <a:r>
              <a:rPr lang="zh-CN" sz="2800" kern="100" dirty="0">
                <a:effectLst/>
                <a:latin typeface="楷体" panose="02010609060101010101" pitchFamily="49" charset="-122"/>
                <a:ea typeface="楷体" panose="02010609060101010101" pitchFamily="49" charset="-122"/>
                <a:cs typeface="Calibri" panose="020F0502020204030204" pitchFamily="34" charset="0"/>
              </a:rPr>
              <a:t>小数位数不超过</a:t>
            </a:r>
            <a:r>
              <a:rPr lang="en-US" sz="2800" kern="100" dirty="0">
                <a:effectLst/>
                <a:latin typeface="楷体" panose="02010609060101010101" pitchFamily="49" charset="-122"/>
                <a:ea typeface="楷体" panose="02010609060101010101" pitchFamily="49" charset="-122"/>
                <a:cs typeface="Calibri" panose="020F0502020204030204" pitchFamily="34" charset="0"/>
              </a:rPr>
              <a:t>9</a:t>
            </a:r>
            <a:r>
              <a:rPr lang="zh-CN" sz="2800" kern="100" dirty="0">
                <a:effectLst/>
                <a:latin typeface="楷体" panose="02010609060101010101" pitchFamily="49" charset="-122"/>
                <a:ea typeface="楷体" panose="02010609060101010101" pitchFamily="49" charset="-122"/>
                <a:cs typeface="Calibri" panose="020F0502020204030204" pitchFamily="34" charset="0"/>
              </a:rPr>
              <a:t>）。</a:t>
            </a:r>
            <a:endParaRPr lang="zh-CN" sz="2800" kern="100" dirty="0">
              <a:effectLst/>
              <a:latin typeface="楷体" panose="02010609060101010101" pitchFamily="49" charset="-122"/>
              <a:ea typeface="楷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1223" y="3012442"/>
            <a:ext cx="142875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descr="图片1"/>
          <p:cNvPicPr>
            <a:picLocks noChangeAspect="1"/>
          </p:cNvPicPr>
          <p:nvPr/>
        </p:nvPicPr>
        <p:blipFill>
          <a:blip r:embed="rId2"/>
          <a:stretch>
            <a:fillRect/>
          </a:stretch>
        </p:blipFill>
        <p:spPr>
          <a:xfrm>
            <a:off x="2915920" y="2931795"/>
            <a:ext cx="1438910" cy="14446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barn(inVertical)">
                                      <p:cBhvr>
                                        <p:cTn id="15" dur="500"/>
                                        <p:tgtEl>
                                          <p:spTgt spid="1026"/>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8"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31814" y="289190"/>
            <a:ext cx="9080372" cy="4543313"/>
          </a:xfrm>
          <a:custGeom>
            <a:avLst/>
            <a:gdLst/>
            <a:ahLst/>
            <a:cxnLst/>
            <a:rect l="l" t="t" r="r" b="b"/>
            <a:pathLst>
              <a:path w="10970260" h="5869305">
                <a:moveTo>
                  <a:pt x="10713720" y="5868924"/>
                </a:moveTo>
                <a:lnTo>
                  <a:pt x="256032" y="5868924"/>
                </a:lnTo>
                <a:lnTo>
                  <a:pt x="210025" y="5864912"/>
                </a:lnTo>
                <a:lnTo>
                  <a:pt x="166722" y="5853104"/>
                </a:lnTo>
                <a:lnTo>
                  <a:pt x="126844" y="5834224"/>
                </a:lnTo>
                <a:lnTo>
                  <a:pt x="91115" y="5808994"/>
                </a:lnTo>
                <a:lnTo>
                  <a:pt x="60258" y="5778137"/>
                </a:lnTo>
                <a:lnTo>
                  <a:pt x="34995" y="5742375"/>
                </a:lnTo>
                <a:lnTo>
                  <a:pt x="16049" y="5702432"/>
                </a:lnTo>
                <a:lnTo>
                  <a:pt x="4143" y="5659030"/>
                </a:lnTo>
                <a:lnTo>
                  <a:pt x="0" y="5612892"/>
                </a:lnTo>
                <a:lnTo>
                  <a:pt x="0" y="256031"/>
                </a:lnTo>
                <a:lnTo>
                  <a:pt x="4143" y="210194"/>
                </a:lnTo>
                <a:lnTo>
                  <a:pt x="16049" y="167018"/>
                </a:lnTo>
                <a:lnTo>
                  <a:pt x="34995" y="127225"/>
                </a:lnTo>
                <a:lnTo>
                  <a:pt x="60258" y="91539"/>
                </a:lnTo>
                <a:lnTo>
                  <a:pt x="91115" y="60681"/>
                </a:lnTo>
                <a:lnTo>
                  <a:pt x="126844" y="35376"/>
                </a:lnTo>
                <a:lnTo>
                  <a:pt x="166722" y="16345"/>
                </a:lnTo>
                <a:lnTo>
                  <a:pt x="210025" y="4312"/>
                </a:lnTo>
                <a:lnTo>
                  <a:pt x="256032" y="0"/>
                </a:lnTo>
                <a:lnTo>
                  <a:pt x="10713720" y="0"/>
                </a:lnTo>
                <a:lnTo>
                  <a:pt x="10759726" y="4312"/>
                </a:lnTo>
                <a:lnTo>
                  <a:pt x="10803029" y="16345"/>
                </a:lnTo>
                <a:lnTo>
                  <a:pt x="10842907" y="35376"/>
                </a:lnTo>
                <a:lnTo>
                  <a:pt x="10878636" y="60681"/>
                </a:lnTo>
                <a:lnTo>
                  <a:pt x="10909493" y="91539"/>
                </a:lnTo>
                <a:lnTo>
                  <a:pt x="10934756" y="127225"/>
                </a:lnTo>
                <a:lnTo>
                  <a:pt x="10953702" y="167018"/>
                </a:lnTo>
                <a:lnTo>
                  <a:pt x="10965608" y="210194"/>
                </a:lnTo>
                <a:lnTo>
                  <a:pt x="10969752" y="256031"/>
                </a:lnTo>
                <a:lnTo>
                  <a:pt x="10969752" y="5612892"/>
                </a:lnTo>
                <a:lnTo>
                  <a:pt x="10965608" y="5659030"/>
                </a:lnTo>
                <a:lnTo>
                  <a:pt x="10953702" y="5702432"/>
                </a:lnTo>
                <a:lnTo>
                  <a:pt x="10934756" y="5742375"/>
                </a:lnTo>
                <a:lnTo>
                  <a:pt x="10909493" y="5778137"/>
                </a:lnTo>
                <a:lnTo>
                  <a:pt x="10878636" y="5808994"/>
                </a:lnTo>
                <a:lnTo>
                  <a:pt x="10842907" y="5834224"/>
                </a:lnTo>
                <a:lnTo>
                  <a:pt x="10803029" y="5853104"/>
                </a:lnTo>
                <a:lnTo>
                  <a:pt x="10759726" y="5864912"/>
                </a:lnTo>
                <a:lnTo>
                  <a:pt x="10713720" y="5868924"/>
                </a:lnTo>
                <a:close/>
              </a:path>
            </a:pathLst>
          </a:custGeom>
          <a:solidFill>
            <a:srgbClr val="FFFFFF"/>
          </a:solidFill>
        </p:spPr>
        <p:txBody>
          <a:bodyPr wrap="square" lIns="0" tIns="0" rIns="0" bIns="0" rtlCol="0"/>
          <a:lstStyle/>
          <a:p>
            <a:endParaRPr dirty="0"/>
          </a:p>
        </p:txBody>
      </p:sp>
      <p:sp>
        <p:nvSpPr>
          <p:cNvPr id="5" name="object 3"/>
          <p:cNvSpPr/>
          <p:nvPr/>
        </p:nvSpPr>
        <p:spPr>
          <a:xfrm>
            <a:off x="107504" y="428533"/>
            <a:ext cx="8824928" cy="4335392"/>
          </a:xfrm>
          <a:custGeom>
            <a:avLst/>
            <a:gdLst/>
            <a:ahLst/>
            <a:cxnLst/>
            <a:rect l="l" t="t" r="r" b="b"/>
            <a:pathLst>
              <a:path w="10661650" h="5600700">
                <a:moveTo>
                  <a:pt x="10490479" y="12699"/>
                </a:moveTo>
                <a:lnTo>
                  <a:pt x="170840" y="12699"/>
                </a:lnTo>
                <a:lnTo>
                  <a:pt x="182841" y="0"/>
                </a:lnTo>
                <a:lnTo>
                  <a:pt x="10478477" y="0"/>
                </a:lnTo>
                <a:lnTo>
                  <a:pt x="10490479" y="12699"/>
                </a:lnTo>
                <a:close/>
              </a:path>
              <a:path w="10661650" h="5600700">
                <a:moveTo>
                  <a:pt x="10513860" y="25399"/>
                </a:moveTo>
                <a:lnTo>
                  <a:pt x="147459" y="25399"/>
                </a:lnTo>
                <a:lnTo>
                  <a:pt x="159004" y="12699"/>
                </a:lnTo>
                <a:lnTo>
                  <a:pt x="10502315" y="12699"/>
                </a:lnTo>
                <a:lnTo>
                  <a:pt x="10513860" y="25399"/>
                </a:lnTo>
                <a:close/>
              </a:path>
              <a:path w="10661650" h="5600700">
                <a:moveTo>
                  <a:pt x="172211" y="50799"/>
                </a:moveTo>
                <a:lnTo>
                  <a:pt x="104533" y="50799"/>
                </a:lnTo>
                <a:lnTo>
                  <a:pt x="114744" y="38099"/>
                </a:lnTo>
                <a:lnTo>
                  <a:pt x="125310" y="25399"/>
                </a:lnTo>
                <a:lnTo>
                  <a:pt x="226250" y="25399"/>
                </a:lnTo>
                <a:lnTo>
                  <a:pt x="220243" y="38099"/>
                </a:lnTo>
                <a:lnTo>
                  <a:pt x="183248" y="38099"/>
                </a:lnTo>
                <a:lnTo>
                  <a:pt x="172211" y="50799"/>
                </a:lnTo>
                <a:close/>
              </a:path>
              <a:path w="10661650" h="5600700">
                <a:moveTo>
                  <a:pt x="10556786" y="50799"/>
                </a:moveTo>
                <a:lnTo>
                  <a:pt x="10489107" y="50799"/>
                </a:lnTo>
                <a:lnTo>
                  <a:pt x="10478071" y="38099"/>
                </a:lnTo>
                <a:lnTo>
                  <a:pt x="10441076" y="38099"/>
                </a:lnTo>
                <a:lnTo>
                  <a:pt x="10435069" y="25399"/>
                </a:lnTo>
                <a:lnTo>
                  <a:pt x="10536008" y="25399"/>
                </a:lnTo>
                <a:lnTo>
                  <a:pt x="10546575" y="38099"/>
                </a:lnTo>
                <a:lnTo>
                  <a:pt x="10556786" y="50799"/>
                </a:lnTo>
                <a:close/>
              </a:path>
              <a:path w="10661650" h="5600700">
                <a:moveTo>
                  <a:pt x="125120" y="76199"/>
                </a:moveTo>
                <a:lnTo>
                  <a:pt x="76212" y="76199"/>
                </a:lnTo>
                <a:lnTo>
                  <a:pt x="85255" y="63499"/>
                </a:lnTo>
                <a:lnTo>
                  <a:pt x="94703" y="50799"/>
                </a:lnTo>
                <a:lnTo>
                  <a:pt x="153263" y="50799"/>
                </a:lnTo>
                <a:lnTo>
                  <a:pt x="143090" y="63499"/>
                </a:lnTo>
                <a:lnTo>
                  <a:pt x="134645" y="63499"/>
                </a:lnTo>
                <a:lnTo>
                  <a:pt x="125120" y="76199"/>
                </a:lnTo>
                <a:close/>
              </a:path>
              <a:path w="10661650" h="5600700">
                <a:moveTo>
                  <a:pt x="10585119" y="76199"/>
                </a:moveTo>
                <a:lnTo>
                  <a:pt x="10536199" y="76199"/>
                </a:lnTo>
                <a:lnTo>
                  <a:pt x="10526674" y="63499"/>
                </a:lnTo>
                <a:lnTo>
                  <a:pt x="10518228" y="63499"/>
                </a:lnTo>
                <a:lnTo>
                  <a:pt x="10508056" y="50799"/>
                </a:lnTo>
                <a:lnTo>
                  <a:pt x="10566615" y="50799"/>
                </a:lnTo>
                <a:lnTo>
                  <a:pt x="10576064" y="63499"/>
                </a:lnTo>
                <a:lnTo>
                  <a:pt x="10585119" y="76199"/>
                </a:lnTo>
                <a:close/>
              </a:path>
              <a:path w="10661650" h="5600700">
                <a:moveTo>
                  <a:pt x="86067" y="114299"/>
                </a:moveTo>
                <a:lnTo>
                  <a:pt x="44411" y="114299"/>
                </a:lnTo>
                <a:lnTo>
                  <a:pt x="51663" y="101599"/>
                </a:lnTo>
                <a:lnTo>
                  <a:pt x="59397" y="88899"/>
                </a:lnTo>
                <a:lnTo>
                  <a:pt x="67589" y="76199"/>
                </a:lnTo>
                <a:lnTo>
                  <a:pt x="117246" y="76199"/>
                </a:lnTo>
                <a:lnTo>
                  <a:pt x="108432" y="88899"/>
                </a:lnTo>
                <a:lnTo>
                  <a:pt x="101193" y="88899"/>
                </a:lnTo>
                <a:lnTo>
                  <a:pt x="93154" y="101599"/>
                </a:lnTo>
                <a:lnTo>
                  <a:pt x="93713" y="101599"/>
                </a:lnTo>
                <a:lnTo>
                  <a:pt x="86067" y="114299"/>
                </a:lnTo>
                <a:close/>
              </a:path>
              <a:path w="10661650" h="5600700">
                <a:moveTo>
                  <a:pt x="10616907" y="114299"/>
                </a:moveTo>
                <a:lnTo>
                  <a:pt x="10575251" y="114299"/>
                </a:lnTo>
                <a:lnTo>
                  <a:pt x="10567606" y="101599"/>
                </a:lnTo>
                <a:lnTo>
                  <a:pt x="10568165" y="101599"/>
                </a:lnTo>
                <a:lnTo>
                  <a:pt x="10560126" y="88899"/>
                </a:lnTo>
                <a:lnTo>
                  <a:pt x="10552887" y="88899"/>
                </a:lnTo>
                <a:lnTo>
                  <a:pt x="10544073" y="76199"/>
                </a:lnTo>
                <a:lnTo>
                  <a:pt x="10593730" y="76199"/>
                </a:lnTo>
                <a:lnTo>
                  <a:pt x="10601921" y="88899"/>
                </a:lnTo>
                <a:lnTo>
                  <a:pt x="10609656" y="101599"/>
                </a:lnTo>
                <a:lnTo>
                  <a:pt x="10616907" y="114299"/>
                </a:lnTo>
                <a:close/>
              </a:path>
              <a:path w="10661650" h="5600700">
                <a:moveTo>
                  <a:pt x="48374" y="177799"/>
                </a:moveTo>
                <a:lnTo>
                  <a:pt x="11658" y="177799"/>
                </a:lnTo>
                <a:lnTo>
                  <a:pt x="15722" y="165099"/>
                </a:lnTo>
                <a:lnTo>
                  <a:pt x="20383" y="152399"/>
                </a:lnTo>
                <a:lnTo>
                  <a:pt x="25603" y="139699"/>
                </a:lnTo>
                <a:lnTo>
                  <a:pt x="31356" y="126999"/>
                </a:lnTo>
                <a:lnTo>
                  <a:pt x="37630" y="114299"/>
                </a:lnTo>
                <a:lnTo>
                  <a:pt x="79882" y="114299"/>
                </a:lnTo>
                <a:lnTo>
                  <a:pt x="73113" y="126999"/>
                </a:lnTo>
                <a:lnTo>
                  <a:pt x="73583" y="126999"/>
                </a:lnTo>
                <a:lnTo>
                  <a:pt x="67259" y="139699"/>
                </a:lnTo>
                <a:lnTo>
                  <a:pt x="67703" y="139699"/>
                </a:lnTo>
                <a:lnTo>
                  <a:pt x="61848" y="152399"/>
                </a:lnTo>
                <a:lnTo>
                  <a:pt x="57251" y="152399"/>
                </a:lnTo>
                <a:lnTo>
                  <a:pt x="52387" y="165099"/>
                </a:lnTo>
                <a:lnTo>
                  <a:pt x="52717" y="165099"/>
                </a:lnTo>
                <a:lnTo>
                  <a:pt x="48374" y="177799"/>
                </a:lnTo>
                <a:close/>
              </a:path>
              <a:path w="10661650" h="5600700">
                <a:moveTo>
                  <a:pt x="10649661" y="177799"/>
                </a:moveTo>
                <a:lnTo>
                  <a:pt x="10612945" y="177799"/>
                </a:lnTo>
                <a:lnTo>
                  <a:pt x="10608602" y="165099"/>
                </a:lnTo>
                <a:lnTo>
                  <a:pt x="10608932" y="165099"/>
                </a:lnTo>
                <a:lnTo>
                  <a:pt x="10604068" y="152399"/>
                </a:lnTo>
                <a:lnTo>
                  <a:pt x="10599470" y="152399"/>
                </a:lnTo>
                <a:lnTo>
                  <a:pt x="10593616" y="139699"/>
                </a:lnTo>
                <a:lnTo>
                  <a:pt x="10594060" y="139699"/>
                </a:lnTo>
                <a:lnTo>
                  <a:pt x="10587736" y="126999"/>
                </a:lnTo>
                <a:lnTo>
                  <a:pt x="10588205" y="126999"/>
                </a:lnTo>
                <a:lnTo>
                  <a:pt x="10581436" y="114299"/>
                </a:lnTo>
                <a:lnTo>
                  <a:pt x="10623689" y="114299"/>
                </a:lnTo>
                <a:lnTo>
                  <a:pt x="10629963" y="126999"/>
                </a:lnTo>
                <a:lnTo>
                  <a:pt x="10635716" y="139699"/>
                </a:lnTo>
                <a:lnTo>
                  <a:pt x="10640936" y="152399"/>
                </a:lnTo>
                <a:lnTo>
                  <a:pt x="10645597" y="165099"/>
                </a:lnTo>
                <a:lnTo>
                  <a:pt x="10649661" y="177799"/>
                </a:lnTo>
                <a:close/>
              </a:path>
              <a:path w="10661650" h="5600700">
                <a:moveTo>
                  <a:pt x="44843" y="190499"/>
                </a:moveTo>
                <a:lnTo>
                  <a:pt x="8115" y="190499"/>
                </a:lnTo>
                <a:lnTo>
                  <a:pt x="9791" y="177799"/>
                </a:lnTo>
                <a:lnTo>
                  <a:pt x="48666" y="177799"/>
                </a:lnTo>
                <a:lnTo>
                  <a:pt x="44843" y="190499"/>
                </a:lnTo>
                <a:close/>
              </a:path>
              <a:path w="10661650" h="5600700">
                <a:moveTo>
                  <a:pt x="10653204" y="190499"/>
                </a:moveTo>
                <a:lnTo>
                  <a:pt x="10616476" y="190499"/>
                </a:lnTo>
                <a:lnTo>
                  <a:pt x="10612653" y="177799"/>
                </a:lnTo>
                <a:lnTo>
                  <a:pt x="10651528" y="177799"/>
                </a:lnTo>
                <a:lnTo>
                  <a:pt x="10653204" y="190499"/>
                </a:lnTo>
                <a:close/>
              </a:path>
              <a:path w="10661650" h="5600700">
                <a:moveTo>
                  <a:pt x="41884" y="203199"/>
                </a:moveTo>
                <a:lnTo>
                  <a:pt x="5207" y="203199"/>
                </a:lnTo>
                <a:lnTo>
                  <a:pt x="6578" y="190499"/>
                </a:lnTo>
                <a:lnTo>
                  <a:pt x="43446" y="190499"/>
                </a:lnTo>
                <a:lnTo>
                  <a:pt x="41884" y="203199"/>
                </a:lnTo>
                <a:close/>
              </a:path>
              <a:path w="10661650" h="5600700">
                <a:moveTo>
                  <a:pt x="10656112" y="203199"/>
                </a:moveTo>
                <a:lnTo>
                  <a:pt x="10619435" y="203199"/>
                </a:lnTo>
                <a:lnTo>
                  <a:pt x="10617873" y="190499"/>
                </a:lnTo>
                <a:lnTo>
                  <a:pt x="10654741" y="190499"/>
                </a:lnTo>
                <a:lnTo>
                  <a:pt x="10656112" y="203199"/>
                </a:lnTo>
                <a:close/>
              </a:path>
              <a:path w="10661650" h="5600700">
                <a:moveTo>
                  <a:pt x="38328" y="215899"/>
                </a:moveTo>
                <a:lnTo>
                  <a:pt x="2908" y="215899"/>
                </a:lnTo>
                <a:lnTo>
                  <a:pt x="3975" y="203199"/>
                </a:lnTo>
                <a:lnTo>
                  <a:pt x="39458" y="203199"/>
                </a:lnTo>
                <a:lnTo>
                  <a:pt x="38328" y="215899"/>
                </a:lnTo>
                <a:close/>
              </a:path>
              <a:path w="10661650" h="5600700">
                <a:moveTo>
                  <a:pt x="10658411" y="215899"/>
                </a:moveTo>
                <a:lnTo>
                  <a:pt x="10622991" y="215899"/>
                </a:lnTo>
                <a:lnTo>
                  <a:pt x="10621860" y="203199"/>
                </a:lnTo>
                <a:lnTo>
                  <a:pt x="10657344" y="203199"/>
                </a:lnTo>
                <a:lnTo>
                  <a:pt x="10658411" y="215899"/>
                </a:lnTo>
                <a:close/>
              </a:path>
              <a:path w="10661650" h="5600700">
                <a:moveTo>
                  <a:pt x="36626" y="228599"/>
                </a:moveTo>
                <a:lnTo>
                  <a:pt x="1257" y="228599"/>
                </a:lnTo>
                <a:lnTo>
                  <a:pt x="2006" y="215899"/>
                </a:lnTo>
                <a:lnTo>
                  <a:pt x="37465" y="215899"/>
                </a:lnTo>
                <a:lnTo>
                  <a:pt x="36626" y="228599"/>
                </a:lnTo>
                <a:close/>
              </a:path>
              <a:path w="10661650" h="5600700">
                <a:moveTo>
                  <a:pt x="10660062" y="228599"/>
                </a:moveTo>
                <a:lnTo>
                  <a:pt x="10624692" y="228599"/>
                </a:lnTo>
                <a:lnTo>
                  <a:pt x="10623854" y="215899"/>
                </a:lnTo>
                <a:lnTo>
                  <a:pt x="10659313" y="215899"/>
                </a:lnTo>
                <a:lnTo>
                  <a:pt x="10660062" y="228599"/>
                </a:lnTo>
                <a:close/>
              </a:path>
              <a:path w="10661650" h="5600700">
                <a:moveTo>
                  <a:pt x="35483" y="241299"/>
                </a:moveTo>
                <a:lnTo>
                  <a:pt x="254" y="241299"/>
                </a:lnTo>
                <a:lnTo>
                  <a:pt x="673" y="228599"/>
                </a:lnTo>
                <a:lnTo>
                  <a:pt x="36029" y="228599"/>
                </a:lnTo>
                <a:lnTo>
                  <a:pt x="35483" y="241299"/>
                </a:lnTo>
                <a:close/>
              </a:path>
              <a:path w="10661650" h="5600700">
                <a:moveTo>
                  <a:pt x="10661065" y="241299"/>
                </a:moveTo>
                <a:lnTo>
                  <a:pt x="10625836" y="241299"/>
                </a:lnTo>
                <a:lnTo>
                  <a:pt x="10625289" y="228599"/>
                </a:lnTo>
                <a:lnTo>
                  <a:pt x="10660646" y="228599"/>
                </a:lnTo>
                <a:lnTo>
                  <a:pt x="10661065" y="241299"/>
                </a:lnTo>
                <a:close/>
              </a:path>
              <a:path w="10661650" h="5600700">
                <a:moveTo>
                  <a:pt x="34912" y="5346700"/>
                </a:moveTo>
                <a:lnTo>
                  <a:pt x="0" y="5346700"/>
                </a:lnTo>
                <a:lnTo>
                  <a:pt x="0" y="241299"/>
                </a:lnTo>
                <a:lnTo>
                  <a:pt x="35140" y="241299"/>
                </a:lnTo>
                <a:lnTo>
                  <a:pt x="34899" y="253999"/>
                </a:lnTo>
                <a:lnTo>
                  <a:pt x="34912" y="5346700"/>
                </a:lnTo>
                <a:close/>
              </a:path>
              <a:path w="10661650" h="5600700">
                <a:moveTo>
                  <a:pt x="10661319" y="5346700"/>
                </a:moveTo>
                <a:lnTo>
                  <a:pt x="10626407" y="5346700"/>
                </a:lnTo>
                <a:lnTo>
                  <a:pt x="10626483" y="254000"/>
                </a:lnTo>
                <a:lnTo>
                  <a:pt x="10626178" y="241299"/>
                </a:lnTo>
                <a:lnTo>
                  <a:pt x="10661319" y="241299"/>
                </a:lnTo>
                <a:lnTo>
                  <a:pt x="10661319" y="5346700"/>
                </a:lnTo>
                <a:close/>
              </a:path>
              <a:path w="10661650" h="5600700">
                <a:moveTo>
                  <a:pt x="36677" y="5372100"/>
                </a:moveTo>
                <a:lnTo>
                  <a:pt x="1257" y="5372100"/>
                </a:lnTo>
                <a:lnTo>
                  <a:pt x="673" y="5359400"/>
                </a:lnTo>
                <a:lnTo>
                  <a:pt x="254" y="5346700"/>
                </a:lnTo>
                <a:lnTo>
                  <a:pt x="35115" y="5346700"/>
                </a:lnTo>
                <a:lnTo>
                  <a:pt x="35509" y="5359400"/>
                </a:lnTo>
                <a:lnTo>
                  <a:pt x="35979" y="5359400"/>
                </a:lnTo>
                <a:lnTo>
                  <a:pt x="36677" y="5372100"/>
                </a:lnTo>
                <a:close/>
              </a:path>
              <a:path w="10661650" h="5600700">
                <a:moveTo>
                  <a:pt x="10660062" y="5372100"/>
                </a:moveTo>
                <a:lnTo>
                  <a:pt x="10624642" y="5372100"/>
                </a:lnTo>
                <a:lnTo>
                  <a:pt x="10625340" y="5359400"/>
                </a:lnTo>
                <a:lnTo>
                  <a:pt x="10625810" y="5359400"/>
                </a:lnTo>
                <a:lnTo>
                  <a:pt x="10626204" y="5346700"/>
                </a:lnTo>
                <a:lnTo>
                  <a:pt x="10661065" y="5346700"/>
                </a:lnTo>
                <a:lnTo>
                  <a:pt x="10660646" y="5359400"/>
                </a:lnTo>
                <a:lnTo>
                  <a:pt x="10660062" y="5372100"/>
                </a:lnTo>
                <a:close/>
              </a:path>
              <a:path w="10661650" h="5600700">
                <a:moveTo>
                  <a:pt x="38404" y="5384800"/>
                </a:moveTo>
                <a:lnTo>
                  <a:pt x="2908" y="5384800"/>
                </a:lnTo>
                <a:lnTo>
                  <a:pt x="2006" y="5372100"/>
                </a:lnTo>
                <a:lnTo>
                  <a:pt x="37401" y="5372100"/>
                </a:lnTo>
                <a:lnTo>
                  <a:pt x="38404" y="5384800"/>
                </a:lnTo>
                <a:close/>
              </a:path>
              <a:path w="10661650" h="5600700">
                <a:moveTo>
                  <a:pt x="10658411" y="5384800"/>
                </a:moveTo>
                <a:lnTo>
                  <a:pt x="10622915" y="5384800"/>
                </a:lnTo>
                <a:lnTo>
                  <a:pt x="10623918" y="5372100"/>
                </a:lnTo>
                <a:lnTo>
                  <a:pt x="10659313" y="5372100"/>
                </a:lnTo>
                <a:lnTo>
                  <a:pt x="10658411" y="5384800"/>
                </a:lnTo>
                <a:close/>
              </a:path>
              <a:path w="10661650" h="5600700">
                <a:moveTo>
                  <a:pt x="41986" y="5397500"/>
                </a:moveTo>
                <a:lnTo>
                  <a:pt x="5207" y="5397500"/>
                </a:lnTo>
                <a:lnTo>
                  <a:pt x="3975" y="5384800"/>
                </a:lnTo>
                <a:lnTo>
                  <a:pt x="40563" y="5384800"/>
                </a:lnTo>
                <a:lnTo>
                  <a:pt x="41986" y="5397500"/>
                </a:lnTo>
                <a:close/>
              </a:path>
              <a:path w="10661650" h="5600700">
                <a:moveTo>
                  <a:pt x="10656112" y="5397500"/>
                </a:moveTo>
                <a:lnTo>
                  <a:pt x="10619333" y="5397500"/>
                </a:lnTo>
                <a:lnTo>
                  <a:pt x="10620756" y="5384800"/>
                </a:lnTo>
                <a:lnTo>
                  <a:pt x="10657344" y="5384800"/>
                </a:lnTo>
                <a:lnTo>
                  <a:pt x="10656112" y="5397500"/>
                </a:lnTo>
                <a:close/>
              </a:path>
              <a:path w="10661650" h="5600700">
                <a:moveTo>
                  <a:pt x="45034" y="5410200"/>
                </a:moveTo>
                <a:lnTo>
                  <a:pt x="8115" y="5410200"/>
                </a:lnTo>
                <a:lnTo>
                  <a:pt x="6578" y="5397500"/>
                </a:lnTo>
                <a:lnTo>
                  <a:pt x="43332" y="5397500"/>
                </a:lnTo>
                <a:lnTo>
                  <a:pt x="45034" y="5410200"/>
                </a:lnTo>
                <a:close/>
              </a:path>
              <a:path w="10661650" h="5600700">
                <a:moveTo>
                  <a:pt x="10653204" y="5410200"/>
                </a:moveTo>
                <a:lnTo>
                  <a:pt x="10616285" y="5410200"/>
                </a:lnTo>
                <a:lnTo>
                  <a:pt x="10617987" y="5397500"/>
                </a:lnTo>
                <a:lnTo>
                  <a:pt x="10654741" y="5397500"/>
                </a:lnTo>
                <a:lnTo>
                  <a:pt x="10653204" y="5410200"/>
                </a:lnTo>
                <a:close/>
              </a:path>
              <a:path w="10661650" h="5600700">
                <a:moveTo>
                  <a:pt x="48666" y="5422900"/>
                </a:moveTo>
                <a:lnTo>
                  <a:pt x="11658" y="5422900"/>
                </a:lnTo>
                <a:lnTo>
                  <a:pt x="9791" y="5410200"/>
                </a:lnTo>
                <a:lnTo>
                  <a:pt x="44843" y="5410200"/>
                </a:lnTo>
                <a:lnTo>
                  <a:pt x="48666" y="5422900"/>
                </a:lnTo>
                <a:close/>
              </a:path>
              <a:path w="10661650" h="5600700">
                <a:moveTo>
                  <a:pt x="10649661" y="5422900"/>
                </a:moveTo>
                <a:lnTo>
                  <a:pt x="10612653" y="5422900"/>
                </a:lnTo>
                <a:lnTo>
                  <a:pt x="10616476" y="5410200"/>
                </a:lnTo>
                <a:lnTo>
                  <a:pt x="10651528" y="5410200"/>
                </a:lnTo>
                <a:lnTo>
                  <a:pt x="10649661" y="5422900"/>
                </a:lnTo>
                <a:close/>
              </a:path>
              <a:path w="10661650" h="5600700">
                <a:moveTo>
                  <a:pt x="101193" y="5499100"/>
                </a:moveTo>
                <a:lnTo>
                  <a:pt x="51663" y="5499100"/>
                </a:lnTo>
                <a:lnTo>
                  <a:pt x="44411" y="5486400"/>
                </a:lnTo>
                <a:lnTo>
                  <a:pt x="25603" y="5448300"/>
                </a:lnTo>
                <a:lnTo>
                  <a:pt x="15722" y="5422900"/>
                </a:lnTo>
                <a:lnTo>
                  <a:pt x="52387" y="5422900"/>
                </a:lnTo>
                <a:lnTo>
                  <a:pt x="57251" y="5435600"/>
                </a:lnTo>
                <a:lnTo>
                  <a:pt x="56883" y="5435600"/>
                </a:lnTo>
                <a:lnTo>
                  <a:pt x="62255" y="5448300"/>
                </a:lnTo>
                <a:lnTo>
                  <a:pt x="61848" y="5448300"/>
                </a:lnTo>
                <a:lnTo>
                  <a:pt x="67703" y="5461000"/>
                </a:lnTo>
                <a:lnTo>
                  <a:pt x="73113" y="5461000"/>
                </a:lnTo>
                <a:lnTo>
                  <a:pt x="79882" y="5473700"/>
                </a:lnTo>
                <a:lnTo>
                  <a:pt x="79387" y="5473700"/>
                </a:lnTo>
                <a:lnTo>
                  <a:pt x="86601" y="5486400"/>
                </a:lnTo>
                <a:lnTo>
                  <a:pt x="93154" y="5486400"/>
                </a:lnTo>
                <a:lnTo>
                  <a:pt x="101193" y="5499100"/>
                </a:lnTo>
                <a:close/>
              </a:path>
              <a:path w="10661650" h="5600700">
                <a:moveTo>
                  <a:pt x="10609656" y="5499100"/>
                </a:moveTo>
                <a:lnTo>
                  <a:pt x="10560126" y="5499100"/>
                </a:lnTo>
                <a:lnTo>
                  <a:pt x="10568165" y="5486400"/>
                </a:lnTo>
                <a:lnTo>
                  <a:pt x="10574718" y="5486400"/>
                </a:lnTo>
                <a:lnTo>
                  <a:pt x="10581932" y="5473700"/>
                </a:lnTo>
                <a:lnTo>
                  <a:pt x="10581436" y="5473700"/>
                </a:lnTo>
                <a:lnTo>
                  <a:pt x="10588205" y="5461000"/>
                </a:lnTo>
                <a:lnTo>
                  <a:pt x="10593616" y="5461000"/>
                </a:lnTo>
                <a:lnTo>
                  <a:pt x="10599470" y="5448300"/>
                </a:lnTo>
                <a:lnTo>
                  <a:pt x="10599064" y="5448300"/>
                </a:lnTo>
                <a:lnTo>
                  <a:pt x="10604436" y="5435600"/>
                </a:lnTo>
                <a:lnTo>
                  <a:pt x="10604068" y="5435600"/>
                </a:lnTo>
                <a:lnTo>
                  <a:pt x="10608932" y="5422900"/>
                </a:lnTo>
                <a:lnTo>
                  <a:pt x="10645597" y="5422900"/>
                </a:lnTo>
                <a:lnTo>
                  <a:pt x="10629963" y="5461000"/>
                </a:lnTo>
                <a:lnTo>
                  <a:pt x="10616907" y="5486400"/>
                </a:lnTo>
                <a:lnTo>
                  <a:pt x="10609656" y="5499100"/>
                </a:lnTo>
                <a:close/>
              </a:path>
              <a:path w="10661650" h="5600700">
                <a:moveTo>
                  <a:pt x="143814" y="5537200"/>
                </a:moveTo>
                <a:lnTo>
                  <a:pt x="85255" y="5537200"/>
                </a:lnTo>
                <a:lnTo>
                  <a:pt x="76212" y="5524500"/>
                </a:lnTo>
                <a:lnTo>
                  <a:pt x="67589" y="5511800"/>
                </a:lnTo>
                <a:lnTo>
                  <a:pt x="59397" y="5499100"/>
                </a:lnTo>
                <a:lnTo>
                  <a:pt x="100609" y="5499100"/>
                </a:lnTo>
                <a:lnTo>
                  <a:pt x="109042" y="5511800"/>
                </a:lnTo>
                <a:lnTo>
                  <a:pt x="116611" y="5511800"/>
                </a:lnTo>
                <a:lnTo>
                  <a:pt x="125780" y="5524500"/>
                </a:lnTo>
                <a:lnTo>
                  <a:pt x="133946" y="5524500"/>
                </a:lnTo>
                <a:lnTo>
                  <a:pt x="143814" y="5537200"/>
                </a:lnTo>
                <a:close/>
              </a:path>
              <a:path w="10661650" h="5600700">
                <a:moveTo>
                  <a:pt x="10576064" y="5537200"/>
                </a:moveTo>
                <a:lnTo>
                  <a:pt x="10517505" y="5537200"/>
                </a:lnTo>
                <a:lnTo>
                  <a:pt x="10527372" y="5524500"/>
                </a:lnTo>
                <a:lnTo>
                  <a:pt x="10535539" y="5524500"/>
                </a:lnTo>
                <a:lnTo>
                  <a:pt x="10544708" y="5511800"/>
                </a:lnTo>
                <a:lnTo>
                  <a:pt x="10552277" y="5511800"/>
                </a:lnTo>
                <a:lnTo>
                  <a:pt x="10560710" y="5499100"/>
                </a:lnTo>
                <a:lnTo>
                  <a:pt x="10601921" y="5499100"/>
                </a:lnTo>
                <a:lnTo>
                  <a:pt x="10593730" y="5511800"/>
                </a:lnTo>
                <a:lnTo>
                  <a:pt x="10585119" y="5524500"/>
                </a:lnTo>
                <a:lnTo>
                  <a:pt x="10576064" y="5537200"/>
                </a:lnTo>
                <a:close/>
              </a:path>
              <a:path w="10661650" h="5600700">
                <a:moveTo>
                  <a:pt x="172999" y="5549900"/>
                </a:moveTo>
                <a:lnTo>
                  <a:pt x="104533" y="5549900"/>
                </a:lnTo>
                <a:lnTo>
                  <a:pt x="94703" y="5537200"/>
                </a:lnTo>
                <a:lnTo>
                  <a:pt x="162229" y="5537200"/>
                </a:lnTo>
                <a:lnTo>
                  <a:pt x="172999" y="5549900"/>
                </a:lnTo>
                <a:close/>
              </a:path>
              <a:path w="10661650" h="5600700">
                <a:moveTo>
                  <a:pt x="10556786" y="5549900"/>
                </a:moveTo>
                <a:lnTo>
                  <a:pt x="10488320" y="5549900"/>
                </a:lnTo>
                <a:lnTo>
                  <a:pt x="10499090" y="5537200"/>
                </a:lnTo>
                <a:lnTo>
                  <a:pt x="10566615" y="5537200"/>
                </a:lnTo>
                <a:lnTo>
                  <a:pt x="10556786" y="5549900"/>
                </a:lnTo>
                <a:close/>
              </a:path>
              <a:path w="10661650" h="5600700">
                <a:moveTo>
                  <a:pt x="198856" y="5562600"/>
                </a:moveTo>
                <a:lnTo>
                  <a:pt x="125310" y="5562600"/>
                </a:lnTo>
                <a:lnTo>
                  <a:pt x="114744" y="5549900"/>
                </a:lnTo>
                <a:lnTo>
                  <a:pt x="193116" y="5549900"/>
                </a:lnTo>
                <a:lnTo>
                  <a:pt x="198856" y="5562600"/>
                </a:lnTo>
                <a:close/>
              </a:path>
              <a:path w="10661650" h="5600700">
                <a:moveTo>
                  <a:pt x="10536008" y="5562600"/>
                </a:moveTo>
                <a:lnTo>
                  <a:pt x="10462463" y="5562600"/>
                </a:lnTo>
                <a:lnTo>
                  <a:pt x="10468203" y="5549900"/>
                </a:lnTo>
                <a:lnTo>
                  <a:pt x="10546575" y="5549900"/>
                </a:lnTo>
                <a:lnTo>
                  <a:pt x="10536008" y="5562600"/>
                </a:lnTo>
                <a:close/>
              </a:path>
              <a:path w="10661650" h="5600700">
                <a:moveTo>
                  <a:pt x="10513860" y="5575300"/>
                </a:moveTo>
                <a:lnTo>
                  <a:pt x="147459" y="5575300"/>
                </a:lnTo>
                <a:lnTo>
                  <a:pt x="136220" y="5562600"/>
                </a:lnTo>
                <a:lnTo>
                  <a:pt x="10525099" y="5562600"/>
                </a:lnTo>
                <a:lnTo>
                  <a:pt x="10513860" y="5575300"/>
                </a:lnTo>
                <a:close/>
              </a:path>
              <a:path w="10661650" h="5600700">
                <a:moveTo>
                  <a:pt x="10490479" y="5588000"/>
                </a:moveTo>
                <a:lnTo>
                  <a:pt x="170840" y="5588000"/>
                </a:lnTo>
                <a:lnTo>
                  <a:pt x="159004" y="5575300"/>
                </a:lnTo>
                <a:lnTo>
                  <a:pt x="10502315" y="5575300"/>
                </a:lnTo>
                <a:lnTo>
                  <a:pt x="10490479" y="5588000"/>
                </a:lnTo>
                <a:close/>
              </a:path>
              <a:path w="10661650" h="5600700">
                <a:moveTo>
                  <a:pt x="10453395" y="5600700"/>
                </a:moveTo>
                <a:lnTo>
                  <a:pt x="207924" y="5600700"/>
                </a:lnTo>
                <a:lnTo>
                  <a:pt x="201587" y="5588000"/>
                </a:lnTo>
                <a:lnTo>
                  <a:pt x="10459732" y="5588000"/>
                </a:lnTo>
                <a:lnTo>
                  <a:pt x="10453395" y="5600700"/>
                </a:lnTo>
                <a:close/>
              </a:path>
            </a:pathLst>
          </a:custGeom>
          <a:solidFill>
            <a:srgbClr val="36A9E0"/>
          </a:solidFill>
        </p:spPr>
        <p:txBody>
          <a:bodyPr wrap="square" lIns="0" tIns="0" rIns="0" bIns="0" rtlCol="0"/>
          <a:lstStyle/>
          <a:p/>
        </p:txBody>
      </p:sp>
      <p:sp>
        <p:nvSpPr>
          <p:cNvPr id="16" name="TextBox 15"/>
          <p:cNvSpPr txBox="1"/>
          <p:nvPr/>
        </p:nvSpPr>
        <p:spPr>
          <a:xfrm>
            <a:off x="637461" y="987574"/>
            <a:ext cx="7869077" cy="2226250"/>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pPr>
              <a:lnSpc>
                <a:spcPct val="200000"/>
              </a:lnSpc>
            </a:pPr>
            <a:r>
              <a:rPr lang="zh-CN" altLang="en-US" dirty="0"/>
              <a:t>实数</a:t>
            </a:r>
            <a:r>
              <a:rPr lang="en-US" altLang="zh-CN" dirty="0"/>
              <a:t>(</a:t>
            </a:r>
            <a:r>
              <a:rPr lang="zh-CN" altLang="en-US" dirty="0"/>
              <a:t>浮点数</a:t>
            </a:r>
            <a:r>
              <a:rPr lang="en-US" altLang="zh-CN" dirty="0"/>
              <a:t>)</a:t>
            </a:r>
            <a:r>
              <a:rPr lang="zh-CN" altLang="en-US" dirty="0"/>
              <a:t>能保存的有效数字是有限的，因此 存储时可能会产生一些</a:t>
            </a:r>
            <a:endParaRPr lang="en-US" altLang="zh-CN" dirty="0"/>
          </a:p>
          <a:p>
            <a:pPr>
              <a:lnSpc>
                <a:spcPct val="200000"/>
              </a:lnSpc>
            </a:pPr>
            <a:r>
              <a:rPr lang="zh-CN" altLang="en-US" dirty="0"/>
              <a:t>微小的误差。所以判断两个实数是否相等，不能通过相等运算符</a:t>
            </a:r>
            <a:r>
              <a:rPr lang="en-US" altLang="zh-CN" dirty="0"/>
              <a:t>==</a:t>
            </a:r>
            <a:r>
              <a:rPr lang="zh-CN" altLang="en-US" dirty="0"/>
              <a:t>进行，</a:t>
            </a:r>
            <a:endParaRPr lang="en-US" altLang="zh-CN" dirty="0"/>
          </a:p>
          <a:p>
            <a:pPr>
              <a:lnSpc>
                <a:spcPct val="200000"/>
              </a:lnSpc>
            </a:pPr>
            <a:r>
              <a:rPr lang="zh-CN" altLang="en-US" dirty="0"/>
              <a:t>而是通过判断两个实数相减后差的绝对值是否小于一个很小的数进行的。</a:t>
            </a:r>
            <a:endParaRPr lang="en-US" altLang="zh-CN" dirty="0"/>
          </a:p>
          <a:p>
            <a:pPr>
              <a:lnSpc>
                <a:spcPct val="200000"/>
              </a:lnSpc>
            </a:pPr>
            <a:r>
              <a:rPr lang="zh-CN" altLang="en-US" dirty="0"/>
              <a:t>函数</a:t>
            </a:r>
            <a:r>
              <a:rPr lang="en-US" altLang="zh-CN" dirty="0" err="1"/>
              <a:t>fabs</a:t>
            </a:r>
            <a:r>
              <a:rPr lang="en-US" altLang="zh-CN" dirty="0"/>
              <a:t>()</a:t>
            </a:r>
            <a:r>
              <a:rPr lang="zh-CN" altLang="en-US" dirty="0"/>
              <a:t>可以求一个浮点数的绝对值，函数</a:t>
            </a:r>
            <a:r>
              <a:rPr lang="en-US" altLang="zh-CN" dirty="0"/>
              <a:t>abs()</a:t>
            </a:r>
            <a:r>
              <a:rPr lang="zh-CN" altLang="en-US" dirty="0"/>
              <a:t>可以求一个整数的绝对值。</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p:nvPr/>
        </p:nvSpPr>
        <p:spPr>
          <a:xfrm>
            <a:off x="31814" y="289190"/>
            <a:ext cx="9080372" cy="4543313"/>
          </a:xfrm>
          <a:custGeom>
            <a:avLst/>
            <a:gdLst/>
            <a:ahLst/>
            <a:cxnLst/>
            <a:rect l="l" t="t" r="r" b="b"/>
            <a:pathLst>
              <a:path w="10970260" h="5869305">
                <a:moveTo>
                  <a:pt x="10713720" y="5868924"/>
                </a:moveTo>
                <a:lnTo>
                  <a:pt x="256032" y="5868924"/>
                </a:lnTo>
                <a:lnTo>
                  <a:pt x="210025" y="5864912"/>
                </a:lnTo>
                <a:lnTo>
                  <a:pt x="166722" y="5853104"/>
                </a:lnTo>
                <a:lnTo>
                  <a:pt x="126844" y="5834224"/>
                </a:lnTo>
                <a:lnTo>
                  <a:pt x="91115" y="5808994"/>
                </a:lnTo>
                <a:lnTo>
                  <a:pt x="60258" y="5778137"/>
                </a:lnTo>
                <a:lnTo>
                  <a:pt x="34995" y="5742375"/>
                </a:lnTo>
                <a:lnTo>
                  <a:pt x="16049" y="5702432"/>
                </a:lnTo>
                <a:lnTo>
                  <a:pt x="4143" y="5659030"/>
                </a:lnTo>
                <a:lnTo>
                  <a:pt x="0" y="5612892"/>
                </a:lnTo>
                <a:lnTo>
                  <a:pt x="0" y="256031"/>
                </a:lnTo>
                <a:lnTo>
                  <a:pt x="4143" y="210194"/>
                </a:lnTo>
                <a:lnTo>
                  <a:pt x="16049" y="167018"/>
                </a:lnTo>
                <a:lnTo>
                  <a:pt x="34995" y="127225"/>
                </a:lnTo>
                <a:lnTo>
                  <a:pt x="60258" y="91539"/>
                </a:lnTo>
                <a:lnTo>
                  <a:pt x="91115" y="60681"/>
                </a:lnTo>
                <a:lnTo>
                  <a:pt x="126844" y="35376"/>
                </a:lnTo>
                <a:lnTo>
                  <a:pt x="166722" y="16345"/>
                </a:lnTo>
                <a:lnTo>
                  <a:pt x="210025" y="4312"/>
                </a:lnTo>
                <a:lnTo>
                  <a:pt x="256032" y="0"/>
                </a:lnTo>
                <a:lnTo>
                  <a:pt x="10713720" y="0"/>
                </a:lnTo>
                <a:lnTo>
                  <a:pt x="10759726" y="4312"/>
                </a:lnTo>
                <a:lnTo>
                  <a:pt x="10803029" y="16345"/>
                </a:lnTo>
                <a:lnTo>
                  <a:pt x="10842907" y="35376"/>
                </a:lnTo>
                <a:lnTo>
                  <a:pt x="10878636" y="60681"/>
                </a:lnTo>
                <a:lnTo>
                  <a:pt x="10909493" y="91539"/>
                </a:lnTo>
                <a:lnTo>
                  <a:pt x="10934756" y="127225"/>
                </a:lnTo>
                <a:lnTo>
                  <a:pt x="10953702" y="167018"/>
                </a:lnTo>
                <a:lnTo>
                  <a:pt x="10965608" y="210194"/>
                </a:lnTo>
                <a:lnTo>
                  <a:pt x="10969752" y="256031"/>
                </a:lnTo>
                <a:lnTo>
                  <a:pt x="10969752" y="5612892"/>
                </a:lnTo>
                <a:lnTo>
                  <a:pt x="10965608" y="5659030"/>
                </a:lnTo>
                <a:lnTo>
                  <a:pt x="10953702" y="5702432"/>
                </a:lnTo>
                <a:lnTo>
                  <a:pt x="10934756" y="5742375"/>
                </a:lnTo>
                <a:lnTo>
                  <a:pt x="10909493" y="5778137"/>
                </a:lnTo>
                <a:lnTo>
                  <a:pt x="10878636" y="5808994"/>
                </a:lnTo>
                <a:lnTo>
                  <a:pt x="10842907" y="5834224"/>
                </a:lnTo>
                <a:lnTo>
                  <a:pt x="10803029" y="5853104"/>
                </a:lnTo>
                <a:lnTo>
                  <a:pt x="10759726" y="5864912"/>
                </a:lnTo>
                <a:lnTo>
                  <a:pt x="10713720" y="5868924"/>
                </a:lnTo>
                <a:close/>
              </a:path>
            </a:pathLst>
          </a:custGeom>
          <a:solidFill>
            <a:srgbClr val="FFFFFF"/>
          </a:solidFill>
        </p:spPr>
        <p:txBody>
          <a:bodyPr wrap="square" lIns="0" tIns="0" rIns="0" bIns="0" rtlCol="0"/>
          <a:lstStyle/>
          <a:p>
            <a:endParaRPr dirty="0"/>
          </a:p>
        </p:txBody>
      </p:sp>
      <p:sp>
        <p:nvSpPr>
          <p:cNvPr id="11" name="object 3"/>
          <p:cNvSpPr/>
          <p:nvPr/>
        </p:nvSpPr>
        <p:spPr>
          <a:xfrm>
            <a:off x="107504" y="428533"/>
            <a:ext cx="8824928" cy="4335392"/>
          </a:xfrm>
          <a:custGeom>
            <a:avLst/>
            <a:gdLst/>
            <a:ahLst/>
            <a:cxnLst/>
            <a:rect l="l" t="t" r="r" b="b"/>
            <a:pathLst>
              <a:path w="10661650" h="5600700">
                <a:moveTo>
                  <a:pt x="10490479" y="12699"/>
                </a:moveTo>
                <a:lnTo>
                  <a:pt x="170840" y="12699"/>
                </a:lnTo>
                <a:lnTo>
                  <a:pt x="182841" y="0"/>
                </a:lnTo>
                <a:lnTo>
                  <a:pt x="10478477" y="0"/>
                </a:lnTo>
                <a:lnTo>
                  <a:pt x="10490479" y="12699"/>
                </a:lnTo>
                <a:close/>
              </a:path>
              <a:path w="10661650" h="5600700">
                <a:moveTo>
                  <a:pt x="10513860" y="25399"/>
                </a:moveTo>
                <a:lnTo>
                  <a:pt x="147459" y="25399"/>
                </a:lnTo>
                <a:lnTo>
                  <a:pt x="159004" y="12699"/>
                </a:lnTo>
                <a:lnTo>
                  <a:pt x="10502315" y="12699"/>
                </a:lnTo>
                <a:lnTo>
                  <a:pt x="10513860" y="25399"/>
                </a:lnTo>
                <a:close/>
              </a:path>
              <a:path w="10661650" h="5600700">
                <a:moveTo>
                  <a:pt x="172211" y="50799"/>
                </a:moveTo>
                <a:lnTo>
                  <a:pt x="104533" y="50799"/>
                </a:lnTo>
                <a:lnTo>
                  <a:pt x="114744" y="38099"/>
                </a:lnTo>
                <a:lnTo>
                  <a:pt x="125310" y="25399"/>
                </a:lnTo>
                <a:lnTo>
                  <a:pt x="226250" y="25399"/>
                </a:lnTo>
                <a:lnTo>
                  <a:pt x="220243" y="38099"/>
                </a:lnTo>
                <a:lnTo>
                  <a:pt x="183248" y="38099"/>
                </a:lnTo>
                <a:lnTo>
                  <a:pt x="172211" y="50799"/>
                </a:lnTo>
                <a:close/>
              </a:path>
              <a:path w="10661650" h="5600700">
                <a:moveTo>
                  <a:pt x="10556786" y="50799"/>
                </a:moveTo>
                <a:lnTo>
                  <a:pt x="10489107" y="50799"/>
                </a:lnTo>
                <a:lnTo>
                  <a:pt x="10478071" y="38099"/>
                </a:lnTo>
                <a:lnTo>
                  <a:pt x="10441076" y="38099"/>
                </a:lnTo>
                <a:lnTo>
                  <a:pt x="10435069" y="25399"/>
                </a:lnTo>
                <a:lnTo>
                  <a:pt x="10536008" y="25399"/>
                </a:lnTo>
                <a:lnTo>
                  <a:pt x="10546575" y="38099"/>
                </a:lnTo>
                <a:lnTo>
                  <a:pt x="10556786" y="50799"/>
                </a:lnTo>
                <a:close/>
              </a:path>
              <a:path w="10661650" h="5600700">
                <a:moveTo>
                  <a:pt x="125120" y="76199"/>
                </a:moveTo>
                <a:lnTo>
                  <a:pt x="76212" y="76199"/>
                </a:lnTo>
                <a:lnTo>
                  <a:pt x="85255" y="63499"/>
                </a:lnTo>
                <a:lnTo>
                  <a:pt x="94703" y="50799"/>
                </a:lnTo>
                <a:lnTo>
                  <a:pt x="153263" y="50799"/>
                </a:lnTo>
                <a:lnTo>
                  <a:pt x="143090" y="63499"/>
                </a:lnTo>
                <a:lnTo>
                  <a:pt x="134645" y="63499"/>
                </a:lnTo>
                <a:lnTo>
                  <a:pt x="125120" y="76199"/>
                </a:lnTo>
                <a:close/>
              </a:path>
              <a:path w="10661650" h="5600700">
                <a:moveTo>
                  <a:pt x="10585119" y="76199"/>
                </a:moveTo>
                <a:lnTo>
                  <a:pt x="10536199" y="76199"/>
                </a:lnTo>
                <a:lnTo>
                  <a:pt x="10526674" y="63499"/>
                </a:lnTo>
                <a:lnTo>
                  <a:pt x="10518228" y="63499"/>
                </a:lnTo>
                <a:lnTo>
                  <a:pt x="10508056" y="50799"/>
                </a:lnTo>
                <a:lnTo>
                  <a:pt x="10566615" y="50799"/>
                </a:lnTo>
                <a:lnTo>
                  <a:pt x="10576064" y="63499"/>
                </a:lnTo>
                <a:lnTo>
                  <a:pt x="10585119" y="76199"/>
                </a:lnTo>
                <a:close/>
              </a:path>
              <a:path w="10661650" h="5600700">
                <a:moveTo>
                  <a:pt x="86067" y="114299"/>
                </a:moveTo>
                <a:lnTo>
                  <a:pt x="44411" y="114299"/>
                </a:lnTo>
                <a:lnTo>
                  <a:pt x="51663" y="101599"/>
                </a:lnTo>
                <a:lnTo>
                  <a:pt x="59397" y="88899"/>
                </a:lnTo>
                <a:lnTo>
                  <a:pt x="67589" y="76199"/>
                </a:lnTo>
                <a:lnTo>
                  <a:pt x="117246" y="76199"/>
                </a:lnTo>
                <a:lnTo>
                  <a:pt x="108432" y="88899"/>
                </a:lnTo>
                <a:lnTo>
                  <a:pt x="101193" y="88899"/>
                </a:lnTo>
                <a:lnTo>
                  <a:pt x="93154" y="101599"/>
                </a:lnTo>
                <a:lnTo>
                  <a:pt x="93713" y="101599"/>
                </a:lnTo>
                <a:lnTo>
                  <a:pt x="86067" y="114299"/>
                </a:lnTo>
                <a:close/>
              </a:path>
              <a:path w="10661650" h="5600700">
                <a:moveTo>
                  <a:pt x="10616907" y="114299"/>
                </a:moveTo>
                <a:lnTo>
                  <a:pt x="10575251" y="114299"/>
                </a:lnTo>
                <a:lnTo>
                  <a:pt x="10567606" y="101599"/>
                </a:lnTo>
                <a:lnTo>
                  <a:pt x="10568165" y="101599"/>
                </a:lnTo>
                <a:lnTo>
                  <a:pt x="10560126" y="88899"/>
                </a:lnTo>
                <a:lnTo>
                  <a:pt x="10552887" y="88899"/>
                </a:lnTo>
                <a:lnTo>
                  <a:pt x="10544073" y="76199"/>
                </a:lnTo>
                <a:lnTo>
                  <a:pt x="10593730" y="76199"/>
                </a:lnTo>
                <a:lnTo>
                  <a:pt x="10601921" y="88899"/>
                </a:lnTo>
                <a:lnTo>
                  <a:pt x="10609656" y="101599"/>
                </a:lnTo>
                <a:lnTo>
                  <a:pt x="10616907" y="114299"/>
                </a:lnTo>
                <a:close/>
              </a:path>
              <a:path w="10661650" h="5600700">
                <a:moveTo>
                  <a:pt x="48374" y="177799"/>
                </a:moveTo>
                <a:lnTo>
                  <a:pt x="11658" y="177799"/>
                </a:lnTo>
                <a:lnTo>
                  <a:pt x="15722" y="165099"/>
                </a:lnTo>
                <a:lnTo>
                  <a:pt x="20383" y="152399"/>
                </a:lnTo>
                <a:lnTo>
                  <a:pt x="25603" y="139699"/>
                </a:lnTo>
                <a:lnTo>
                  <a:pt x="31356" y="126999"/>
                </a:lnTo>
                <a:lnTo>
                  <a:pt x="37630" y="114299"/>
                </a:lnTo>
                <a:lnTo>
                  <a:pt x="79882" y="114299"/>
                </a:lnTo>
                <a:lnTo>
                  <a:pt x="73113" y="126999"/>
                </a:lnTo>
                <a:lnTo>
                  <a:pt x="73583" y="126999"/>
                </a:lnTo>
                <a:lnTo>
                  <a:pt x="67259" y="139699"/>
                </a:lnTo>
                <a:lnTo>
                  <a:pt x="67703" y="139699"/>
                </a:lnTo>
                <a:lnTo>
                  <a:pt x="61848" y="152399"/>
                </a:lnTo>
                <a:lnTo>
                  <a:pt x="57251" y="152399"/>
                </a:lnTo>
                <a:lnTo>
                  <a:pt x="52387" y="165099"/>
                </a:lnTo>
                <a:lnTo>
                  <a:pt x="52717" y="165099"/>
                </a:lnTo>
                <a:lnTo>
                  <a:pt x="48374" y="177799"/>
                </a:lnTo>
                <a:close/>
              </a:path>
              <a:path w="10661650" h="5600700">
                <a:moveTo>
                  <a:pt x="10649661" y="177799"/>
                </a:moveTo>
                <a:lnTo>
                  <a:pt x="10612945" y="177799"/>
                </a:lnTo>
                <a:lnTo>
                  <a:pt x="10608602" y="165099"/>
                </a:lnTo>
                <a:lnTo>
                  <a:pt x="10608932" y="165099"/>
                </a:lnTo>
                <a:lnTo>
                  <a:pt x="10604068" y="152399"/>
                </a:lnTo>
                <a:lnTo>
                  <a:pt x="10599470" y="152399"/>
                </a:lnTo>
                <a:lnTo>
                  <a:pt x="10593616" y="139699"/>
                </a:lnTo>
                <a:lnTo>
                  <a:pt x="10594060" y="139699"/>
                </a:lnTo>
                <a:lnTo>
                  <a:pt x="10587736" y="126999"/>
                </a:lnTo>
                <a:lnTo>
                  <a:pt x="10588205" y="126999"/>
                </a:lnTo>
                <a:lnTo>
                  <a:pt x="10581436" y="114299"/>
                </a:lnTo>
                <a:lnTo>
                  <a:pt x="10623689" y="114299"/>
                </a:lnTo>
                <a:lnTo>
                  <a:pt x="10629963" y="126999"/>
                </a:lnTo>
                <a:lnTo>
                  <a:pt x="10635716" y="139699"/>
                </a:lnTo>
                <a:lnTo>
                  <a:pt x="10640936" y="152399"/>
                </a:lnTo>
                <a:lnTo>
                  <a:pt x="10645597" y="165099"/>
                </a:lnTo>
                <a:lnTo>
                  <a:pt x="10649661" y="177799"/>
                </a:lnTo>
                <a:close/>
              </a:path>
              <a:path w="10661650" h="5600700">
                <a:moveTo>
                  <a:pt x="44843" y="190499"/>
                </a:moveTo>
                <a:lnTo>
                  <a:pt x="8115" y="190499"/>
                </a:lnTo>
                <a:lnTo>
                  <a:pt x="9791" y="177799"/>
                </a:lnTo>
                <a:lnTo>
                  <a:pt x="48666" y="177799"/>
                </a:lnTo>
                <a:lnTo>
                  <a:pt x="44843" y="190499"/>
                </a:lnTo>
                <a:close/>
              </a:path>
              <a:path w="10661650" h="5600700">
                <a:moveTo>
                  <a:pt x="10653204" y="190499"/>
                </a:moveTo>
                <a:lnTo>
                  <a:pt x="10616476" y="190499"/>
                </a:lnTo>
                <a:lnTo>
                  <a:pt x="10612653" y="177799"/>
                </a:lnTo>
                <a:lnTo>
                  <a:pt x="10651528" y="177799"/>
                </a:lnTo>
                <a:lnTo>
                  <a:pt x="10653204" y="190499"/>
                </a:lnTo>
                <a:close/>
              </a:path>
              <a:path w="10661650" h="5600700">
                <a:moveTo>
                  <a:pt x="41884" y="203199"/>
                </a:moveTo>
                <a:lnTo>
                  <a:pt x="5207" y="203199"/>
                </a:lnTo>
                <a:lnTo>
                  <a:pt x="6578" y="190499"/>
                </a:lnTo>
                <a:lnTo>
                  <a:pt x="43446" y="190499"/>
                </a:lnTo>
                <a:lnTo>
                  <a:pt x="41884" y="203199"/>
                </a:lnTo>
                <a:close/>
              </a:path>
              <a:path w="10661650" h="5600700">
                <a:moveTo>
                  <a:pt x="10656112" y="203199"/>
                </a:moveTo>
                <a:lnTo>
                  <a:pt x="10619435" y="203199"/>
                </a:lnTo>
                <a:lnTo>
                  <a:pt x="10617873" y="190499"/>
                </a:lnTo>
                <a:lnTo>
                  <a:pt x="10654741" y="190499"/>
                </a:lnTo>
                <a:lnTo>
                  <a:pt x="10656112" y="203199"/>
                </a:lnTo>
                <a:close/>
              </a:path>
              <a:path w="10661650" h="5600700">
                <a:moveTo>
                  <a:pt x="38328" y="215899"/>
                </a:moveTo>
                <a:lnTo>
                  <a:pt x="2908" y="215899"/>
                </a:lnTo>
                <a:lnTo>
                  <a:pt x="3975" y="203199"/>
                </a:lnTo>
                <a:lnTo>
                  <a:pt x="39458" y="203199"/>
                </a:lnTo>
                <a:lnTo>
                  <a:pt x="38328" y="215899"/>
                </a:lnTo>
                <a:close/>
              </a:path>
              <a:path w="10661650" h="5600700">
                <a:moveTo>
                  <a:pt x="10658411" y="215899"/>
                </a:moveTo>
                <a:lnTo>
                  <a:pt x="10622991" y="215899"/>
                </a:lnTo>
                <a:lnTo>
                  <a:pt x="10621860" y="203199"/>
                </a:lnTo>
                <a:lnTo>
                  <a:pt x="10657344" y="203199"/>
                </a:lnTo>
                <a:lnTo>
                  <a:pt x="10658411" y="215899"/>
                </a:lnTo>
                <a:close/>
              </a:path>
              <a:path w="10661650" h="5600700">
                <a:moveTo>
                  <a:pt x="36626" y="228599"/>
                </a:moveTo>
                <a:lnTo>
                  <a:pt x="1257" y="228599"/>
                </a:lnTo>
                <a:lnTo>
                  <a:pt x="2006" y="215899"/>
                </a:lnTo>
                <a:lnTo>
                  <a:pt x="37465" y="215899"/>
                </a:lnTo>
                <a:lnTo>
                  <a:pt x="36626" y="228599"/>
                </a:lnTo>
                <a:close/>
              </a:path>
              <a:path w="10661650" h="5600700">
                <a:moveTo>
                  <a:pt x="10660062" y="228599"/>
                </a:moveTo>
                <a:lnTo>
                  <a:pt x="10624692" y="228599"/>
                </a:lnTo>
                <a:lnTo>
                  <a:pt x="10623854" y="215899"/>
                </a:lnTo>
                <a:lnTo>
                  <a:pt x="10659313" y="215899"/>
                </a:lnTo>
                <a:lnTo>
                  <a:pt x="10660062" y="228599"/>
                </a:lnTo>
                <a:close/>
              </a:path>
              <a:path w="10661650" h="5600700">
                <a:moveTo>
                  <a:pt x="35483" y="241299"/>
                </a:moveTo>
                <a:lnTo>
                  <a:pt x="254" y="241299"/>
                </a:lnTo>
                <a:lnTo>
                  <a:pt x="673" y="228599"/>
                </a:lnTo>
                <a:lnTo>
                  <a:pt x="36029" y="228599"/>
                </a:lnTo>
                <a:lnTo>
                  <a:pt x="35483" y="241299"/>
                </a:lnTo>
                <a:close/>
              </a:path>
              <a:path w="10661650" h="5600700">
                <a:moveTo>
                  <a:pt x="10661065" y="241299"/>
                </a:moveTo>
                <a:lnTo>
                  <a:pt x="10625836" y="241299"/>
                </a:lnTo>
                <a:lnTo>
                  <a:pt x="10625289" y="228599"/>
                </a:lnTo>
                <a:lnTo>
                  <a:pt x="10660646" y="228599"/>
                </a:lnTo>
                <a:lnTo>
                  <a:pt x="10661065" y="241299"/>
                </a:lnTo>
                <a:close/>
              </a:path>
              <a:path w="10661650" h="5600700">
                <a:moveTo>
                  <a:pt x="34912" y="5346700"/>
                </a:moveTo>
                <a:lnTo>
                  <a:pt x="0" y="5346700"/>
                </a:lnTo>
                <a:lnTo>
                  <a:pt x="0" y="241299"/>
                </a:lnTo>
                <a:lnTo>
                  <a:pt x="35140" y="241299"/>
                </a:lnTo>
                <a:lnTo>
                  <a:pt x="34899" y="253999"/>
                </a:lnTo>
                <a:lnTo>
                  <a:pt x="34912" y="5346700"/>
                </a:lnTo>
                <a:close/>
              </a:path>
              <a:path w="10661650" h="5600700">
                <a:moveTo>
                  <a:pt x="10661319" y="5346700"/>
                </a:moveTo>
                <a:lnTo>
                  <a:pt x="10626407" y="5346700"/>
                </a:lnTo>
                <a:lnTo>
                  <a:pt x="10626483" y="254000"/>
                </a:lnTo>
                <a:lnTo>
                  <a:pt x="10626178" y="241299"/>
                </a:lnTo>
                <a:lnTo>
                  <a:pt x="10661319" y="241299"/>
                </a:lnTo>
                <a:lnTo>
                  <a:pt x="10661319" y="5346700"/>
                </a:lnTo>
                <a:close/>
              </a:path>
              <a:path w="10661650" h="5600700">
                <a:moveTo>
                  <a:pt x="36677" y="5372100"/>
                </a:moveTo>
                <a:lnTo>
                  <a:pt x="1257" y="5372100"/>
                </a:lnTo>
                <a:lnTo>
                  <a:pt x="673" y="5359400"/>
                </a:lnTo>
                <a:lnTo>
                  <a:pt x="254" y="5346700"/>
                </a:lnTo>
                <a:lnTo>
                  <a:pt x="35115" y="5346700"/>
                </a:lnTo>
                <a:lnTo>
                  <a:pt x="35509" y="5359400"/>
                </a:lnTo>
                <a:lnTo>
                  <a:pt x="35979" y="5359400"/>
                </a:lnTo>
                <a:lnTo>
                  <a:pt x="36677" y="5372100"/>
                </a:lnTo>
                <a:close/>
              </a:path>
              <a:path w="10661650" h="5600700">
                <a:moveTo>
                  <a:pt x="10660062" y="5372100"/>
                </a:moveTo>
                <a:lnTo>
                  <a:pt x="10624642" y="5372100"/>
                </a:lnTo>
                <a:lnTo>
                  <a:pt x="10625340" y="5359400"/>
                </a:lnTo>
                <a:lnTo>
                  <a:pt x="10625810" y="5359400"/>
                </a:lnTo>
                <a:lnTo>
                  <a:pt x="10626204" y="5346700"/>
                </a:lnTo>
                <a:lnTo>
                  <a:pt x="10661065" y="5346700"/>
                </a:lnTo>
                <a:lnTo>
                  <a:pt x="10660646" y="5359400"/>
                </a:lnTo>
                <a:lnTo>
                  <a:pt x="10660062" y="5372100"/>
                </a:lnTo>
                <a:close/>
              </a:path>
              <a:path w="10661650" h="5600700">
                <a:moveTo>
                  <a:pt x="38404" y="5384800"/>
                </a:moveTo>
                <a:lnTo>
                  <a:pt x="2908" y="5384800"/>
                </a:lnTo>
                <a:lnTo>
                  <a:pt x="2006" y="5372100"/>
                </a:lnTo>
                <a:lnTo>
                  <a:pt x="37401" y="5372100"/>
                </a:lnTo>
                <a:lnTo>
                  <a:pt x="38404" y="5384800"/>
                </a:lnTo>
                <a:close/>
              </a:path>
              <a:path w="10661650" h="5600700">
                <a:moveTo>
                  <a:pt x="10658411" y="5384800"/>
                </a:moveTo>
                <a:lnTo>
                  <a:pt x="10622915" y="5384800"/>
                </a:lnTo>
                <a:lnTo>
                  <a:pt x="10623918" y="5372100"/>
                </a:lnTo>
                <a:lnTo>
                  <a:pt x="10659313" y="5372100"/>
                </a:lnTo>
                <a:lnTo>
                  <a:pt x="10658411" y="5384800"/>
                </a:lnTo>
                <a:close/>
              </a:path>
              <a:path w="10661650" h="5600700">
                <a:moveTo>
                  <a:pt x="41986" y="5397500"/>
                </a:moveTo>
                <a:lnTo>
                  <a:pt x="5207" y="5397500"/>
                </a:lnTo>
                <a:lnTo>
                  <a:pt x="3975" y="5384800"/>
                </a:lnTo>
                <a:lnTo>
                  <a:pt x="40563" y="5384800"/>
                </a:lnTo>
                <a:lnTo>
                  <a:pt x="41986" y="5397500"/>
                </a:lnTo>
                <a:close/>
              </a:path>
              <a:path w="10661650" h="5600700">
                <a:moveTo>
                  <a:pt x="10656112" y="5397500"/>
                </a:moveTo>
                <a:lnTo>
                  <a:pt x="10619333" y="5397500"/>
                </a:lnTo>
                <a:lnTo>
                  <a:pt x="10620756" y="5384800"/>
                </a:lnTo>
                <a:lnTo>
                  <a:pt x="10657344" y="5384800"/>
                </a:lnTo>
                <a:lnTo>
                  <a:pt x="10656112" y="5397500"/>
                </a:lnTo>
                <a:close/>
              </a:path>
              <a:path w="10661650" h="5600700">
                <a:moveTo>
                  <a:pt x="45034" y="5410200"/>
                </a:moveTo>
                <a:lnTo>
                  <a:pt x="8115" y="5410200"/>
                </a:lnTo>
                <a:lnTo>
                  <a:pt x="6578" y="5397500"/>
                </a:lnTo>
                <a:lnTo>
                  <a:pt x="43332" y="5397500"/>
                </a:lnTo>
                <a:lnTo>
                  <a:pt x="45034" y="5410200"/>
                </a:lnTo>
                <a:close/>
              </a:path>
              <a:path w="10661650" h="5600700">
                <a:moveTo>
                  <a:pt x="10653204" y="5410200"/>
                </a:moveTo>
                <a:lnTo>
                  <a:pt x="10616285" y="5410200"/>
                </a:lnTo>
                <a:lnTo>
                  <a:pt x="10617987" y="5397500"/>
                </a:lnTo>
                <a:lnTo>
                  <a:pt x="10654741" y="5397500"/>
                </a:lnTo>
                <a:lnTo>
                  <a:pt x="10653204" y="5410200"/>
                </a:lnTo>
                <a:close/>
              </a:path>
              <a:path w="10661650" h="5600700">
                <a:moveTo>
                  <a:pt x="48666" y="5422900"/>
                </a:moveTo>
                <a:lnTo>
                  <a:pt x="11658" y="5422900"/>
                </a:lnTo>
                <a:lnTo>
                  <a:pt x="9791" y="5410200"/>
                </a:lnTo>
                <a:lnTo>
                  <a:pt x="44843" y="5410200"/>
                </a:lnTo>
                <a:lnTo>
                  <a:pt x="48666" y="5422900"/>
                </a:lnTo>
                <a:close/>
              </a:path>
              <a:path w="10661650" h="5600700">
                <a:moveTo>
                  <a:pt x="10649661" y="5422900"/>
                </a:moveTo>
                <a:lnTo>
                  <a:pt x="10612653" y="5422900"/>
                </a:lnTo>
                <a:lnTo>
                  <a:pt x="10616476" y="5410200"/>
                </a:lnTo>
                <a:lnTo>
                  <a:pt x="10651528" y="5410200"/>
                </a:lnTo>
                <a:lnTo>
                  <a:pt x="10649661" y="5422900"/>
                </a:lnTo>
                <a:close/>
              </a:path>
              <a:path w="10661650" h="5600700">
                <a:moveTo>
                  <a:pt x="101193" y="5499100"/>
                </a:moveTo>
                <a:lnTo>
                  <a:pt x="51663" y="5499100"/>
                </a:lnTo>
                <a:lnTo>
                  <a:pt x="44411" y="5486400"/>
                </a:lnTo>
                <a:lnTo>
                  <a:pt x="25603" y="5448300"/>
                </a:lnTo>
                <a:lnTo>
                  <a:pt x="15722" y="5422900"/>
                </a:lnTo>
                <a:lnTo>
                  <a:pt x="52387" y="5422900"/>
                </a:lnTo>
                <a:lnTo>
                  <a:pt x="57251" y="5435600"/>
                </a:lnTo>
                <a:lnTo>
                  <a:pt x="56883" y="5435600"/>
                </a:lnTo>
                <a:lnTo>
                  <a:pt x="62255" y="5448300"/>
                </a:lnTo>
                <a:lnTo>
                  <a:pt x="61848" y="5448300"/>
                </a:lnTo>
                <a:lnTo>
                  <a:pt x="67703" y="5461000"/>
                </a:lnTo>
                <a:lnTo>
                  <a:pt x="73113" y="5461000"/>
                </a:lnTo>
                <a:lnTo>
                  <a:pt x="79882" y="5473700"/>
                </a:lnTo>
                <a:lnTo>
                  <a:pt x="79387" y="5473700"/>
                </a:lnTo>
                <a:lnTo>
                  <a:pt x="86601" y="5486400"/>
                </a:lnTo>
                <a:lnTo>
                  <a:pt x="93154" y="5486400"/>
                </a:lnTo>
                <a:lnTo>
                  <a:pt x="101193" y="5499100"/>
                </a:lnTo>
                <a:close/>
              </a:path>
              <a:path w="10661650" h="5600700">
                <a:moveTo>
                  <a:pt x="10609656" y="5499100"/>
                </a:moveTo>
                <a:lnTo>
                  <a:pt x="10560126" y="5499100"/>
                </a:lnTo>
                <a:lnTo>
                  <a:pt x="10568165" y="5486400"/>
                </a:lnTo>
                <a:lnTo>
                  <a:pt x="10574718" y="5486400"/>
                </a:lnTo>
                <a:lnTo>
                  <a:pt x="10581932" y="5473700"/>
                </a:lnTo>
                <a:lnTo>
                  <a:pt x="10581436" y="5473700"/>
                </a:lnTo>
                <a:lnTo>
                  <a:pt x="10588205" y="5461000"/>
                </a:lnTo>
                <a:lnTo>
                  <a:pt x="10593616" y="5461000"/>
                </a:lnTo>
                <a:lnTo>
                  <a:pt x="10599470" y="5448300"/>
                </a:lnTo>
                <a:lnTo>
                  <a:pt x="10599064" y="5448300"/>
                </a:lnTo>
                <a:lnTo>
                  <a:pt x="10604436" y="5435600"/>
                </a:lnTo>
                <a:lnTo>
                  <a:pt x="10604068" y="5435600"/>
                </a:lnTo>
                <a:lnTo>
                  <a:pt x="10608932" y="5422900"/>
                </a:lnTo>
                <a:lnTo>
                  <a:pt x="10645597" y="5422900"/>
                </a:lnTo>
                <a:lnTo>
                  <a:pt x="10629963" y="5461000"/>
                </a:lnTo>
                <a:lnTo>
                  <a:pt x="10616907" y="5486400"/>
                </a:lnTo>
                <a:lnTo>
                  <a:pt x="10609656" y="5499100"/>
                </a:lnTo>
                <a:close/>
              </a:path>
              <a:path w="10661650" h="5600700">
                <a:moveTo>
                  <a:pt x="143814" y="5537200"/>
                </a:moveTo>
                <a:lnTo>
                  <a:pt x="85255" y="5537200"/>
                </a:lnTo>
                <a:lnTo>
                  <a:pt x="76212" y="5524500"/>
                </a:lnTo>
                <a:lnTo>
                  <a:pt x="67589" y="5511800"/>
                </a:lnTo>
                <a:lnTo>
                  <a:pt x="59397" y="5499100"/>
                </a:lnTo>
                <a:lnTo>
                  <a:pt x="100609" y="5499100"/>
                </a:lnTo>
                <a:lnTo>
                  <a:pt x="109042" y="5511800"/>
                </a:lnTo>
                <a:lnTo>
                  <a:pt x="116611" y="5511800"/>
                </a:lnTo>
                <a:lnTo>
                  <a:pt x="125780" y="5524500"/>
                </a:lnTo>
                <a:lnTo>
                  <a:pt x="133946" y="5524500"/>
                </a:lnTo>
                <a:lnTo>
                  <a:pt x="143814" y="5537200"/>
                </a:lnTo>
                <a:close/>
              </a:path>
              <a:path w="10661650" h="5600700">
                <a:moveTo>
                  <a:pt x="10576064" y="5537200"/>
                </a:moveTo>
                <a:lnTo>
                  <a:pt x="10517505" y="5537200"/>
                </a:lnTo>
                <a:lnTo>
                  <a:pt x="10527372" y="5524500"/>
                </a:lnTo>
                <a:lnTo>
                  <a:pt x="10535539" y="5524500"/>
                </a:lnTo>
                <a:lnTo>
                  <a:pt x="10544708" y="5511800"/>
                </a:lnTo>
                <a:lnTo>
                  <a:pt x="10552277" y="5511800"/>
                </a:lnTo>
                <a:lnTo>
                  <a:pt x="10560710" y="5499100"/>
                </a:lnTo>
                <a:lnTo>
                  <a:pt x="10601921" y="5499100"/>
                </a:lnTo>
                <a:lnTo>
                  <a:pt x="10593730" y="5511800"/>
                </a:lnTo>
                <a:lnTo>
                  <a:pt x="10585119" y="5524500"/>
                </a:lnTo>
                <a:lnTo>
                  <a:pt x="10576064" y="5537200"/>
                </a:lnTo>
                <a:close/>
              </a:path>
              <a:path w="10661650" h="5600700">
                <a:moveTo>
                  <a:pt x="172999" y="5549900"/>
                </a:moveTo>
                <a:lnTo>
                  <a:pt x="104533" y="5549900"/>
                </a:lnTo>
                <a:lnTo>
                  <a:pt x="94703" y="5537200"/>
                </a:lnTo>
                <a:lnTo>
                  <a:pt x="162229" y="5537200"/>
                </a:lnTo>
                <a:lnTo>
                  <a:pt x="172999" y="5549900"/>
                </a:lnTo>
                <a:close/>
              </a:path>
              <a:path w="10661650" h="5600700">
                <a:moveTo>
                  <a:pt x="10556786" y="5549900"/>
                </a:moveTo>
                <a:lnTo>
                  <a:pt x="10488320" y="5549900"/>
                </a:lnTo>
                <a:lnTo>
                  <a:pt x="10499090" y="5537200"/>
                </a:lnTo>
                <a:lnTo>
                  <a:pt x="10566615" y="5537200"/>
                </a:lnTo>
                <a:lnTo>
                  <a:pt x="10556786" y="5549900"/>
                </a:lnTo>
                <a:close/>
              </a:path>
              <a:path w="10661650" h="5600700">
                <a:moveTo>
                  <a:pt x="198856" y="5562600"/>
                </a:moveTo>
                <a:lnTo>
                  <a:pt x="125310" y="5562600"/>
                </a:lnTo>
                <a:lnTo>
                  <a:pt x="114744" y="5549900"/>
                </a:lnTo>
                <a:lnTo>
                  <a:pt x="193116" y="5549900"/>
                </a:lnTo>
                <a:lnTo>
                  <a:pt x="198856" y="5562600"/>
                </a:lnTo>
                <a:close/>
              </a:path>
              <a:path w="10661650" h="5600700">
                <a:moveTo>
                  <a:pt x="10536008" y="5562600"/>
                </a:moveTo>
                <a:lnTo>
                  <a:pt x="10462463" y="5562600"/>
                </a:lnTo>
                <a:lnTo>
                  <a:pt x="10468203" y="5549900"/>
                </a:lnTo>
                <a:lnTo>
                  <a:pt x="10546575" y="5549900"/>
                </a:lnTo>
                <a:lnTo>
                  <a:pt x="10536008" y="5562600"/>
                </a:lnTo>
                <a:close/>
              </a:path>
              <a:path w="10661650" h="5600700">
                <a:moveTo>
                  <a:pt x="10513860" y="5575300"/>
                </a:moveTo>
                <a:lnTo>
                  <a:pt x="147459" y="5575300"/>
                </a:lnTo>
                <a:lnTo>
                  <a:pt x="136220" y="5562600"/>
                </a:lnTo>
                <a:lnTo>
                  <a:pt x="10525099" y="5562600"/>
                </a:lnTo>
                <a:lnTo>
                  <a:pt x="10513860" y="5575300"/>
                </a:lnTo>
                <a:close/>
              </a:path>
              <a:path w="10661650" h="5600700">
                <a:moveTo>
                  <a:pt x="10490479" y="5588000"/>
                </a:moveTo>
                <a:lnTo>
                  <a:pt x="170840" y="5588000"/>
                </a:lnTo>
                <a:lnTo>
                  <a:pt x="159004" y="5575300"/>
                </a:lnTo>
                <a:lnTo>
                  <a:pt x="10502315" y="5575300"/>
                </a:lnTo>
                <a:lnTo>
                  <a:pt x="10490479" y="5588000"/>
                </a:lnTo>
                <a:close/>
              </a:path>
              <a:path w="10661650" h="5600700">
                <a:moveTo>
                  <a:pt x="10453395" y="5600700"/>
                </a:moveTo>
                <a:lnTo>
                  <a:pt x="207924" y="5600700"/>
                </a:lnTo>
                <a:lnTo>
                  <a:pt x="201587" y="5588000"/>
                </a:lnTo>
                <a:lnTo>
                  <a:pt x="10459732" y="5588000"/>
                </a:lnTo>
                <a:lnTo>
                  <a:pt x="10453395" y="5600700"/>
                </a:lnTo>
                <a:close/>
              </a:path>
            </a:pathLst>
          </a:custGeom>
          <a:solidFill>
            <a:srgbClr val="36A9E0"/>
          </a:solidFill>
        </p:spPr>
        <p:txBody>
          <a:bodyPr wrap="square" lIns="0" tIns="0" rIns="0" bIns="0" rtlCol="0"/>
          <a:lstStyle/>
          <a:p/>
        </p:txBody>
      </p:sp>
      <p:sp>
        <p:nvSpPr>
          <p:cNvPr id="2" name="标题 1"/>
          <p:cNvSpPr>
            <a:spLocks noGrp="1"/>
          </p:cNvSpPr>
          <p:nvPr>
            <p:ph type="title"/>
          </p:nvPr>
        </p:nvSpPr>
        <p:spPr>
          <a:xfrm>
            <a:off x="457200" y="418356"/>
            <a:ext cx="8229600" cy="641226"/>
          </a:xfrm>
        </p:spPr>
        <p:txBody>
          <a:bodyPr/>
          <a:lstStyle/>
          <a:p>
            <a:r>
              <a:rPr lang="en-US" altLang="zh-CN" dirty="0"/>
              <a:t> </a:t>
            </a:r>
            <a:endParaRPr lang="zh-CN" altLang="en-US" sz="2400" dirty="0"/>
          </a:p>
        </p:txBody>
      </p:sp>
      <p:pic>
        <p:nvPicPr>
          <p:cNvPr id="6" name="图片 5"/>
          <p:cNvPicPr>
            <a:picLocks noChangeAspect="1"/>
          </p:cNvPicPr>
          <p:nvPr/>
        </p:nvPicPr>
        <p:blipFill rotWithShape="1">
          <a:blip r:embed="rId1"/>
          <a:srcRect b="48357"/>
          <a:stretch>
            <a:fillRect/>
          </a:stretch>
        </p:blipFill>
        <p:spPr>
          <a:xfrm>
            <a:off x="971599" y="1275606"/>
            <a:ext cx="3190875" cy="3271159"/>
          </a:xfrm>
          <a:prstGeom prst="rect">
            <a:avLst/>
          </a:prstGeom>
        </p:spPr>
      </p:pic>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916325"/>
            <a:ext cx="3171825"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 name="组合 14"/>
          <p:cNvGrpSpPr/>
          <p:nvPr/>
        </p:nvGrpSpPr>
        <p:grpSpPr>
          <a:xfrm>
            <a:off x="3995936" y="2355726"/>
            <a:ext cx="1080120" cy="1944216"/>
            <a:chOff x="3995936" y="2355726"/>
            <a:chExt cx="1080120" cy="1584176"/>
          </a:xfrm>
        </p:grpSpPr>
        <p:cxnSp>
          <p:nvCxnSpPr>
            <p:cNvPr id="10" name="直接连接符 9"/>
            <p:cNvCxnSpPr/>
            <p:nvPr/>
          </p:nvCxnSpPr>
          <p:spPr>
            <a:xfrm>
              <a:off x="3995936" y="3939902"/>
              <a:ext cx="57606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flipV="1">
              <a:off x="4572000" y="2355726"/>
              <a:ext cx="0" cy="1584176"/>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直接箭头连接符 13"/>
            <p:cNvCxnSpPr/>
            <p:nvPr/>
          </p:nvCxnSpPr>
          <p:spPr>
            <a:xfrm>
              <a:off x="4572000" y="2355726"/>
              <a:ext cx="504056"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par>
                                <p:cTn id="11" presetID="16" presetClass="entr" presetSubtype="21" fill="hold" nodeType="withEffect">
                                  <p:stCondLst>
                                    <p:cond delay="0"/>
                                  </p:stCondLst>
                                  <p:childTnLst>
                                    <p:set>
                                      <p:cBhvr>
                                        <p:cTn id="12" dur="1" fill="hold">
                                          <p:stCondLst>
                                            <p:cond delay="0"/>
                                          </p:stCondLst>
                                        </p:cTn>
                                        <p:tgtEl>
                                          <p:spTgt spid="3074"/>
                                        </p:tgtEl>
                                        <p:attrNameLst>
                                          <p:attrName>style.visibility</p:attrName>
                                        </p:attrNameLst>
                                      </p:cBhvr>
                                      <p:to>
                                        <p:strVal val="visible"/>
                                      </p:to>
                                    </p:set>
                                    <p:animEffect transition="in" filter="barn(inVertical)">
                                      <p:cBhvr>
                                        <p:cTn id="13"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p:nvPr/>
        </p:nvSpPr>
        <p:spPr>
          <a:xfrm>
            <a:off x="31814" y="289190"/>
            <a:ext cx="9080372" cy="4543313"/>
          </a:xfrm>
          <a:custGeom>
            <a:avLst/>
            <a:gdLst/>
            <a:ahLst/>
            <a:cxnLst/>
            <a:rect l="l" t="t" r="r" b="b"/>
            <a:pathLst>
              <a:path w="10970260" h="5869305">
                <a:moveTo>
                  <a:pt x="10713720" y="5868924"/>
                </a:moveTo>
                <a:lnTo>
                  <a:pt x="256032" y="5868924"/>
                </a:lnTo>
                <a:lnTo>
                  <a:pt x="210025" y="5864912"/>
                </a:lnTo>
                <a:lnTo>
                  <a:pt x="166722" y="5853104"/>
                </a:lnTo>
                <a:lnTo>
                  <a:pt x="126844" y="5834224"/>
                </a:lnTo>
                <a:lnTo>
                  <a:pt x="91115" y="5808994"/>
                </a:lnTo>
                <a:lnTo>
                  <a:pt x="60258" y="5778137"/>
                </a:lnTo>
                <a:lnTo>
                  <a:pt x="34995" y="5742375"/>
                </a:lnTo>
                <a:lnTo>
                  <a:pt x="16049" y="5702432"/>
                </a:lnTo>
                <a:lnTo>
                  <a:pt x="4143" y="5659030"/>
                </a:lnTo>
                <a:lnTo>
                  <a:pt x="0" y="5612892"/>
                </a:lnTo>
                <a:lnTo>
                  <a:pt x="0" y="256031"/>
                </a:lnTo>
                <a:lnTo>
                  <a:pt x="4143" y="210194"/>
                </a:lnTo>
                <a:lnTo>
                  <a:pt x="16049" y="167018"/>
                </a:lnTo>
                <a:lnTo>
                  <a:pt x="34995" y="127225"/>
                </a:lnTo>
                <a:lnTo>
                  <a:pt x="60258" y="91539"/>
                </a:lnTo>
                <a:lnTo>
                  <a:pt x="91115" y="60681"/>
                </a:lnTo>
                <a:lnTo>
                  <a:pt x="126844" y="35376"/>
                </a:lnTo>
                <a:lnTo>
                  <a:pt x="166722" y="16345"/>
                </a:lnTo>
                <a:lnTo>
                  <a:pt x="210025" y="4312"/>
                </a:lnTo>
                <a:lnTo>
                  <a:pt x="256032" y="0"/>
                </a:lnTo>
                <a:lnTo>
                  <a:pt x="10713720" y="0"/>
                </a:lnTo>
                <a:lnTo>
                  <a:pt x="10759726" y="4312"/>
                </a:lnTo>
                <a:lnTo>
                  <a:pt x="10803029" y="16345"/>
                </a:lnTo>
                <a:lnTo>
                  <a:pt x="10842907" y="35376"/>
                </a:lnTo>
                <a:lnTo>
                  <a:pt x="10878636" y="60681"/>
                </a:lnTo>
                <a:lnTo>
                  <a:pt x="10909493" y="91539"/>
                </a:lnTo>
                <a:lnTo>
                  <a:pt x="10934756" y="127225"/>
                </a:lnTo>
                <a:lnTo>
                  <a:pt x="10953702" y="167018"/>
                </a:lnTo>
                <a:lnTo>
                  <a:pt x="10965608" y="210194"/>
                </a:lnTo>
                <a:lnTo>
                  <a:pt x="10969752" y="256031"/>
                </a:lnTo>
                <a:lnTo>
                  <a:pt x="10969752" y="5612892"/>
                </a:lnTo>
                <a:lnTo>
                  <a:pt x="10965608" y="5659030"/>
                </a:lnTo>
                <a:lnTo>
                  <a:pt x="10953702" y="5702432"/>
                </a:lnTo>
                <a:lnTo>
                  <a:pt x="10934756" y="5742375"/>
                </a:lnTo>
                <a:lnTo>
                  <a:pt x="10909493" y="5778137"/>
                </a:lnTo>
                <a:lnTo>
                  <a:pt x="10878636" y="5808994"/>
                </a:lnTo>
                <a:lnTo>
                  <a:pt x="10842907" y="5834224"/>
                </a:lnTo>
                <a:lnTo>
                  <a:pt x="10803029" y="5853104"/>
                </a:lnTo>
                <a:lnTo>
                  <a:pt x="10759726" y="5864912"/>
                </a:lnTo>
                <a:lnTo>
                  <a:pt x="10713720" y="5868924"/>
                </a:lnTo>
                <a:close/>
              </a:path>
            </a:pathLst>
          </a:custGeom>
          <a:solidFill>
            <a:srgbClr val="FFFFFF"/>
          </a:solidFill>
        </p:spPr>
        <p:txBody>
          <a:bodyPr wrap="square" lIns="0" tIns="0" rIns="0" bIns="0" rtlCol="0"/>
          <a:lstStyle/>
          <a:p>
            <a:endParaRPr dirty="0"/>
          </a:p>
        </p:txBody>
      </p:sp>
      <p:sp>
        <p:nvSpPr>
          <p:cNvPr id="6" name="object 3"/>
          <p:cNvSpPr/>
          <p:nvPr/>
        </p:nvSpPr>
        <p:spPr>
          <a:xfrm>
            <a:off x="107504" y="428533"/>
            <a:ext cx="8824928" cy="4335392"/>
          </a:xfrm>
          <a:custGeom>
            <a:avLst/>
            <a:gdLst/>
            <a:ahLst/>
            <a:cxnLst/>
            <a:rect l="l" t="t" r="r" b="b"/>
            <a:pathLst>
              <a:path w="10661650" h="5600700">
                <a:moveTo>
                  <a:pt x="10490479" y="12699"/>
                </a:moveTo>
                <a:lnTo>
                  <a:pt x="170840" y="12699"/>
                </a:lnTo>
                <a:lnTo>
                  <a:pt x="182841" y="0"/>
                </a:lnTo>
                <a:lnTo>
                  <a:pt x="10478477" y="0"/>
                </a:lnTo>
                <a:lnTo>
                  <a:pt x="10490479" y="12699"/>
                </a:lnTo>
                <a:close/>
              </a:path>
              <a:path w="10661650" h="5600700">
                <a:moveTo>
                  <a:pt x="10513860" y="25399"/>
                </a:moveTo>
                <a:lnTo>
                  <a:pt x="147459" y="25399"/>
                </a:lnTo>
                <a:lnTo>
                  <a:pt x="159004" y="12699"/>
                </a:lnTo>
                <a:lnTo>
                  <a:pt x="10502315" y="12699"/>
                </a:lnTo>
                <a:lnTo>
                  <a:pt x="10513860" y="25399"/>
                </a:lnTo>
                <a:close/>
              </a:path>
              <a:path w="10661650" h="5600700">
                <a:moveTo>
                  <a:pt x="172211" y="50799"/>
                </a:moveTo>
                <a:lnTo>
                  <a:pt x="104533" y="50799"/>
                </a:lnTo>
                <a:lnTo>
                  <a:pt x="114744" y="38099"/>
                </a:lnTo>
                <a:lnTo>
                  <a:pt x="125310" y="25399"/>
                </a:lnTo>
                <a:lnTo>
                  <a:pt x="226250" y="25399"/>
                </a:lnTo>
                <a:lnTo>
                  <a:pt x="220243" y="38099"/>
                </a:lnTo>
                <a:lnTo>
                  <a:pt x="183248" y="38099"/>
                </a:lnTo>
                <a:lnTo>
                  <a:pt x="172211" y="50799"/>
                </a:lnTo>
                <a:close/>
              </a:path>
              <a:path w="10661650" h="5600700">
                <a:moveTo>
                  <a:pt x="10556786" y="50799"/>
                </a:moveTo>
                <a:lnTo>
                  <a:pt x="10489107" y="50799"/>
                </a:lnTo>
                <a:lnTo>
                  <a:pt x="10478071" y="38099"/>
                </a:lnTo>
                <a:lnTo>
                  <a:pt x="10441076" y="38099"/>
                </a:lnTo>
                <a:lnTo>
                  <a:pt x="10435069" y="25399"/>
                </a:lnTo>
                <a:lnTo>
                  <a:pt x="10536008" y="25399"/>
                </a:lnTo>
                <a:lnTo>
                  <a:pt x="10546575" y="38099"/>
                </a:lnTo>
                <a:lnTo>
                  <a:pt x="10556786" y="50799"/>
                </a:lnTo>
                <a:close/>
              </a:path>
              <a:path w="10661650" h="5600700">
                <a:moveTo>
                  <a:pt x="125120" y="76199"/>
                </a:moveTo>
                <a:lnTo>
                  <a:pt x="76212" y="76199"/>
                </a:lnTo>
                <a:lnTo>
                  <a:pt x="85255" y="63499"/>
                </a:lnTo>
                <a:lnTo>
                  <a:pt x="94703" y="50799"/>
                </a:lnTo>
                <a:lnTo>
                  <a:pt x="153263" y="50799"/>
                </a:lnTo>
                <a:lnTo>
                  <a:pt x="143090" y="63499"/>
                </a:lnTo>
                <a:lnTo>
                  <a:pt x="134645" y="63499"/>
                </a:lnTo>
                <a:lnTo>
                  <a:pt x="125120" y="76199"/>
                </a:lnTo>
                <a:close/>
              </a:path>
              <a:path w="10661650" h="5600700">
                <a:moveTo>
                  <a:pt x="10585119" y="76199"/>
                </a:moveTo>
                <a:lnTo>
                  <a:pt x="10536199" y="76199"/>
                </a:lnTo>
                <a:lnTo>
                  <a:pt x="10526674" y="63499"/>
                </a:lnTo>
                <a:lnTo>
                  <a:pt x="10518228" y="63499"/>
                </a:lnTo>
                <a:lnTo>
                  <a:pt x="10508056" y="50799"/>
                </a:lnTo>
                <a:lnTo>
                  <a:pt x="10566615" y="50799"/>
                </a:lnTo>
                <a:lnTo>
                  <a:pt x="10576064" y="63499"/>
                </a:lnTo>
                <a:lnTo>
                  <a:pt x="10585119" y="76199"/>
                </a:lnTo>
                <a:close/>
              </a:path>
              <a:path w="10661650" h="5600700">
                <a:moveTo>
                  <a:pt x="86067" y="114299"/>
                </a:moveTo>
                <a:lnTo>
                  <a:pt x="44411" y="114299"/>
                </a:lnTo>
                <a:lnTo>
                  <a:pt x="51663" y="101599"/>
                </a:lnTo>
                <a:lnTo>
                  <a:pt x="59397" y="88899"/>
                </a:lnTo>
                <a:lnTo>
                  <a:pt x="67589" y="76199"/>
                </a:lnTo>
                <a:lnTo>
                  <a:pt x="117246" y="76199"/>
                </a:lnTo>
                <a:lnTo>
                  <a:pt x="108432" y="88899"/>
                </a:lnTo>
                <a:lnTo>
                  <a:pt x="101193" y="88899"/>
                </a:lnTo>
                <a:lnTo>
                  <a:pt x="93154" y="101599"/>
                </a:lnTo>
                <a:lnTo>
                  <a:pt x="93713" y="101599"/>
                </a:lnTo>
                <a:lnTo>
                  <a:pt x="86067" y="114299"/>
                </a:lnTo>
                <a:close/>
              </a:path>
              <a:path w="10661650" h="5600700">
                <a:moveTo>
                  <a:pt x="10616907" y="114299"/>
                </a:moveTo>
                <a:lnTo>
                  <a:pt x="10575251" y="114299"/>
                </a:lnTo>
                <a:lnTo>
                  <a:pt x="10567606" y="101599"/>
                </a:lnTo>
                <a:lnTo>
                  <a:pt x="10568165" y="101599"/>
                </a:lnTo>
                <a:lnTo>
                  <a:pt x="10560126" y="88899"/>
                </a:lnTo>
                <a:lnTo>
                  <a:pt x="10552887" y="88899"/>
                </a:lnTo>
                <a:lnTo>
                  <a:pt x="10544073" y="76199"/>
                </a:lnTo>
                <a:lnTo>
                  <a:pt x="10593730" y="76199"/>
                </a:lnTo>
                <a:lnTo>
                  <a:pt x="10601921" y="88899"/>
                </a:lnTo>
                <a:lnTo>
                  <a:pt x="10609656" y="101599"/>
                </a:lnTo>
                <a:lnTo>
                  <a:pt x="10616907" y="114299"/>
                </a:lnTo>
                <a:close/>
              </a:path>
              <a:path w="10661650" h="5600700">
                <a:moveTo>
                  <a:pt x="48374" y="177799"/>
                </a:moveTo>
                <a:lnTo>
                  <a:pt x="11658" y="177799"/>
                </a:lnTo>
                <a:lnTo>
                  <a:pt x="15722" y="165099"/>
                </a:lnTo>
                <a:lnTo>
                  <a:pt x="20383" y="152399"/>
                </a:lnTo>
                <a:lnTo>
                  <a:pt x="25603" y="139699"/>
                </a:lnTo>
                <a:lnTo>
                  <a:pt x="31356" y="126999"/>
                </a:lnTo>
                <a:lnTo>
                  <a:pt x="37630" y="114299"/>
                </a:lnTo>
                <a:lnTo>
                  <a:pt x="79882" y="114299"/>
                </a:lnTo>
                <a:lnTo>
                  <a:pt x="73113" y="126999"/>
                </a:lnTo>
                <a:lnTo>
                  <a:pt x="73583" y="126999"/>
                </a:lnTo>
                <a:lnTo>
                  <a:pt x="67259" y="139699"/>
                </a:lnTo>
                <a:lnTo>
                  <a:pt x="67703" y="139699"/>
                </a:lnTo>
                <a:lnTo>
                  <a:pt x="61848" y="152399"/>
                </a:lnTo>
                <a:lnTo>
                  <a:pt x="57251" y="152399"/>
                </a:lnTo>
                <a:lnTo>
                  <a:pt x="52387" y="165099"/>
                </a:lnTo>
                <a:lnTo>
                  <a:pt x="52717" y="165099"/>
                </a:lnTo>
                <a:lnTo>
                  <a:pt x="48374" y="177799"/>
                </a:lnTo>
                <a:close/>
              </a:path>
              <a:path w="10661650" h="5600700">
                <a:moveTo>
                  <a:pt x="10649661" y="177799"/>
                </a:moveTo>
                <a:lnTo>
                  <a:pt x="10612945" y="177799"/>
                </a:lnTo>
                <a:lnTo>
                  <a:pt x="10608602" y="165099"/>
                </a:lnTo>
                <a:lnTo>
                  <a:pt x="10608932" y="165099"/>
                </a:lnTo>
                <a:lnTo>
                  <a:pt x="10604068" y="152399"/>
                </a:lnTo>
                <a:lnTo>
                  <a:pt x="10599470" y="152399"/>
                </a:lnTo>
                <a:lnTo>
                  <a:pt x="10593616" y="139699"/>
                </a:lnTo>
                <a:lnTo>
                  <a:pt x="10594060" y="139699"/>
                </a:lnTo>
                <a:lnTo>
                  <a:pt x="10587736" y="126999"/>
                </a:lnTo>
                <a:lnTo>
                  <a:pt x="10588205" y="126999"/>
                </a:lnTo>
                <a:lnTo>
                  <a:pt x="10581436" y="114299"/>
                </a:lnTo>
                <a:lnTo>
                  <a:pt x="10623689" y="114299"/>
                </a:lnTo>
                <a:lnTo>
                  <a:pt x="10629963" y="126999"/>
                </a:lnTo>
                <a:lnTo>
                  <a:pt x="10635716" y="139699"/>
                </a:lnTo>
                <a:lnTo>
                  <a:pt x="10640936" y="152399"/>
                </a:lnTo>
                <a:lnTo>
                  <a:pt x="10645597" y="165099"/>
                </a:lnTo>
                <a:lnTo>
                  <a:pt x="10649661" y="177799"/>
                </a:lnTo>
                <a:close/>
              </a:path>
              <a:path w="10661650" h="5600700">
                <a:moveTo>
                  <a:pt x="44843" y="190499"/>
                </a:moveTo>
                <a:lnTo>
                  <a:pt x="8115" y="190499"/>
                </a:lnTo>
                <a:lnTo>
                  <a:pt x="9791" y="177799"/>
                </a:lnTo>
                <a:lnTo>
                  <a:pt x="48666" y="177799"/>
                </a:lnTo>
                <a:lnTo>
                  <a:pt x="44843" y="190499"/>
                </a:lnTo>
                <a:close/>
              </a:path>
              <a:path w="10661650" h="5600700">
                <a:moveTo>
                  <a:pt x="10653204" y="190499"/>
                </a:moveTo>
                <a:lnTo>
                  <a:pt x="10616476" y="190499"/>
                </a:lnTo>
                <a:lnTo>
                  <a:pt x="10612653" y="177799"/>
                </a:lnTo>
                <a:lnTo>
                  <a:pt x="10651528" y="177799"/>
                </a:lnTo>
                <a:lnTo>
                  <a:pt x="10653204" y="190499"/>
                </a:lnTo>
                <a:close/>
              </a:path>
              <a:path w="10661650" h="5600700">
                <a:moveTo>
                  <a:pt x="41884" y="203199"/>
                </a:moveTo>
                <a:lnTo>
                  <a:pt x="5207" y="203199"/>
                </a:lnTo>
                <a:lnTo>
                  <a:pt x="6578" y="190499"/>
                </a:lnTo>
                <a:lnTo>
                  <a:pt x="43446" y="190499"/>
                </a:lnTo>
                <a:lnTo>
                  <a:pt x="41884" y="203199"/>
                </a:lnTo>
                <a:close/>
              </a:path>
              <a:path w="10661650" h="5600700">
                <a:moveTo>
                  <a:pt x="10656112" y="203199"/>
                </a:moveTo>
                <a:lnTo>
                  <a:pt x="10619435" y="203199"/>
                </a:lnTo>
                <a:lnTo>
                  <a:pt x="10617873" y="190499"/>
                </a:lnTo>
                <a:lnTo>
                  <a:pt x="10654741" y="190499"/>
                </a:lnTo>
                <a:lnTo>
                  <a:pt x="10656112" y="203199"/>
                </a:lnTo>
                <a:close/>
              </a:path>
              <a:path w="10661650" h="5600700">
                <a:moveTo>
                  <a:pt x="38328" y="215899"/>
                </a:moveTo>
                <a:lnTo>
                  <a:pt x="2908" y="215899"/>
                </a:lnTo>
                <a:lnTo>
                  <a:pt x="3975" y="203199"/>
                </a:lnTo>
                <a:lnTo>
                  <a:pt x="39458" y="203199"/>
                </a:lnTo>
                <a:lnTo>
                  <a:pt x="38328" y="215899"/>
                </a:lnTo>
                <a:close/>
              </a:path>
              <a:path w="10661650" h="5600700">
                <a:moveTo>
                  <a:pt x="10658411" y="215899"/>
                </a:moveTo>
                <a:lnTo>
                  <a:pt x="10622991" y="215899"/>
                </a:lnTo>
                <a:lnTo>
                  <a:pt x="10621860" y="203199"/>
                </a:lnTo>
                <a:lnTo>
                  <a:pt x="10657344" y="203199"/>
                </a:lnTo>
                <a:lnTo>
                  <a:pt x="10658411" y="215899"/>
                </a:lnTo>
                <a:close/>
              </a:path>
              <a:path w="10661650" h="5600700">
                <a:moveTo>
                  <a:pt x="36626" y="228599"/>
                </a:moveTo>
                <a:lnTo>
                  <a:pt x="1257" y="228599"/>
                </a:lnTo>
                <a:lnTo>
                  <a:pt x="2006" y="215899"/>
                </a:lnTo>
                <a:lnTo>
                  <a:pt x="37465" y="215899"/>
                </a:lnTo>
                <a:lnTo>
                  <a:pt x="36626" y="228599"/>
                </a:lnTo>
                <a:close/>
              </a:path>
              <a:path w="10661650" h="5600700">
                <a:moveTo>
                  <a:pt x="10660062" y="228599"/>
                </a:moveTo>
                <a:lnTo>
                  <a:pt x="10624692" y="228599"/>
                </a:lnTo>
                <a:lnTo>
                  <a:pt x="10623854" y="215899"/>
                </a:lnTo>
                <a:lnTo>
                  <a:pt x="10659313" y="215899"/>
                </a:lnTo>
                <a:lnTo>
                  <a:pt x="10660062" y="228599"/>
                </a:lnTo>
                <a:close/>
              </a:path>
              <a:path w="10661650" h="5600700">
                <a:moveTo>
                  <a:pt x="35483" y="241299"/>
                </a:moveTo>
                <a:lnTo>
                  <a:pt x="254" y="241299"/>
                </a:lnTo>
                <a:lnTo>
                  <a:pt x="673" y="228599"/>
                </a:lnTo>
                <a:lnTo>
                  <a:pt x="36029" y="228599"/>
                </a:lnTo>
                <a:lnTo>
                  <a:pt x="35483" y="241299"/>
                </a:lnTo>
                <a:close/>
              </a:path>
              <a:path w="10661650" h="5600700">
                <a:moveTo>
                  <a:pt x="10661065" y="241299"/>
                </a:moveTo>
                <a:lnTo>
                  <a:pt x="10625836" y="241299"/>
                </a:lnTo>
                <a:lnTo>
                  <a:pt x="10625289" y="228599"/>
                </a:lnTo>
                <a:lnTo>
                  <a:pt x="10660646" y="228599"/>
                </a:lnTo>
                <a:lnTo>
                  <a:pt x="10661065" y="241299"/>
                </a:lnTo>
                <a:close/>
              </a:path>
              <a:path w="10661650" h="5600700">
                <a:moveTo>
                  <a:pt x="34912" y="5346700"/>
                </a:moveTo>
                <a:lnTo>
                  <a:pt x="0" y="5346700"/>
                </a:lnTo>
                <a:lnTo>
                  <a:pt x="0" y="241299"/>
                </a:lnTo>
                <a:lnTo>
                  <a:pt x="35140" y="241299"/>
                </a:lnTo>
                <a:lnTo>
                  <a:pt x="34899" y="253999"/>
                </a:lnTo>
                <a:lnTo>
                  <a:pt x="34912" y="5346700"/>
                </a:lnTo>
                <a:close/>
              </a:path>
              <a:path w="10661650" h="5600700">
                <a:moveTo>
                  <a:pt x="10661319" y="5346700"/>
                </a:moveTo>
                <a:lnTo>
                  <a:pt x="10626407" y="5346700"/>
                </a:lnTo>
                <a:lnTo>
                  <a:pt x="10626483" y="254000"/>
                </a:lnTo>
                <a:lnTo>
                  <a:pt x="10626178" y="241299"/>
                </a:lnTo>
                <a:lnTo>
                  <a:pt x="10661319" y="241299"/>
                </a:lnTo>
                <a:lnTo>
                  <a:pt x="10661319" y="5346700"/>
                </a:lnTo>
                <a:close/>
              </a:path>
              <a:path w="10661650" h="5600700">
                <a:moveTo>
                  <a:pt x="36677" y="5372100"/>
                </a:moveTo>
                <a:lnTo>
                  <a:pt x="1257" y="5372100"/>
                </a:lnTo>
                <a:lnTo>
                  <a:pt x="673" y="5359400"/>
                </a:lnTo>
                <a:lnTo>
                  <a:pt x="254" y="5346700"/>
                </a:lnTo>
                <a:lnTo>
                  <a:pt x="35115" y="5346700"/>
                </a:lnTo>
                <a:lnTo>
                  <a:pt x="35509" y="5359400"/>
                </a:lnTo>
                <a:lnTo>
                  <a:pt x="35979" y="5359400"/>
                </a:lnTo>
                <a:lnTo>
                  <a:pt x="36677" y="5372100"/>
                </a:lnTo>
                <a:close/>
              </a:path>
              <a:path w="10661650" h="5600700">
                <a:moveTo>
                  <a:pt x="10660062" y="5372100"/>
                </a:moveTo>
                <a:lnTo>
                  <a:pt x="10624642" y="5372100"/>
                </a:lnTo>
                <a:lnTo>
                  <a:pt x="10625340" y="5359400"/>
                </a:lnTo>
                <a:lnTo>
                  <a:pt x="10625810" y="5359400"/>
                </a:lnTo>
                <a:lnTo>
                  <a:pt x="10626204" y="5346700"/>
                </a:lnTo>
                <a:lnTo>
                  <a:pt x="10661065" y="5346700"/>
                </a:lnTo>
                <a:lnTo>
                  <a:pt x="10660646" y="5359400"/>
                </a:lnTo>
                <a:lnTo>
                  <a:pt x="10660062" y="5372100"/>
                </a:lnTo>
                <a:close/>
              </a:path>
              <a:path w="10661650" h="5600700">
                <a:moveTo>
                  <a:pt x="38404" y="5384800"/>
                </a:moveTo>
                <a:lnTo>
                  <a:pt x="2908" y="5384800"/>
                </a:lnTo>
                <a:lnTo>
                  <a:pt x="2006" y="5372100"/>
                </a:lnTo>
                <a:lnTo>
                  <a:pt x="37401" y="5372100"/>
                </a:lnTo>
                <a:lnTo>
                  <a:pt x="38404" y="5384800"/>
                </a:lnTo>
                <a:close/>
              </a:path>
              <a:path w="10661650" h="5600700">
                <a:moveTo>
                  <a:pt x="10658411" y="5384800"/>
                </a:moveTo>
                <a:lnTo>
                  <a:pt x="10622915" y="5384800"/>
                </a:lnTo>
                <a:lnTo>
                  <a:pt x="10623918" y="5372100"/>
                </a:lnTo>
                <a:lnTo>
                  <a:pt x="10659313" y="5372100"/>
                </a:lnTo>
                <a:lnTo>
                  <a:pt x="10658411" y="5384800"/>
                </a:lnTo>
                <a:close/>
              </a:path>
              <a:path w="10661650" h="5600700">
                <a:moveTo>
                  <a:pt x="41986" y="5397500"/>
                </a:moveTo>
                <a:lnTo>
                  <a:pt x="5207" y="5397500"/>
                </a:lnTo>
                <a:lnTo>
                  <a:pt x="3975" y="5384800"/>
                </a:lnTo>
                <a:lnTo>
                  <a:pt x="40563" y="5384800"/>
                </a:lnTo>
                <a:lnTo>
                  <a:pt x="41986" y="5397500"/>
                </a:lnTo>
                <a:close/>
              </a:path>
              <a:path w="10661650" h="5600700">
                <a:moveTo>
                  <a:pt x="10656112" y="5397500"/>
                </a:moveTo>
                <a:lnTo>
                  <a:pt x="10619333" y="5397500"/>
                </a:lnTo>
                <a:lnTo>
                  <a:pt x="10620756" y="5384800"/>
                </a:lnTo>
                <a:lnTo>
                  <a:pt x="10657344" y="5384800"/>
                </a:lnTo>
                <a:lnTo>
                  <a:pt x="10656112" y="5397500"/>
                </a:lnTo>
                <a:close/>
              </a:path>
              <a:path w="10661650" h="5600700">
                <a:moveTo>
                  <a:pt x="45034" y="5410200"/>
                </a:moveTo>
                <a:lnTo>
                  <a:pt x="8115" y="5410200"/>
                </a:lnTo>
                <a:lnTo>
                  <a:pt x="6578" y="5397500"/>
                </a:lnTo>
                <a:lnTo>
                  <a:pt x="43332" y="5397500"/>
                </a:lnTo>
                <a:lnTo>
                  <a:pt x="45034" y="5410200"/>
                </a:lnTo>
                <a:close/>
              </a:path>
              <a:path w="10661650" h="5600700">
                <a:moveTo>
                  <a:pt x="10653204" y="5410200"/>
                </a:moveTo>
                <a:lnTo>
                  <a:pt x="10616285" y="5410200"/>
                </a:lnTo>
                <a:lnTo>
                  <a:pt x="10617987" y="5397500"/>
                </a:lnTo>
                <a:lnTo>
                  <a:pt x="10654741" y="5397500"/>
                </a:lnTo>
                <a:lnTo>
                  <a:pt x="10653204" y="5410200"/>
                </a:lnTo>
                <a:close/>
              </a:path>
              <a:path w="10661650" h="5600700">
                <a:moveTo>
                  <a:pt x="48666" y="5422900"/>
                </a:moveTo>
                <a:lnTo>
                  <a:pt x="11658" y="5422900"/>
                </a:lnTo>
                <a:lnTo>
                  <a:pt x="9791" y="5410200"/>
                </a:lnTo>
                <a:lnTo>
                  <a:pt x="44843" y="5410200"/>
                </a:lnTo>
                <a:lnTo>
                  <a:pt x="48666" y="5422900"/>
                </a:lnTo>
                <a:close/>
              </a:path>
              <a:path w="10661650" h="5600700">
                <a:moveTo>
                  <a:pt x="10649661" y="5422900"/>
                </a:moveTo>
                <a:lnTo>
                  <a:pt x="10612653" y="5422900"/>
                </a:lnTo>
                <a:lnTo>
                  <a:pt x="10616476" y="5410200"/>
                </a:lnTo>
                <a:lnTo>
                  <a:pt x="10651528" y="5410200"/>
                </a:lnTo>
                <a:lnTo>
                  <a:pt x="10649661" y="5422900"/>
                </a:lnTo>
                <a:close/>
              </a:path>
              <a:path w="10661650" h="5600700">
                <a:moveTo>
                  <a:pt x="101193" y="5499100"/>
                </a:moveTo>
                <a:lnTo>
                  <a:pt x="51663" y="5499100"/>
                </a:lnTo>
                <a:lnTo>
                  <a:pt x="44411" y="5486400"/>
                </a:lnTo>
                <a:lnTo>
                  <a:pt x="25603" y="5448300"/>
                </a:lnTo>
                <a:lnTo>
                  <a:pt x="15722" y="5422900"/>
                </a:lnTo>
                <a:lnTo>
                  <a:pt x="52387" y="5422900"/>
                </a:lnTo>
                <a:lnTo>
                  <a:pt x="57251" y="5435600"/>
                </a:lnTo>
                <a:lnTo>
                  <a:pt x="56883" y="5435600"/>
                </a:lnTo>
                <a:lnTo>
                  <a:pt x="62255" y="5448300"/>
                </a:lnTo>
                <a:lnTo>
                  <a:pt x="61848" y="5448300"/>
                </a:lnTo>
                <a:lnTo>
                  <a:pt x="67703" y="5461000"/>
                </a:lnTo>
                <a:lnTo>
                  <a:pt x="73113" y="5461000"/>
                </a:lnTo>
                <a:lnTo>
                  <a:pt x="79882" y="5473700"/>
                </a:lnTo>
                <a:lnTo>
                  <a:pt x="79387" y="5473700"/>
                </a:lnTo>
                <a:lnTo>
                  <a:pt x="86601" y="5486400"/>
                </a:lnTo>
                <a:lnTo>
                  <a:pt x="93154" y="5486400"/>
                </a:lnTo>
                <a:lnTo>
                  <a:pt x="101193" y="5499100"/>
                </a:lnTo>
                <a:close/>
              </a:path>
              <a:path w="10661650" h="5600700">
                <a:moveTo>
                  <a:pt x="10609656" y="5499100"/>
                </a:moveTo>
                <a:lnTo>
                  <a:pt x="10560126" y="5499100"/>
                </a:lnTo>
                <a:lnTo>
                  <a:pt x="10568165" y="5486400"/>
                </a:lnTo>
                <a:lnTo>
                  <a:pt x="10574718" y="5486400"/>
                </a:lnTo>
                <a:lnTo>
                  <a:pt x="10581932" y="5473700"/>
                </a:lnTo>
                <a:lnTo>
                  <a:pt x="10581436" y="5473700"/>
                </a:lnTo>
                <a:lnTo>
                  <a:pt x="10588205" y="5461000"/>
                </a:lnTo>
                <a:lnTo>
                  <a:pt x="10593616" y="5461000"/>
                </a:lnTo>
                <a:lnTo>
                  <a:pt x="10599470" y="5448300"/>
                </a:lnTo>
                <a:lnTo>
                  <a:pt x="10599064" y="5448300"/>
                </a:lnTo>
                <a:lnTo>
                  <a:pt x="10604436" y="5435600"/>
                </a:lnTo>
                <a:lnTo>
                  <a:pt x="10604068" y="5435600"/>
                </a:lnTo>
                <a:lnTo>
                  <a:pt x="10608932" y="5422900"/>
                </a:lnTo>
                <a:lnTo>
                  <a:pt x="10645597" y="5422900"/>
                </a:lnTo>
                <a:lnTo>
                  <a:pt x="10629963" y="5461000"/>
                </a:lnTo>
                <a:lnTo>
                  <a:pt x="10616907" y="5486400"/>
                </a:lnTo>
                <a:lnTo>
                  <a:pt x="10609656" y="5499100"/>
                </a:lnTo>
                <a:close/>
              </a:path>
              <a:path w="10661650" h="5600700">
                <a:moveTo>
                  <a:pt x="143814" y="5537200"/>
                </a:moveTo>
                <a:lnTo>
                  <a:pt x="85255" y="5537200"/>
                </a:lnTo>
                <a:lnTo>
                  <a:pt x="76212" y="5524500"/>
                </a:lnTo>
                <a:lnTo>
                  <a:pt x="67589" y="5511800"/>
                </a:lnTo>
                <a:lnTo>
                  <a:pt x="59397" y="5499100"/>
                </a:lnTo>
                <a:lnTo>
                  <a:pt x="100609" y="5499100"/>
                </a:lnTo>
                <a:lnTo>
                  <a:pt x="109042" y="5511800"/>
                </a:lnTo>
                <a:lnTo>
                  <a:pt x="116611" y="5511800"/>
                </a:lnTo>
                <a:lnTo>
                  <a:pt x="125780" y="5524500"/>
                </a:lnTo>
                <a:lnTo>
                  <a:pt x="133946" y="5524500"/>
                </a:lnTo>
                <a:lnTo>
                  <a:pt x="143814" y="5537200"/>
                </a:lnTo>
                <a:close/>
              </a:path>
              <a:path w="10661650" h="5600700">
                <a:moveTo>
                  <a:pt x="10576064" y="5537200"/>
                </a:moveTo>
                <a:lnTo>
                  <a:pt x="10517505" y="5537200"/>
                </a:lnTo>
                <a:lnTo>
                  <a:pt x="10527372" y="5524500"/>
                </a:lnTo>
                <a:lnTo>
                  <a:pt x="10535539" y="5524500"/>
                </a:lnTo>
                <a:lnTo>
                  <a:pt x="10544708" y="5511800"/>
                </a:lnTo>
                <a:lnTo>
                  <a:pt x="10552277" y="5511800"/>
                </a:lnTo>
                <a:lnTo>
                  <a:pt x="10560710" y="5499100"/>
                </a:lnTo>
                <a:lnTo>
                  <a:pt x="10601921" y="5499100"/>
                </a:lnTo>
                <a:lnTo>
                  <a:pt x="10593730" y="5511800"/>
                </a:lnTo>
                <a:lnTo>
                  <a:pt x="10585119" y="5524500"/>
                </a:lnTo>
                <a:lnTo>
                  <a:pt x="10576064" y="5537200"/>
                </a:lnTo>
                <a:close/>
              </a:path>
              <a:path w="10661650" h="5600700">
                <a:moveTo>
                  <a:pt x="172999" y="5549900"/>
                </a:moveTo>
                <a:lnTo>
                  <a:pt x="104533" y="5549900"/>
                </a:lnTo>
                <a:lnTo>
                  <a:pt x="94703" y="5537200"/>
                </a:lnTo>
                <a:lnTo>
                  <a:pt x="162229" y="5537200"/>
                </a:lnTo>
                <a:lnTo>
                  <a:pt x="172999" y="5549900"/>
                </a:lnTo>
                <a:close/>
              </a:path>
              <a:path w="10661650" h="5600700">
                <a:moveTo>
                  <a:pt x="10556786" y="5549900"/>
                </a:moveTo>
                <a:lnTo>
                  <a:pt x="10488320" y="5549900"/>
                </a:lnTo>
                <a:lnTo>
                  <a:pt x="10499090" y="5537200"/>
                </a:lnTo>
                <a:lnTo>
                  <a:pt x="10566615" y="5537200"/>
                </a:lnTo>
                <a:lnTo>
                  <a:pt x="10556786" y="5549900"/>
                </a:lnTo>
                <a:close/>
              </a:path>
              <a:path w="10661650" h="5600700">
                <a:moveTo>
                  <a:pt x="198856" y="5562600"/>
                </a:moveTo>
                <a:lnTo>
                  <a:pt x="125310" y="5562600"/>
                </a:lnTo>
                <a:lnTo>
                  <a:pt x="114744" y="5549900"/>
                </a:lnTo>
                <a:lnTo>
                  <a:pt x="193116" y="5549900"/>
                </a:lnTo>
                <a:lnTo>
                  <a:pt x="198856" y="5562600"/>
                </a:lnTo>
                <a:close/>
              </a:path>
              <a:path w="10661650" h="5600700">
                <a:moveTo>
                  <a:pt x="10536008" y="5562600"/>
                </a:moveTo>
                <a:lnTo>
                  <a:pt x="10462463" y="5562600"/>
                </a:lnTo>
                <a:lnTo>
                  <a:pt x="10468203" y="5549900"/>
                </a:lnTo>
                <a:lnTo>
                  <a:pt x="10546575" y="5549900"/>
                </a:lnTo>
                <a:lnTo>
                  <a:pt x="10536008" y="5562600"/>
                </a:lnTo>
                <a:close/>
              </a:path>
              <a:path w="10661650" h="5600700">
                <a:moveTo>
                  <a:pt x="10513860" y="5575300"/>
                </a:moveTo>
                <a:lnTo>
                  <a:pt x="147459" y="5575300"/>
                </a:lnTo>
                <a:lnTo>
                  <a:pt x="136220" y="5562600"/>
                </a:lnTo>
                <a:lnTo>
                  <a:pt x="10525099" y="5562600"/>
                </a:lnTo>
                <a:lnTo>
                  <a:pt x="10513860" y="5575300"/>
                </a:lnTo>
                <a:close/>
              </a:path>
              <a:path w="10661650" h="5600700">
                <a:moveTo>
                  <a:pt x="10490479" y="5588000"/>
                </a:moveTo>
                <a:lnTo>
                  <a:pt x="170840" y="5588000"/>
                </a:lnTo>
                <a:lnTo>
                  <a:pt x="159004" y="5575300"/>
                </a:lnTo>
                <a:lnTo>
                  <a:pt x="10502315" y="5575300"/>
                </a:lnTo>
                <a:lnTo>
                  <a:pt x="10490479" y="5588000"/>
                </a:lnTo>
                <a:close/>
              </a:path>
              <a:path w="10661650" h="5600700">
                <a:moveTo>
                  <a:pt x="10453395" y="5600700"/>
                </a:moveTo>
                <a:lnTo>
                  <a:pt x="207924" y="5600700"/>
                </a:lnTo>
                <a:lnTo>
                  <a:pt x="201587" y="5588000"/>
                </a:lnTo>
                <a:lnTo>
                  <a:pt x="10459732" y="5588000"/>
                </a:lnTo>
                <a:lnTo>
                  <a:pt x="10453395" y="5600700"/>
                </a:lnTo>
                <a:close/>
              </a:path>
            </a:pathLst>
          </a:custGeom>
          <a:solidFill>
            <a:srgbClr val="36A9E0"/>
          </a:solidFill>
        </p:spPr>
        <p:txBody>
          <a:bodyPr wrap="square" lIns="0" tIns="0" rIns="0" bIns="0" rtlCol="0"/>
          <a:lstStyle/>
          <a:p/>
        </p:txBody>
      </p:sp>
      <p:sp>
        <p:nvSpPr>
          <p:cNvPr id="2" name="标题 1"/>
          <p:cNvSpPr>
            <a:spLocks noGrp="1"/>
          </p:cNvSpPr>
          <p:nvPr>
            <p:ph type="title"/>
          </p:nvPr>
        </p:nvSpPr>
        <p:spPr>
          <a:xfrm>
            <a:off x="457200" y="418356"/>
            <a:ext cx="8229600" cy="641226"/>
          </a:xfrm>
        </p:spPr>
        <p:txBody>
          <a:bodyPr/>
          <a:lstStyle/>
          <a:p>
            <a:r>
              <a:rPr lang="en-US" altLang="zh-CN" dirty="0"/>
              <a:t> </a:t>
            </a:r>
            <a:endParaRPr lang="zh-CN" altLang="en-US" sz="2400" dirty="0"/>
          </a:p>
        </p:txBody>
      </p:sp>
      <p:sp>
        <p:nvSpPr>
          <p:cNvPr id="3" name="矩形 2"/>
          <p:cNvSpPr/>
          <p:nvPr/>
        </p:nvSpPr>
        <p:spPr>
          <a:xfrm>
            <a:off x="457200" y="886848"/>
            <a:ext cx="4572000" cy="2616101"/>
          </a:xfrm>
          <a:prstGeom prst="rect">
            <a:avLst/>
          </a:prstGeom>
        </p:spPr>
        <p:txBody>
          <a:bodyPr>
            <a:spAutoFit/>
          </a:bodyPr>
          <a:lstStyle/>
          <a:p>
            <a:r>
              <a:rPr lang="en-US" altLang="zh-CN" sz="1600" dirty="0"/>
              <a:t>#include&lt;</a:t>
            </a:r>
            <a:r>
              <a:rPr lang="en-US" altLang="zh-CN" sz="1600" dirty="0" err="1"/>
              <a:t>iostream</a:t>
            </a:r>
            <a:r>
              <a:rPr lang="en-US" altLang="zh-CN" sz="1600" dirty="0"/>
              <a:t>&gt; </a:t>
            </a:r>
            <a:endParaRPr lang="en-US" altLang="zh-CN" sz="1600" dirty="0"/>
          </a:p>
          <a:p>
            <a:r>
              <a:rPr lang="en-US" altLang="zh-CN" sz="1600" dirty="0"/>
              <a:t>#include&lt;</a:t>
            </a:r>
            <a:r>
              <a:rPr lang="en-US" altLang="zh-CN" sz="1600" dirty="0" err="1"/>
              <a:t>cmath</a:t>
            </a:r>
            <a:r>
              <a:rPr lang="en-US" altLang="zh-CN" sz="1600" dirty="0"/>
              <a:t>&gt; //</a:t>
            </a:r>
            <a:r>
              <a:rPr lang="zh-CN" altLang="en-US" sz="1600" dirty="0"/>
              <a:t>调用求浮点数的绝对值函数</a:t>
            </a:r>
            <a:r>
              <a:rPr lang="en-US" altLang="zh-CN" sz="1600" dirty="0" err="1"/>
              <a:t>fabs</a:t>
            </a:r>
            <a:r>
              <a:rPr lang="en-US" altLang="zh-CN" sz="1600" dirty="0"/>
              <a:t>() </a:t>
            </a:r>
            <a:endParaRPr lang="en-US" altLang="zh-CN" sz="1600" dirty="0"/>
          </a:p>
          <a:p>
            <a:r>
              <a:rPr lang="en-US" altLang="zh-CN" sz="1600" dirty="0"/>
              <a:t>using namespace </a:t>
            </a:r>
            <a:r>
              <a:rPr lang="en-US" altLang="zh-CN" sz="1600" dirty="0" err="1"/>
              <a:t>std</a:t>
            </a:r>
            <a:r>
              <a:rPr lang="en-US" altLang="zh-CN" sz="1600" dirty="0"/>
              <a:t>;</a:t>
            </a:r>
            <a:endParaRPr lang="en-US" altLang="zh-CN" sz="1600" dirty="0"/>
          </a:p>
          <a:p>
            <a:r>
              <a:rPr lang="en-US" altLang="zh-CN" sz="1600" dirty="0" err="1"/>
              <a:t>int</a:t>
            </a:r>
            <a:r>
              <a:rPr lang="en-US" altLang="zh-CN" sz="1600" dirty="0"/>
              <a:t> main()</a:t>
            </a:r>
            <a:endParaRPr lang="en-US" altLang="zh-CN" sz="1600" dirty="0"/>
          </a:p>
          <a:p>
            <a:r>
              <a:rPr lang="en-US" altLang="zh-CN" sz="1600" dirty="0"/>
              <a:t>{</a:t>
            </a:r>
            <a:endParaRPr lang="en-US" altLang="zh-CN" sz="1600" dirty="0"/>
          </a:p>
          <a:p>
            <a:r>
              <a:rPr lang="en-US" altLang="zh-CN" sz="1600" dirty="0"/>
              <a:t>    double </a:t>
            </a:r>
            <a:r>
              <a:rPr lang="en-US" altLang="zh-CN" sz="1600" dirty="0" err="1"/>
              <a:t>x,y</a:t>
            </a:r>
            <a:r>
              <a:rPr lang="en-US" altLang="zh-CN" sz="1600" dirty="0"/>
              <a:t>;</a:t>
            </a:r>
            <a:endParaRPr lang="en-US" altLang="zh-CN" sz="1600" dirty="0"/>
          </a:p>
          <a:p>
            <a:r>
              <a:rPr lang="en-US" altLang="zh-CN" sz="1600" dirty="0"/>
              <a:t>    long </a:t>
            </a:r>
            <a:r>
              <a:rPr lang="en-US" altLang="zh-CN" sz="1600" dirty="0" err="1"/>
              <a:t>long</a:t>
            </a:r>
            <a:r>
              <a:rPr lang="en-US" altLang="zh-CN" sz="1600" dirty="0"/>
              <a:t> </a:t>
            </a:r>
            <a:r>
              <a:rPr lang="en-US" altLang="zh-CN" sz="1600" dirty="0" err="1"/>
              <a:t>num</a:t>
            </a:r>
            <a:r>
              <a:rPr lang="en-US" altLang="zh-CN" sz="1600" dirty="0"/>
              <a:t>;</a:t>
            </a:r>
            <a:endParaRPr lang="en-US" altLang="zh-CN" sz="1600" dirty="0"/>
          </a:p>
          <a:p>
            <a:r>
              <a:rPr lang="en-US" altLang="zh-CN" sz="1600" dirty="0"/>
              <a:t>    </a:t>
            </a:r>
            <a:r>
              <a:rPr lang="en-US" altLang="zh-CN" sz="1600" dirty="0" err="1"/>
              <a:t>cout</a:t>
            </a:r>
            <a:r>
              <a:rPr lang="en-US" altLang="zh-CN" sz="1600" dirty="0"/>
              <a:t>&lt;&lt;"</a:t>
            </a:r>
            <a:r>
              <a:rPr lang="zh-CN" altLang="en-US" sz="1600" dirty="0"/>
              <a:t>请输入一个纯小数</a:t>
            </a:r>
            <a:r>
              <a:rPr lang="en-US" altLang="zh-CN" sz="1600" dirty="0"/>
              <a:t>"&lt;&lt;</a:t>
            </a:r>
            <a:r>
              <a:rPr lang="en-US" altLang="zh-CN" sz="1600" dirty="0" err="1"/>
              <a:t>endl</a:t>
            </a:r>
            <a:r>
              <a:rPr lang="en-US" altLang="zh-CN" sz="1600" dirty="0"/>
              <a:t>; </a:t>
            </a:r>
            <a:endParaRPr lang="en-US" altLang="zh-CN" sz="1600" dirty="0"/>
          </a:p>
          <a:p>
            <a:r>
              <a:rPr lang="en-US" altLang="zh-CN" sz="1600" dirty="0"/>
              <a:t>  </a:t>
            </a:r>
            <a:endParaRPr lang="en-US" altLang="zh-CN" sz="1600" dirty="0"/>
          </a:p>
        </p:txBody>
      </p:sp>
      <p:sp>
        <p:nvSpPr>
          <p:cNvPr id="4" name="矩形 3"/>
          <p:cNvSpPr/>
          <p:nvPr/>
        </p:nvSpPr>
        <p:spPr>
          <a:xfrm>
            <a:off x="4932040" y="1128647"/>
            <a:ext cx="3024336" cy="3662541"/>
          </a:xfrm>
          <a:prstGeom prst="rect">
            <a:avLst/>
          </a:prstGeom>
        </p:spPr>
        <p:txBody>
          <a:bodyPr wrap="square">
            <a:spAutoFit/>
          </a:bodyPr>
          <a:lstStyle/>
          <a:p>
            <a:r>
              <a:rPr lang="en-US" altLang="zh-CN" sz="1600" dirty="0"/>
              <a:t> do</a:t>
            </a:r>
            <a:endParaRPr lang="en-US" altLang="zh-CN" sz="1600" dirty="0"/>
          </a:p>
          <a:p>
            <a:r>
              <a:rPr lang="en-US" altLang="zh-CN" sz="1600" dirty="0"/>
              <a:t>  {</a:t>
            </a:r>
            <a:endParaRPr lang="en-US" altLang="zh-CN" sz="1600" dirty="0"/>
          </a:p>
          <a:p>
            <a:r>
              <a:rPr lang="en-US" altLang="zh-CN" sz="1600" dirty="0"/>
              <a:t>      </a:t>
            </a:r>
            <a:r>
              <a:rPr lang="en-US" altLang="zh-CN" sz="1600" dirty="0" err="1"/>
              <a:t>cout</a:t>
            </a:r>
            <a:r>
              <a:rPr lang="en-US" altLang="zh-CN" sz="1600" dirty="0"/>
              <a:t>&lt;&lt;"x=";</a:t>
            </a:r>
            <a:endParaRPr lang="en-US" altLang="zh-CN" sz="1600" dirty="0"/>
          </a:p>
          <a:p>
            <a:r>
              <a:rPr lang="en-US" altLang="zh-CN" sz="1600" dirty="0"/>
              <a:t>      </a:t>
            </a:r>
            <a:r>
              <a:rPr lang="en-US" altLang="zh-CN" sz="1600" dirty="0" err="1"/>
              <a:t>cin</a:t>
            </a:r>
            <a:r>
              <a:rPr lang="en-US" altLang="zh-CN" sz="1600" dirty="0"/>
              <a:t>&gt;&gt;x;</a:t>
            </a:r>
            <a:endParaRPr lang="en-US" altLang="zh-CN" sz="1600" dirty="0"/>
          </a:p>
          <a:p>
            <a:r>
              <a:rPr lang="en-US" altLang="zh-CN" sz="1600" dirty="0"/>
              <a:t>  }while(x&gt;=1||x&lt;=0);</a:t>
            </a:r>
            <a:endParaRPr lang="en-US" altLang="zh-CN" sz="1600" dirty="0"/>
          </a:p>
          <a:p>
            <a:r>
              <a:rPr lang="en-US" altLang="zh-CN" sz="1600" dirty="0"/>
              <a:t>   </a:t>
            </a:r>
            <a:r>
              <a:rPr lang="en-US" altLang="zh-CN" sz="1600" dirty="0" err="1"/>
              <a:t>num</a:t>
            </a:r>
            <a:r>
              <a:rPr lang="en-US" altLang="zh-CN" sz="1600" dirty="0"/>
              <a:t>=1;</a:t>
            </a:r>
            <a:endParaRPr lang="en-US" altLang="zh-CN" sz="1600" dirty="0"/>
          </a:p>
          <a:p>
            <a:r>
              <a:rPr lang="en-US" altLang="zh-CN" sz="1600" dirty="0"/>
              <a:t>   do</a:t>
            </a:r>
            <a:endParaRPr lang="en-US" altLang="zh-CN" sz="1600" dirty="0"/>
          </a:p>
          <a:p>
            <a:r>
              <a:rPr lang="en-US" altLang="zh-CN" sz="1600" dirty="0"/>
              <a:t>   {</a:t>
            </a:r>
            <a:endParaRPr lang="en-US" altLang="zh-CN" sz="1600" dirty="0"/>
          </a:p>
          <a:p>
            <a:r>
              <a:rPr lang="en-US" altLang="zh-CN" sz="1600" dirty="0"/>
              <a:t>        </a:t>
            </a:r>
            <a:r>
              <a:rPr lang="en-US" altLang="zh-CN" sz="1600" dirty="0" err="1"/>
              <a:t>num</a:t>
            </a:r>
            <a:r>
              <a:rPr lang="en-US" altLang="zh-CN" sz="1600" dirty="0"/>
              <a:t>*=10;</a:t>
            </a:r>
            <a:endParaRPr lang="en-US" altLang="zh-CN" sz="1600" dirty="0"/>
          </a:p>
          <a:p>
            <a:r>
              <a:rPr lang="en-US" altLang="zh-CN" sz="1600" dirty="0"/>
              <a:t>        y=x*</a:t>
            </a:r>
            <a:r>
              <a:rPr lang="en-US" altLang="zh-CN" sz="1600" dirty="0" err="1"/>
              <a:t>num</a:t>
            </a:r>
            <a:r>
              <a:rPr lang="en-US" altLang="zh-CN" sz="1600" dirty="0"/>
              <a:t>;</a:t>
            </a:r>
            <a:endParaRPr lang="en-US" altLang="zh-CN" sz="1600" dirty="0"/>
          </a:p>
          <a:p>
            <a:r>
              <a:rPr lang="en-US" altLang="zh-CN" sz="1600" dirty="0"/>
              <a:t>   }while(</a:t>
            </a:r>
            <a:r>
              <a:rPr lang="en-US" altLang="zh-CN" sz="1600" dirty="0" err="1"/>
              <a:t>fabs</a:t>
            </a:r>
            <a:r>
              <a:rPr lang="en-US" altLang="zh-CN" sz="1600" dirty="0"/>
              <a:t>(y-(</a:t>
            </a:r>
            <a:r>
              <a:rPr lang="en-US" altLang="zh-CN" sz="1600" dirty="0" err="1"/>
              <a:t>int</a:t>
            </a:r>
            <a:r>
              <a:rPr lang="en-US" altLang="zh-CN" sz="1600" dirty="0"/>
              <a:t>)y)&gt;1e-9);</a:t>
            </a:r>
            <a:endParaRPr lang="en-US" altLang="zh-CN" sz="1600" dirty="0"/>
          </a:p>
          <a:p>
            <a:r>
              <a:rPr lang="en-US" altLang="zh-CN" sz="1600" dirty="0"/>
              <a:t>   </a:t>
            </a:r>
            <a:r>
              <a:rPr lang="en-US" altLang="zh-CN" sz="1600" dirty="0" err="1"/>
              <a:t>cout</a:t>
            </a:r>
            <a:r>
              <a:rPr lang="en-US" altLang="zh-CN" sz="1600" dirty="0"/>
              <a:t>&lt;&lt;(</a:t>
            </a:r>
            <a:r>
              <a:rPr lang="en-US" altLang="zh-CN" sz="1600" dirty="0" err="1"/>
              <a:t>int</a:t>
            </a:r>
            <a:r>
              <a:rPr lang="en-US" altLang="zh-CN" sz="1600" dirty="0"/>
              <a:t>)y&lt;&lt;</a:t>
            </a:r>
            <a:r>
              <a:rPr lang="en-US" altLang="zh-CN" sz="1600" dirty="0" err="1"/>
              <a:t>endl</a:t>
            </a:r>
            <a:r>
              <a:rPr lang="en-US" altLang="zh-CN" sz="1600" dirty="0"/>
              <a:t>;</a:t>
            </a:r>
            <a:endParaRPr lang="en-US" altLang="zh-CN" sz="1600" dirty="0"/>
          </a:p>
          <a:p>
            <a:r>
              <a:rPr lang="en-US" altLang="zh-CN" sz="1600" dirty="0"/>
              <a:t>   return 0;</a:t>
            </a:r>
            <a:endParaRPr lang="en-US" altLang="zh-CN" sz="1600" dirty="0"/>
          </a:p>
          <a:p>
            <a:r>
              <a:rPr lang="en-US" altLang="zh-CN" sz="1600" dirty="0"/>
              <a:t>}</a:t>
            </a:r>
            <a:endParaRPr lang="en-US" altLang="zh-CN" sz="1600" dirty="0"/>
          </a:p>
        </p:txBody>
      </p:sp>
      <p:pic>
        <p:nvPicPr>
          <p:cNvPr id="3074" name="Picture 2"/>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395536" y="3399258"/>
            <a:ext cx="1284734" cy="12847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par>
                                <p:cTn id="11" presetID="16" presetClass="entr" presetSubtype="21" fill="hold" nodeType="withEffect">
                                  <p:stCondLst>
                                    <p:cond delay="0"/>
                                  </p:stCondLst>
                                  <p:childTnLst>
                                    <p:set>
                                      <p:cBhvr>
                                        <p:cTn id="12" dur="1" fill="hold">
                                          <p:stCondLst>
                                            <p:cond delay="0"/>
                                          </p:stCondLst>
                                        </p:cTn>
                                        <p:tgtEl>
                                          <p:spTgt spid="3074"/>
                                        </p:tgtEl>
                                        <p:attrNameLst>
                                          <p:attrName>style.visibility</p:attrName>
                                        </p:attrNameLst>
                                      </p:cBhvr>
                                      <p:to>
                                        <p:strVal val="visible"/>
                                      </p:to>
                                    </p:set>
                                    <p:animEffect transition="in" filter="barn(inVertical)">
                                      <p:cBhvr>
                                        <p:cTn id="13"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2"/>
          <p:cNvSpPr/>
          <p:nvPr/>
        </p:nvSpPr>
        <p:spPr>
          <a:xfrm>
            <a:off x="31814" y="289190"/>
            <a:ext cx="9080372" cy="4543313"/>
          </a:xfrm>
          <a:custGeom>
            <a:avLst/>
            <a:gdLst/>
            <a:ahLst/>
            <a:cxnLst/>
            <a:rect l="l" t="t" r="r" b="b"/>
            <a:pathLst>
              <a:path w="10970260" h="5869305">
                <a:moveTo>
                  <a:pt x="10713720" y="5868924"/>
                </a:moveTo>
                <a:lnTo>
                  <a:pt x="256032" y="5868924"/>
                </a:lnTo>
                <a:lnTo>
                  <a:pt x="210025" y="5864912"/>
                </a:lnTo>
                <a:lnTo>
                  <a:pt x="166722" y="5853104"/>
                </a:lnTo>
                <a:lnTo>
                  <a:pt x="126844" y="5834224"/>
                </a:lnTo>
                <a:lnTo>
                  <a:pt x="91115" y="5808994"/>
                </a:lnTo>
                <a:lnTo>
                  <a:pt x="60258" y="5778137"/>
                </a:lnTo>
                <a:lnTo>
                  <a:pt x="34995" y="5742375"/>
                </a:lnTo>
                <a:lnTo>
                  <a:pt x="16049" y="5702432"/>
                </a:lnTo>
                <a:lnTo>
                  <a:pt x="4143" y="5659030"/>
                </a:lnTo>
                <a:lnTo>
                  <a:pt x="0" y="5612892"/>
                </a:lnTo>
                <a:lnTo>
                  <a:pt x="0" y="256031"/>
                </a:lnTo>
                <a:lnTo>
                  <a:pt x="4143" y="210194"/>
                </a:lnTo>
                <a:lnTo>
                  <a:pt x="16049" y="167018"/>
                </a:lnTo>
                <a:lnTo>
                  <a:pt x="34995" y="127225"/>
                </a:lnTo>
                <a:lnTo>
                  <a:pt x="60258" y="91539"/>
                </a:lnTo>
                <a:lnTo>
                  <a:pt x="91115" y="60681"/>
                </a:lnTo>
                <a:lnTo>
                  <a:pt x="126844" y="35376"/>
                </a:lnTo>
                <a:lnTo>
                  <a:pt x="166722" y="16345"/>
                </a:lnTo>
                <a:lnTo>
                  <a:pt x="210025" y="4312"/>
                </a:lnTo>
                <a:lnTo>
                  <a:pt x="256032" y="0"/>
                </a:lnTo>
                <a:lnTo>
                  <a:pt x="10713720" y="0"/>
                </a:lnTo>
                <a:lnTo>
                  <a:pt x="10759726" y="4312"/>
                </a:lnTo>
                <a:lnTo>
                  <a:pt x="10803029" y="16345"/>
                </a:lnTo>
                <a:lnTo>
                  <a:pt x="10842907" y="35376"/>
                </a:lnTo>
                <a:lnTo>
                  <a:pt x="10878636" y="60681"/>
                </a:lnTo>
                <a:lnTo>
                  <a:pt x="10909493" y="91539"/>
                </a:lnTo>
                <a:lnTo>
                  <a:pt x="10934756" y="127225"/>
                </a:lnTo>
                <a:lnTo>
                  <a:pt x="10953702" y="167018"/>
                </a:lnTo>
                <a:lnTo>
                  <a:pt x="10965608" y="210194"/>
                </a:lnTo>
                <a:lnTo>
                  <a:pt x="10969752" y="256031"/>
                </a:lnTo>
                <a:lnTo>
                  <a:pt x="10969752" y="5612892"/>
                </a:lnTo>
                <a:lnTo>
                  <a:pt x="10965608" y="5659030"/>
                </a:lnTo>
                <a:lnTo>
                  <a:pt x="10953702" y="5702432"/>
                </a:lnTo>
                <a:lnTo>
                  <a:pt x="10934756" y="5742375"/>
                </a:lnTo>
                <a:lnTo>
                  <a:pt x="10909493" y="5778137"/>
                </a:lnTo>
                <a:lnTo>
                  <a:pt x="10878636" y="5808994"/>
                </a:lnTo>
                <a:lnTo>
                  <a:pt x="10842907" y="5834224"/>
                </a:lnTo>
                <a:lnTo>
                  <a:pt x="10803029" y="5853104"/>
                </a:lnTo>
                <a:lnTo>
                  <a:pt x="10759726" y="5864912"/>
                </a:lnTo>
                <a:lnTo>
                  <a:pt x="10713720" y="5868924"/>
                </a:lnTo>
                <a:close/>
              </a:path>
            </a:pathLst>
          </a:custGeom>
          <a:solidFill>
            <a:srgbClr val="FFFFFF"/>
          </a:solidFill>
        </p:spPr>
        <p:txBody>
          <a:bodyPr wrap="square" lIns="0" tIns="0" rIns="0" bIns="0" rtlCol="0"/>
          <a:lstStyle/>
          <a:p>
            <a:endParaRPr dirty="0"/>
          </a:p>
        </p:txBody>
      </p:sp>
      <p:sp>
        <p:nvSpPr>
          <p:cNvPr id="11" name="object 3"/>
          <p:cNvSpPr/>
          <p:nvPr/>
        </p:nvSpPr>
        <p:spPr>
          <a:xfrm>
            <a:off x="107504" y="428533"/>
            <a:ext cx="8824928" cy="4335392"/>
          </a:xfrm>
          <a:custGeom>
            <a:avLst/>
            <a:gdLst/>
            <a:ahLst/>
            <a:cxnLst/>
            <a:rect l="l" t="t" r="r" b="b"/>
            <a:pathLst>
              <a:path w="10661650" h="5600700">
                <a:moveTo>
                  <a:pt x="10490479" y="12699"/>
                </a:moveTo>
                <a:lnTo>
                  <a:pt x="170840" y="12699"/>
                </a:lnTo>
                <a:lnTo>
                  <a:pt x="182841" y="0"/>
                </a:lnTo>
                <a:lnTo>
                  <a:pt x="10478477" y="0"/>
                </a:lnTo>
                <a:lnTo>
                  <a:pt x="10490479" y="12699"/>
                </a:lnTo>
                <a:close/>
              </a:path>
              <a:path w="10661650" h="5600700">
                <a:moveTo>
                  <a:pt x="10513860" y="25399"/>
                </a:moveTo>
                <a:lnTo>
                  <a:pt x="147459" y="25399"/>
                </a:lnTo>
                <a:lnTo>
                  <a:pt x="159004" y="12699"/>
                </a:lnTo>
                <a:lnTo>
                  <a:pt x="10502315" y="12699"/>
                </a:lnTo>
                <a:lnTo>
                  <a:pt x="10513860" y="25399"/>
                </a:lnTo>
                <a:close/>
              </a:path>
              <a:path w="10661650" h="5600700">
                <a:moveTo>
                  <a:pt x="172211" y="50799"/>
                </a:moveTo>
                <a:lnTo>
                  <a:pt x="104533" y="50799"/>
                </a:lnTo>
                <a:lnTo>
                  <a:pt x="114744" y="38099"/>
                </a:lnTo>
                <a:lnTo>
                  <a:pt x="125310" y="25399"/>
                </a:lnTo>
                <a:lnTo>
                  <a:pt x="226250" y="25399"/>
                </a:lnTo>
                <a:lnTo>
                  <a:pt x="220243" y="38099"/>
                </a:lnTo>
                <a:lnTo>
                  <a:pt x="183248" y="38099"/>
                </a:lnTo>
                <a:lnTo>
                  <a:pt x="172211" y="50799"/>
                </a:lnTo>
                <a:close/>
              </a:path>
              <a:path w="10661650" h="5600700">
                <a:moveTo>
                  <a:pt x="10556786" y="50799"/>
                </a:moveTo>
                <a:lnTo>
                  <a:pt x="10489107" y="50799"/>
                </a:lnTo>
                <a:lnTo>
                  <a:pt x="10478071" y="38099"/>
                </a:lnTo>
                <a:lnTo>
                  <a:pt x="10441076" y="38099"/>
                </a:lnTo>
                <a:lnTo>
                  <a:pt x="10435069" y="25399"/>
                </a:lnTo>
                <a:lnTo>
                  <a:pt x="10536008" y="25399"/>
                </a:lnTo>
                <a:lnTo>
                  <a:pt x="10546575" y="38099"/>
                </a:lnTo>
                <a:lnTo>
                  <a:pt x="10556786" y="50799"/>
                </a:lnTo>
                <a:close/>
              </a:path>
              <a:path w="10661650" h="5600700">
                <a:moveTo>
                  <a:pt x="125120" y="76199"/>
                </a:moveTo>
                <a:lnTo>
                  <a:pt x="76212" y="76199"/>
                </a:lnTo>
                <a:lnTo>
                  <a:pt x="85255" y="63499"/>
                </a:lnTo>
                <a:lnTo>
                  <a:pt x="94703" y="50799"/>
                </a:lnTo>
                <a:lnTo>
                  <a:pt x="153263" y="50799"/>
                </a:lnTo>
                <a:lnTo>
                  <a:pt x="143090" y="63499"/>
                </a:lnTo>
                <a:lnTo>
                  <a:pt x="134645" y="63499"/>
                </a:lnTo>
                <a:lnTo>
                  <a:pt x="125120" y="76199"/>
                </a:lnTo>
                <a:close/>
              </a:path>
              <a:path w="10661650" h="5600700">
                <a:moveTo>
                  <a:pt x="10585119" y="76199"/>
                </a:moveTo>
                <a:lnTo>
                  <a:pt x="10536199" y="76199"/>
                </a:lnTo>
                <a:lnTo>
                  <a:pt x="10526674" y="63499"/>
                </a:lnTo>
                <a:lnTo>
                  <a:pt x="10518228" y="63499"/>
                </a:lnTo>
                <a:lnTo>
                  <a:pt x="10508056" y="50799"/>
                </a:lnTo>
                <a:lnTo>
                  <a:pt x="10566615" y="50799"/>
                </a:lnTo>
                <a:lnTo>
                  <a:pt x="10576064" y="63499"/>
                </a:lnTo>
                <a:lnTo>
                  <a:pt x="10585119" y="76199"/>
                </a:lnTo>
                <a:close/>
              </a:path>
              <a:path w="10661650" h="5600700">
                <a:moveTo>
                  <a:pt x="86067" y="114299"/>
                </a:moveTo>
                <a:lnTo>
                  <a:pt x="44411" y="114299"/>
                </a:lnTo>
                <a:lnTo>
                  <a:pt x="51663" y="101599"/>
                </a:lnTo>
                <a:lnTo>
                  <a:pt x="59397" y="88899"/>
                </a:lnTo>
                <a:lnTo>
                  <a:pt x="67589" y="76199"/>
                </a:lnTo>
                <a:lnTo>
                  <a:pt x="117246" y="76199"/>
                </a:lnTo>
                <a:lnTo>
                  <a:pt x="108432" y="88899"/>
                </a:lnTo>
                <a:lnTo>
                  <a:pt x="101193" y="88899"/>
                </a:lnTo>
                <a:lnTo>
                  <a:pt x="93154" y="101599"/>
                </a:lnTo>
                <a:lnTo>
                  <a:pt x="93713" y="101599"/>
                </a:lnTo>
                <a:lnTo>
                  <a:pt x="86067" y="114299"/>
                </a:lnTo>
                <a:close/>
              </a:path>
              <a:path w="10661650" h="5600700">
                <a:moveTo>
                  <a:pt x="10616907" y="114299"/>
                </a:moveTo>
                <a:lnTo>
                  <a:pt x="10575251" y="114299"/>
                </a:lnTo>
                <a:lnTo>
                  <a:pt x="10567606" y="101599"/>
                </a:lnTo>
                <a:lnTo>
                  <a:pt x="10568165" y="101599"/>
                </a:lnTo>
                <a:lnTo>
                  <a:pt x="10560126" y="88899"/>
                </a:lnTo>
                <a:lnTo>
                  <a:pt x="10552887" y="88899"/>
                </a:lnTo>
                <a:lnTo>
                  <a:pt x="10544073" y="76199"/>
                </a:lnTo>
                <a:lnTo>
                  <a:pt x="10593730" y="76199"/>
                </a:lnTo>
                <a:lnTo>
                  <a:pt x="10601921" y="88899"/>
                </a:lnTo>
                <a:lnTo>
                  <a:pt x="10609656" y="101599"/>
                </a:lnTo>
                <a:lnTo>
                  <a:pt x="10616907" y="114299"/>
                </a:lnTo>
                <a:close/>
              </a:path>
              <a:path w="10661650" h="5600700">
                <a:moveTo>
                  <a:pt x="48374" y="177799"/>
                </a:moveTo>
                <a:lnTo>
                  <a:pt x="11658" y="177799"/>
                </a:lnTo>
                <a:lnTo>
                  <a:pt x="15722" y="165099"/>
                </a:lnTo>
                <a:lnTo>
                  <a:pt x="20383" y="152399"/>
                </a:lnTo>
                <a:lnTo>
                  <a:pt x="25603" y="139699"/>
                </a:lnTo>
                <a:lnTo>
                  <a:pt x="31356" y="126999"/>
                </a:lnTo>
                <a:lnTo>
                  <a:pt x="37630" y="114299"/>
                </a:lnTo>
                <a:lnTo>
                  <a:pt x="79882" y="114299"/>
                </a:lnTo>
                <a:lnTo>
                  <a:pt x="73113" y="126999"/>
                </a:lnTo>
                <a:lnTo>
                  <a:pt x="73583" y="126999"/>
                </a:lnTo>
                <a:lnTo>
                  <a:pt x="67259" y="139699"/>
                </a:lnTo>
                <a:lnTo>
                  <a:pt x="67703" y="139699"/>
                </a:lnTo>
                <a:lnTo>
                  <a:pt x="61848" y="152399"/>
                </a:lnTo>
                <a:lnTo>
                  <a:pt x="57251" y="152399"/>
                </a:lnTo>
                <a:lnTo>
                  <a:pt x="52387" y="165099"/>
                </a:lnTo>
                <a:lnTo>
                  <a:pt x="52717" y="165099"/>
                </a:lnTo>
                <a:lnTo>
                  <a:pt x="48374" y="177799"/>
                </a:lnTo>
                <a:close/>
              </a:path>
              <a:path w="10661650" h="5600700">
                <a:moveTo>
                  <a:pt x="10649661" y="177799"/>
                </a:moveTo>
                <a:lnTo>
                  <a:pt x="10612945" y="177799"/>
                </a:lnTo>
                <a:lnTo>
                  <a:pt x="10608602" y="165099"/>
                </a:lnTo>
                <a:lnTo>
                  <a:pt x="10608932" y="165099"/>
                </a:lnTo>
                <a:lnTo>
                  <a:pt x="10604068" y="152399"/>
                </a:lnTo>
                <a:lnTo>
                  <a:pt x="10599470" y="152399"/>
                </a:lnTo>
                <a:lnTo>
                  <a:pt x="10593616" y="139699"/>
                </a:lnTo>
                <a:lnTo>
                  <a:pt x="10594060" y="139699"/>
                </a:lnTo>
                <a:lnTo>
                  <a:pt x="10587736" y="126999"/>
                </a:lnTo>
                <a:lnTo>
                  <a:pt x="10588205" y="126999"/>
                </a:lnTo>
                <a:lnTo>
                  <a:pt x="10581436" y="114299"/>
                </a:lnTo>
                <a:lnTo>
                  <a:pt x="10623689" y="114299"/>
                </a:lnTo>
                <a:lnTo>
                  <a:pt x="10629963" y="126999"/>
                </a:lnTo>
                <a:lnTo>
                  <a:pt x="10635716" y="139699"/>
                </a:lnTo>
                <a:lnTo>
                  <a:pt x="10640936" y="152399"/>
                </a:lnTo>
                <a:lnTo>
                  <a:pt x="10645597" y="165099"/>
                </a:lnTo>
                <a:lnTo>
                  <a:pt x="10649661" y="177799"/>
                </a:lnTo>
                <a:close/>
              </a:path>
              <a:path w="10661650" h="5600700">
                <a:moveTo>
                  <a:pt x="44843" y="190499"/>
                </a:moveTo>
                <a:lnTo>
                  <a:pt x="8115" y="190499"/>
                </a:lnTo>
                <a:lnTo>
                  <a:pt x="9791" y="177799"/>
                </a:lnTo>
                <a:lnTo>
                  <a:pt x="48666" y="177799"/>
                </a:lnTo>
                <a:lnTo>
                  <a:pt x="44843" y="190499"/>
                </a:lnTo>
                <a:close/>
              </a:path>
              <a:path w="10661650" h="5600700">
                <a:moveTo>
                  <a:pt x="10653204" y="190499"/>
                </a:moveTo>
                <a:lnTo>
                  <a:pt x="10616476" y="190499"/>
                </a:lnTo>
                <a:lnTo>
                  <a:pt x="10612653" y="177799"/>
                </a:lnTo>
                <a:lnTo>
                  <a:pt x="10651528" y="177799"/>
                </a:lnTo>
                <a:lnTo>
                  <a:pt x="10653204" y="190499"/>
                </a:lnTo>
                <a:close/>
              </a:path>
              <a:path w="10661650" h="5600700">
                <a:moveTo>
                  <a:pt x="41884" y="203199"/>
                </a:moveTo>
                <a:lnTo>
                  <a:pt x="5207" y="203199"/>
                </a:lnTo>
                <a:lnTo>
                  <a:pt x="6578" y="190499"/>
                </a:lnTo>
                <a:lnTo>
                  <a:pt x="43446" y="190499"/>
                </a:lnTo>
                <a:lnTo>
                  <a:pt x="41884" y="203199"/>
                </a:lnTo>
                <a:close/>
              </a:path>
              <a:path w="10661650" h="5600700">
                <a:moveTo>
                  <a:pt x="10656112" y="203199"/>
                </a:moveTo>
                <a:lnTo>
                  <a:pt x="10619435" y="203199"/>
                </a:lnTo>
                <a:lnTo>
                  <a:pt x="10617873" y="190499"/>
                </a:lnTo>
                <a:lnTo>
                  <a:pt x="10654741" y="190499"/>
                </a:lnTo>
                <a:lnTo>
                  <a:pt x="10656112" y="203199"/>
                </a:lnTo>
                <a:close/>
              </a:path>
              <a:path w="10661650" h="5600700">
                <a:moveTo>
                  <a:pt x="38328" y="215899"/>
                </a:moveTo>
                <a:lnTo>
                  <a:pt x="2908" y="215899"/>
                </a:lnTo>
                <a:lnTo>
                  <a:pt x="3975" y="203199"/>
                </a:lnTo>
                <a:lnTo>
                  <a:pt x="39458" y="203199"/>
                </a:lnTo>
                <a:lnTo>
                  <a:pt x="38328" y="215899"/>
                </a:lnTo>
                <a:close/>
              </a:path>
              <a:path w="10661650" h="5600700">
                <a:moveTo>
                  <a:pt x="10658411" y="215899"/>
                </a:moveTo>
                <a:lnTo>
                  <a:pt x="10622991" y="215899"/>
                </a:lnTo>
                <a:lnTo>
                  <a:pt x="10621860" y="203199"/>
                </a:lnTo>
                <a:lnTo>
                  <a:pt x="10657344" y="203199"/>
                </a:lnTo>
                <a:lnTo>
                  <a:pt x="10658411" y="215899"/>
                </a:lnTo>
                <a:close/>
              </a:path>
              <a:path w="10661650" h="5600700">
                <a:moveTo>
                  <a:pt x="36626" y="228599"/>
                </a:moveTo>
                <a:lnTo>
                  <a:pt x="1257" y="228599"/>
                </a:lnTo>
                <a:lnTo>
                  <a:pt x="2006" y="215899"/>
                </a:lnTo>
                <a:lnTo>
                  <a:pt x="37465" y="215899"/>
                </a:lnTo>
                <a:lnTo>
                  <a:pt x="36626" y="228599"/>
                </a:lnTo>
                <a:close/>
              </a:path>
              <a:path w="10661650" h="5600700">
                <a:moveTo>
                  <a:pt x="10660062" y="228599"/>
                </a:moveTo>
                <a:lnTo>
                  <a:pt x="10624692" y="228599"/>
                </a:lnTo>
                <a:lnTo>
                  <a:pt x="10623854" y="215899"/>
                </a:lnTo>
                <a:lnTo>
                  <a:pt x="10659313" y="215899"/>
                </a:lnTo>
                <a:lnTo>
                  <a:pt x="10660062" y="228599"/>
                </a:lnTo>
                <a:close/>
              </a:path>
              <a:path w="10661650" h="5600700">
                <a:moveTo>
                  <a:pt x="35483" y="241299"/>
                </a:moveTo>
                <a:lnTo>
                  <a:pt x="254" y="241299"/>
                </a:lnTo>
                <a:lnTo>
                  <a:pt x="673" y="228599"/>
                </a:lnTo>
                <a:lnTo>
                  <a:pt x="36029" y="228599"/>
                </a:lnTo>
                <a:lnTo>
                  <a:pt x="35483" y="241299"/>
                </a:lnTo>
                <a:close/>
              </a:path>
              <a:path w="10661650" h="5600700">
                <a:moveTo>
                  <a:pt x="10661065" y="241299"/>
                </a:moveTo>
                <a:lnTo>
                  <a:pt x="10625836" y="241299"/>
                </a:lnTo>
                <a:lnTo>
                  <a:pt x="10625289" y="228599"/>
                </a:lnTo>
                <a:lnTo>
                  <a:pt x="10660646" y="228599"/>
                </a:lnTo>
                <a:lnTo>
                  <a:pt x="10661065" y="241299"/>
                </a:lnTo>
                <a:close/>
              </a:path>
              <a:path w="10661650" h="5600700">
                <a:moveTo>
                  <a:pt x="34912" y="5346700"/>
                </a:moveTo>
                <a:lnTo>
                  <a:pt x="0" y="5346700"/>
                </a:lnTo>
                <a:lnTo>
                  <a:pt x="0" y="241299"/>
                </a:lnTo>
                <a:lnTo>
                  <a:pt x="35140" y="241299"/>
                </a:lnTo>
                <a:lnTo>
                  <a:pt x="34899" y="253999"/>
                </a:lnTo>
                <a:lnTo>
                  <a:pt x="34912" y="5346700"/>
                </a:lnTo>
                <a:close/>
              </a:path>
              <a:path w="10661650" h="5600700">
                <a:moveTo>
                  <a:pt x="10661319" y="5346700"/>
                </a:moveTo>
                <a:lnTo>
                  <a:pt x="10626407" y="5346700"/>
                </a:lnTo>
                <a:lnTo>
                  <a:pt x="10626483" y="254000"/>
                </a:lnTo>
                <a:lnTo>
                  <a:pt x="10626178" y="241299"/>
                </a:lnTo>
                <a:lnTo>
                  <a:pt x="10661319" y="241299"/>
                </a:lnTo>
                <a:lnTo>
                  <a:pt x="10661319" y="5346700"/>
                </a:lnTo>
                <a:close/>
              </a:path>
              <a:path w="10661650" h="5600700">
                <a:moveTo>
                  <a:pt x="36677" y="5372100"/>
                </a:moveTo>
                <a:lnTo>
                  <a:pt x="1257" y="5372100"/>
                </a:lnTo>
                <a:lnTo>
                  <a:pt x="673" y="5359400"/>
                </a:lnTo>
                <a:lnTo>
                  <a:pt x="254" y="5346700"/>
                </a:lnTo>
                <a:lnTo>
                  <a:pt x="35115" y="5346700"/>
                </a:lnTo>
                <a:lnTo>
                  <a:pt x="35509" y="5359400"/>
                </a:lnTo>
                <a:lnTo>
                  <a:pt x="35979" y="5359400"/>
                </a:lnTo>
                <a:lnTo>
                  <a:pt x="36677" y="5372100"/>
                </a:lnTo>
                <a:close/>
              </a:path>
              <a:path w="10661650" h="5600700">
                <a:moveTo>
                  <a:pt x="10660062" y="5372100"/>
                </a:moveTo>
                <a:lnTo>
                  <a:pt x="10624642" y="5372100"/>
                </a:lnTo>
                <a:lnTo>
                  <a:pt x="10625340" y="5359400"/>
                </a:lnTo>
                <a:lnTo>
                  <a:pt x="10625810" y="5359400"/>
                </a:lnTo>
                <a:lnTo>
                  <a:pt x="10626204" y="5346700"/>
                </a:lnTo>
                <a:lnTo>
                  <a:pt x="10661065" y="5346700"/>
                </a:lnTo>
                <a:lnTo>
                  <a:pt x="10660646" y="5359400"/>
                </a:lnTo>
                <a:lnTo>
                  <a:pt x="10660062" y="5372100"/>
                </a:lnTo>
                <a:close/>
              </a:path>
              <a:path w="10661650" h="5600700">
                <a:moveTo>
                  <a:pt x="38404" y="5384800"/>
                </a:moveTo>
                <a:lnTo>
                  <a:pt x="2908" y="5384800"/>
                </a:lnTo>
                <a:lnTo>
                  <a:pt x="2006" y="5372100"/>
                </a:lnTo>
                <a:lnTo>
                  <a:pt x="37401" y="5372100"/>
                </a:lnTo>
                <a:lnTo>
                  <a:pt x="38404" y="5384800"/>
                </a:lnTo>
                <a:close/>
              </a:path>
              <a:path w="10661650" h="5600700">
                <a:moveTo>
                  <a:pt x="10658411" y="5384800"/>
                </a:moveTo>
                <a:lnTo>
                  <a:pt x="10622915" y="5384800"/>
                </a:lnTo>
                <a:lnTo>
                  <a:pt x="10623918" y="5372100"/>
                </a:lnTo>
                <a:lnTo>
                  <a:pt x="10659313" y="5372100"/>
                </a:lnTo>
                <a:lnTo>
                  <a:pt x="10658411" y="5384800"/>
                </a:lnTo>
                <a:close/>
              </a:path>
              <a:path w="10661650" h="5600700">
                <a:moveTo>
                  <a:pt x="41986" y="5397500"/>
                </a:moveTo>
                <a:lnTo>
                  <a:pt x="5207" y="5397500"/>
                </a:lnTo>
                <a:lnTo>
                  <a:pt x="3975" y="5384800"/>
                </a:lnTo>
                <a:lnTo>
                  <a:pt x="40563" y="5384800"/>
                </a:lnTo>
                <a:lnTo>
                  <a:pt x="41986" y="5397500"/>
                </a:lnTo>
                <a:close/>
              </a:path>
              <a:path w="10661650" h="5600700">
                <a:moveTo>
                  <a:pt x="10656112" y="5397500"/>
                </a:moveTo>
                <a:lnTo>
                  <a:pt x="10619333" y="5397500"/>
                </a:lnTo>
                <a:lnTo>
                  <a:pt x="10620756" y="5384800"/>
                </a:lnTo>
                <a:lnTo>
                  <a:pt x="10657344" y="5384800"/>
                </a:lnTo>
                <a:lnTo>
                  <a:pt x="10656112" y="5397500"/>
                </a:lnTo>
                <a:close/>
              </a:path>
              <a:path w="10661650" h="5600700">
                <a:moveTo>
                  <a:pt x="45034" y="5410200"/>
                </a:moveTo>
                <a:lnTo>
                  <a:pt x="8115" y="5410200"/>
                </a:lnTo>
                <a:lnTo>
                  <a:pt x="6578" y="5397500"/>
                </a:lnTo>
                <a:lnTo>
                  <a:pt x="43332" y="5397500"/>
                </a:lnTo>
                <a:lnTo>
                  <a:pt x="45034" y="5410200"/>
                </a:lnTo>
                <a:close/>
              </a:path>
              <a:path w="10661650" h="5600700">
                <a:moveTo>
                  <a:pt x="10653204" y="5410200"/>
                </a:moveTo>
                <a:lnTo>
                  <a:pt x="10616285" y="5410200"/>
                </a:lnTo>
                <a:lnTo>
                  <a:pt x="10617987" y="5397500"/>
                </a:lnTo>
                <a:lnTo>
                  <a:pt x="10654741" y="5397500"/>
                </a:lnTo>
                <a:lnTo>
                  <a:pt x="10653204" y="5410200"/>
                </a:lnTo>
                <a:close/>
              </a:path>
              <a:path w="10661650" h="5600700">
                <a:moveTo>
                  <a:pt x="48666" y="5422900"/>
                </a:moveTo>
                <a:lnTo>
                  <a:pt x="11658" y="5422900"/>
                </a:lnTo>
                <a:lnTo>
                  <a:pt x="9791" y="5410200"/>
                </a:lnTo>
                <a:lnTo>
                  <a:pt x="44843" y="5410200"/>
                </a:lnTo>
                <a:lnTo>
                  <a:pt x="48666" y="5422900"/>
                </a:lnTo>
                <a:close/>
              </a:path>
              <a:path w="10661650" h="5600700">
                <a:moveTo>
                  <a:pt x="10649661" y="5422900"/>
                </a:moveTo>
                <a:lnTo>
                  <a:pt x="10612653" y="5422900"/>
                </a:lnTo>
                <a:lnTo>
                  <a:pt x="10616476" y="5410200"/>
                </a:lnTo>
                <a:lnTo>
                  <a:pt x="10651528" y="5410200"/>
                </a:lnTo>
                <a:lnTo>
                  <a:pt x="10649661" y="5422900"/>
                </a:lnTo>
                <a:close/>
              </a:path>
              <a:path w="10661650" h="5600700">
                <a:moveTo>
                  <a:pt x="101193" y="5499100"/>
                </a:moveTo>
                <a:lnTo>
                  <a:pt x="51663" y="5499100"/>
                </a:lnTo>
                <a:lnTo>
                  <a:pt x="44411" y="5486400"/>
                </a:lnTo>
                <a:lnTo>
                  <a:pt x="25603" y="5448300"/>
                </a:lnTo>
                <a:lnTo>
                  <a:pt x="15722" y="5422900"/>
                </a:lnTo>
                <a:lnTo>
                  <a:pt x="52387" y="5422900"/>
                </a:lnTo>
                <a:lnTo>
                  <a:pt x="57251" y="5435600"/>
                </a:lnTo>
                <a:lnTo>
                  <a:pt x="56883" y="5435600"/>
                </a:lnTo>
                <a:lnTo>
                  <a:pt x="62255" y="5448300"/>
                </a:lnTo>
                <a:lnTo>
                  <a:pt x="61848" y="5448300"/>
                </a:lnTo>
                <a:lnTo>
                  <a:pt x="67703" y="5461000"/>
                </a:lnTo>
                <a:lnTo>
                  <a:pt x="73113" y="5461000"/>
                </a:lnTo>
                <a:lnTo>
                  <a:pt x="79882" y="5473700"/>
                </a:lnTo>
                <a:lnTo>
                  <a:pt x="79387" y="5473700"/>
                </a:lnTo>
                <a:lnTo>
                  <a:pt x="86601" y="5486400"/>
                </a:lnTo>
                <a:lnTo>
                  <a:pt x="93154" y="5486400"/>
                </a:lnTo>
                <a:lnTo>
                  <a:pt x="101193" y="5499100"/>
                </a:lnTo>
                <a:close/>
              </a:path>
              <a:path w="10661650" h="5600700">
                <a:moveTo>
                  <a:pt x="10609656" y="5499100"/>
                </a:moveTo>
                <a:lnTo>
                  <a:pt x="10560126" y="5499100"/>
                </a:lnTo>
                <a:lnTo>
                  <a:pt x="10568165" y="5486400"/>
                </a:lnTo>
                <a:lnTo>
                  <a:pt x="10574718" y="5486400"/>
                </a:lnTo>
                <a:lnTo>
                  <a:pt x="10581932" y="5473700"/>
                </a:lnTo>
                <a:lnTo>
                  <a:pt x="10581436" y="5473700"/>
                </a:lnTo>
                <a:lnTo>
                  <a:pt x="10588205" y="5461000"/>
                </a:lnTo>
                <a:lnTo>
                  <a:pt x="10593616" y="5461000"/>
                </a:lnTo>
                <a:lnTo>
                  <a:pt x="10599470" y="5448300"/>
                </a:lnTo>
                <a:lnTo>
                  <a:pt x="10599064" y="5448300"/>
                </a:lnTo>
                <a:lnTo>
                  <a:pt x="10604436" y="5435600"/>
                </a:lnTo>
                <a:lnTo>
                  <a:pt x="10604068" y="5435600"/>
                </a:lnTo>
                <a:lnTo>
                  <a:pt x="10608932" y="5422900"/>
                </a:lnTo>
                <a:lnTo>
                  <a:pt x="10645597" y="5422900"/>
                </a:lnTo>
                <a:lnTo>
                  <a:pt x="10629963" y="5461000"/>
                </a:lnTo>
                <a:lnTo>
                  <a:pt x="10616907" y="5486400"/>
                </a:lnTo>
                <a:lnTo>
                  <a:pt x="10609656" y="5499100"/>
                </a:lnTo>
                <a:close/>
              </a:path>
              <a:path w="10661650" h="5600700">
                <a:moveTo>
                  <a:pt x="143814" y="5537200"/>
                </a:moveTo>
                <a:lnTo>
                  <a:pt x="85255" y="5537200"/>
                </a:lnTo>
                <a:lnTo>
                  <a:pt x="76212" y="5524500"/>
                </a:lnTo>
                <a:lnTo>
                  <a:pt x="67589" y="5511800"/>
                </a:lnTo>
                <a:lnTo>
                  <a:pt x="59397" y="5499100"/>
                </a:lnTo>
                <a:lnTo>
                  <a:pt x="100609" y="5499100"/>
                </a:lnTo>
                <a:lnTo>
                  <a:pt x="109042" y="5511800"/>
                </a:lnTo>
                <a:lnTo>
                  <a:pt x="116611" y="5511800"/>
                </a:lnTo>
                <a:lnTo>
                  <a:pt x="125780" y="5524500"/>
                </a:lnTo>
                <a:lnTo>
                  <a:pt x="133946" y="5524500"/>
                </a:lnTo>
                <a:lnTo>
                  <a:pt x="143814" y="5537200"/>
                </a:lnTo>
                <a:close/>
              </a:path>
              <a:path w="10661650" h="5600700">
                <a:moveTo>
                  <a:pt x="10576064" y="5537200"/>
                </a:moveTo>
                <a:lnTo>
                  <a:pt x="10517505" y="5537200"/>
                </a:lnTo>
                <a:lnTo>
                  <a:pt x="10527372" y="5524500"/>
                </a:lnTo>
                <a:lnTo>
                  <a:pt x="10535539" y="5524500"/>
                </a:lnTo>
                <a:lnTo>
                  <a:pt x="10544708" y="5511800"/>
                </a:lnTo>
                <a:lnTo>
                  <a:pt x="10552277" y="5511800"/>
                </a:lnTo>
                <a:lnTo>
                  <a:pt x="10560710" y="5499100"/>
                </a:lnTo>
                <a:lnTo>
                  <a:pt x="10601921" y="5499100"/>
                </a:lnTo>
                <a:lnTo>
                  <a:pt x="10593730" y="5511800"/>
                </a:lnTo>
                <a:lnTo>
                  <a:pt x="10585119" y="5524500"/>
                </a:lnTo>
                <a:lnTo>
                  <a:pt x="10576064" y="5537200"/>
                </a:lnTo>
                <a:close/>
              </a:path>
              <a:path w="10661650" h="5600700">
                <a:moveTo>
                  <a:pt x="172999" y="5549900"/>
                </a:moveTo>
                <a:lnTo>
                  <a:pt x="104533" y="5549900"/>
                </a:lnTo>
                <a:lnTo>
                  <a:pt x="94703" y="5537200"/>
                </a:lnTo>
                <a:lnTo>
                  <a:pt x="162229" y="5537200"/>
                </a:lnTo>
                <a:lnTo>
                  <a:pt x="172999" y="5549900"/>
                </a:lnTo>
                <a:close/>
              </a:path>
              <a:path w="10661650" h="5600700">
                <a:moveTo>
                  <a:pt x="10556786" y="5549900"/>
                </a:moveTo>
                <a:lnTo>
                  <a:pt x="10488320" y="5549900"/>
                </a:lnTo>
                <a:lnTo>
                  <a:pt x="10499090" y="5537200"/>
                </a:lnTo>
                <a:lnTo>
                  <a:pt x="10566615" y="5537200"/>
                </a:lnTo>
                <a:lnTo>
                  <a:pt x="10556786" y="5549900"/>
                </a:lnTo>
                <a:close/>
              </a:path>
              <a:path w="10661650" h="5600700">
                <a:moveTo>
                  <a:pt x="198856" y="5562600"/>
                </a:moveTo>
                <a:lnTo>
                  <a:pt x="125310" y="5562600"/>
                </a:lnTo>
                <a:lnTo>
                  <a:pt x="114744" y="5549900"/>
                </a:lnTo>
                <a:lnTo>
                  <a:pt x="193116" y="5549900"/>
                </a:lnTo>
                <a:lnTo>
                  <a:pt x="198856" y="5562600"/>
                </a:lnTo>
                <a:close/>
              </a:path>
              <a:path w="10661650" h="5600700">
                <a:moveTo>
                  <a:pt x="10536008" y="5562600"/>
                </a:moveTo>
                <a:lnTo>
                  <a:pt x="10462463" y="5562600"/>
                </a:lnTo>
                <a:lnTo>
                  <a:pt x="10468203" y="5549900"/>
                </a:lnTo>
                <a:lnTo>
                  <a:pt x="10546575" y="5549900"/>
                </a:lnTo>
                <a:lnTo>
                  <a:pt x="10536008" y="5562600"/>
                </a:lnTo>
                <a:close/>
              </a:path>
              <a:path w="10661650" h="5600700">
                <a:moveTo>
                  <a:pt x="10513860" y="5575300"/>
                </a:moveTo>
                <a:lnTo>
                  <a:pt x="147459" y="5575300"/>
                </a:lnTo>
                <a:lnTo>
                  <a:pt x="136220" y="5562600"/>
                </a:lnTo>
                <a:lnTo>
                  <a:pt x="10525099" y="5562600"/>
                </a:lnTo>
                <a:lnTo>
                  <a:pt x="10513860" y="5575300"/>
                </a:lnTo>
                <a:close/>
              </a:path>
              <a:path w="10661650" h="5600700">
                <a:moveTo>
                  <a:pt x="10490479" y="5588000"/>
                </a:moveTo>
                <a:lnTo>
                  <a:pt x="170840" y="5588000"/>
                </a:lnTo>
                <a:lnTo>
                  <a:pt x="159004" y="5575300"/>
                </a:lnTo>
                <a:lnTo>
                  <a:pt x="10502315" y="5575300"/>
                </a:lnTo>
                <a:lnTo>
                  <a:pt x="10490479" y="5588000"/>
                </a:lnTo>
                <a:close/>
              </a:path>
              <a:path w="10661650" h="5600700">
                <a:moveTo>
                  <a:pt x="10453395" y="5600700"/>
                </a:moveTo>
                <a:lnTo>
                  <a:pt x="207924" y="5600700"/>
                </a:lnTo>
                <a:lnTo>
                  <a:pt x="201587" y="5588000"/>
                </a:lnTo>
                <a:lnTo>
                  <a:pt x="10459732" y="5588000"/>
                </a:lnTo>
                <a:lnTo>
                  <a:pt x="10453395" y="5600700"/>
                </a:lnTo>
                <a:close/>
              </a:path>
            </a:pathLst>
          </a:custGeom>
          <a:solidFill>
            <a:srgbClr val="36A9E0"/>
          </a:solidFill>
        </p:spPr>
        <p:txBody>
          <a:bodyPr wrap="square" lIns="0" tIns="0" rIns="0" bIns="0" rtlCol="0"/>
          <a:lstStyle/>
          <a:p/>
        </p:txBody>
      </p:sp>
      <p:sp>
        <p:nvSpPr>
          <p:cNvPr id="2" name="标题 1"/>
          <p:cNvSpPr>
            <a:spLocks noGrp="1"/>
          </p:cNvSpPr>
          <p:nvPr>
            <p:ph type="title"/>
          </p:nvPr>
        </p:nvSpPr>
        <p:spPr>
          <a:xfrm>
            <a:off x="372887" y="581070"/>
            <a:ext cx="3096344" cy="857250"/>
          </a:xfrm>
        </p:spPr>
        <p:txBody>
          <a:bodyPr/>
          <a:lstStyle/>
          <a:p>
            <a:r>
              <a:rPr lang="zh-CN" altLang="en-US" dirty="0">
                <a:solidFill>
                  <a:srgbClr val="00B0F0"/>
                </a:solidFill>
              </a:rPr>
              <a:t>课后作业</a:t>
            </a:r>
            <a:endParaRPr lang="zh-CN" altLang="en-US" dirty="0">
              <a:solidFill>
                <a:srgbClr val="00B0F0"/>
              </a:solidFill>
            </a:endParaRPr>
          </a:p>
        </p:txBody>
      </p:sp>
      <p:sp>
        <p:nvSpPr>
          <p:cNvPr id="4" name="TextBox 3"/>
          <p:cNvSpPr txBox="1"/>
          <p:nvPr/>
        </p:nvSpPr>
        <p:spPr>
          <a:xfrm>
            <a:off x="395536" y="1304056"/>
            <a:ext cx="2792145" cy="3000821"/>
          </a:xfrm>
          <a:prstGeom prst="rect">
            <a:avLst/>
          </a:prstGeom>
          <a:noFill/>
        </p:spPr>
        <p:txBody>
          <a:bodyPr wrap="square" rtlCol="0">
            <a:spAutoFit/>
          </a:bodyPr>
          <a:lstStyle/>
          <a:p>
            <a:pPr>
              <a:lnSpc>
                <a:spcPct val="150000"/>
              </a:lnSpc>
            </a:pPr>
            <a:r>
              <a:rPr lang="en-US" altLang="zh-CN" dirty="0">
                <a:latin typeface="+mn-ea"/>
              </a:rPr>
              <a:t>1</a:t>
            </a:r>
            <a:r>
              <a:rPr lang="zh-CN" altLang="en-US" dirty="0">
                <a:latin typeface="+mn-ea"/>
              </a:rPr>
              <a:t>、把</a:t>
            </a:r>
            <a:r>
              <a:rPr lang="en-US" altLang="zh-CN" dirty="0">
                <a:latin typeface="+mn-ea"/>
              </a:rPr>
              <a:t>1</a:t>
            </a:r>
            <a:r>
              <a:rPr lang="zh-CN" altLang="en-US" dirty="0">
                <a:latin typeface="+mn-ea"/>
              </a:rPr>
              <a:t>平均分成</a:t>
            </a:r>
            <a:r>
              <a:rPr lang="en-US" altLang="zh-CN" dirty="0">
                <a:latin typeface="+mn-ea"/>
              </a:rPr>
              <a:t>3</a:t>
            </a:r>
            <a:r>
              <a:rPr lang="zh-CN" altLang="en-US" dirty="0">
                <a:latin typeface="+mn-ea"/>
              </a:rPr>
              <a:t>份，每份就是</a:t>
            </a:r>
            <a:r>
              <a:rPr lang="en-US" altLang="zh-CN" dirty="0">
                <a:latin typeface="+mn-ea"/>
              </a:rPr>
              <a:t>1/3</a:t>
            </a:r>
            <a:r>
              <a:rPr lang="zh-CN" altLang="en-US" dirty="0">
                <a:latin typeface="+mn-ea"/>
              </a:rPr>
              <a:t>，即</a:t>
            </a:r>
            <a:r>
              <a:rPr lang="en-US" altLang="zh-CN" dirty="0">
                <a:latin typeface="+mn-ea"/>
              </a:rPr>
              <a:t>0.3</a:t>
            </a:r>
            <a:r>
              <a:rPr lang="zh-CN" altLang="en-US" dirty="0">
                <a:latin typeface="+mn-ea"/>
              </a:rPr>
              <a:t>，于是</a:t>
            </a:r>
            <a:r>
              <a:rPr lang="en-US" altLang="zh-CN" dirty="0">
                <a:latin typeface="+mn-ea"/>
              </a:rPr>
              <a:t>1</a:t>
            </a:r>
            <a:r>
              <a:rPr lang="zh-CN" altLang="en-US" dirty="0">
                <a:latin typeface="+mn-ea"/>
              </a:rPr>
              <a:t>（  ）</a:t>
            </a:r>
            <a:r>
              <a:rPr lang="en-US" altLang="zh-CN" dirty="0">
                <a:latin typeface="+mn-ea"/>
              </a:rPr>
              <a:t>0.9</a:t>
            </a:r>
            <a:r>
              <a:rPr lang="zh-CN" altLang="en-US" dirty="0">
                <a:latin typeface="+mn-ea"/>
              </a:rPr>
              <a:t>。</a:t>
            </a:r>
            <a:endParaRPr lang="en-US" altLang="zh-CN" dirty="0">
              <a:latin typeface="+mn-ea"/>
            </a:endParaRPr>
          </a:p>
          <a:p>
            <a:pPr marL="342900" indent="-342900">
              <a:lnSpc>
                <a:spcPct val="150000"/>
              </a:lnSpc>
              <a:buAutoNum type="alphaUcPeriod"/>
            </a:pPr>
            <a:r>
              <a:rPr lang="en-US" altLang="zh-CN" dirty="0">
                <a:latin typeface="+mn-ea"/>
              </a:rPr>
              <a:t>&gt;</a:t>
            </a:r>
            <a:endParaRPr lang="en-US" altLang="zh-CN" dirty="0">
              <a:latin typeface="+mn-ea"/>
            </a:endParaRPr>
          </a:p>
          <a:p>
            <a:pPr marL="342900" indent="-342900">
              <a:lnSpc>
                <a:spcPct val="150000"/>
              </a:lnSpc>
              <a:buAutoNum type="alphaUcPeriod"/>
            </a:pPr>
            <a:r>
              <a:rPr lang="en-US" altLang="zh-CN" dirty="0">
                <a:latin typeface="+mn-ea"/>
              </a:rPr>
              <a:t>&lt;</a:t>
            </a:r>
            <a:endParaRPr lang="en-US" altLang="zh-CN" dirty="0">
              <a:latin typeface="+mn-ea"/>
            </a:endParaRPr>
          </a:p>
          <a:p>
            <a:pPr marL="342900" indent="-342900">
              <a:lnSpc>
                <a:spcPct val="150000"/>
              </a:lnSpc>
              <a:buAutoNum type="alphaUcPeriod"/>
            </a:pPr>
            <a:r>
              <a:rPr lang="en-US" altLang="zh-CN" dirty="0">
                <a:latin typeface="+mn-ea"/>
              </a:rPr>
              <a:t>=</a:t>
            </a:r>
            <a:endParaRPr lang="en-US" altLang="zh-CN" dirty="0">
              <a:latin typeface="+mn-ea"/>
            </a:endParaRPr>
          </a:p>
          <a:p>
            <a:pPr marL="342900" indent="-342900">
              <a:lnSpc>
                <a:spcPct val="150000"/>
              </a:lnSpc>
              <a:buAutoNum type="alphaUcPeriod"/>
            </a:pPr>
            <a:r>
              <a:rPr lang="zh-CN" altLang="en-US" dirty="0">
                <a:latin typeface="+mn-ea"/>
              </a:rPr>
              <a:t>≠</a:t>
            </a:r>
            <a:endParaRPr lang="en-US" altLang="zh-CN" dirty="0">
              <a:latin typeface="+mn-ea"/>
            </a:endParaRPr>
          </a:p>
        </p:txBody>
      </p:sp>
      <p:sp>
        <p:nvSpPr>
          <p:cNvPr id="7" name="内容占位符 2"/>
          <p:cNvSpPr>
            <a:spLocks noGrp="1"/>
          </p:cNvSpPr>
          <p:nvPr>
            <p:ph idx="1"/>
          </p:nvPr>
        </p:nvSpPr>
        <p:spPr>
          <a:xfrm>
            <a:off x="3427597" y="574730"/>
            <a:ext cx="4936302" cy="1440160"/>
          </a:xfrm>
        </p:spPr>
        <p:txBody>
          <a:bodyPr/>
          <a:lstStyle/>
          <a:p>
            <a:pPr marL="0" indent="0">
              <a:buNone/>
            </a:pPr>
            <a:r>
              <a:rPr lang="en-US" altLang="zh-CN" sz="2000" dirty="0"/>
              <a:t>2</a:t>
            </a:r>
            <a:r>
              <a:rPr lang="zh-CN" altLang="en-US" sz="2000" dirty="0"/>
              <a:t>、阅读程序写结果。</a:t>
            </a:r>
            <a:endParaRPr lang="en-US" altLang="zh-CN" sz="2000" dirty="0"/>
          </a:p>
          <a:p>
            <a:pPr marL="0" indent="0">
              <a:buNone/>
            </a:pPr>
            <a:r>
              <a:rPr lang="zh-CN" altLang="en-US" sz="2000" dirty="0">
                <a:latin typeface="+mn-lt"/>
              </a:rPr>
              <a:t>        </a:t>
            </a:r>
            <a:r>
              <a:rPr lang="zh-CN" altLang="en-US" sz="2000" dirty="0"/>
              <a:t> </a:t>
            </a:r>
            <a:endParaRPr lang="en-US" altLang="zh-CN" sz="2000" dirty="0"/>
          </a:p>
          <a:p>
            <a:pPr marL="0" indent="0">
              <a:buNone/>
            </a:pPr>
            <a:r>
              <a:rPr lang="zh-CN" altLang="en-US" sz="2000" dirty="0"/>
              <a:t>         </a:t>
            </a:r>
            <a:endParaRPr lang="en-US" altLang="zh-CN" sz="2000" dirty="0"/>
          </a:p>
        </p:txBody>
      </p:sp>
      <p:sp>
        <p:nvSpPr>
          <p:cNvPr id="8" name="TextBox 7"/>
          <p:cNvSpPr txBox="1"/>
          <p:nvPr/>
        </p:nvSpPr>
        <p:spPr>
          <a:xfrm>
            <a:off x="6804248" y="1304056"/>
            <a:ext cx="1944216" cy="1477328"/>
          </a:xfrm>
          <a:prstGeom prst="rect">
            <a:avLst/>
          </a:prstGeom>
          <a:noFill/>
          <a:ln>
            <a:solidFill>
              <a:schemeClr val="tx1"/>
            </a:solidFill>
            <a:prstDash val="dash"/>
          </a:ln>
        </p:spPr>
        <p:txBody>
          <a:bodyPr wrap="square" rtlCol="0">
            <a:spAutoFit/>
          </a:bodyPr>
          <a:lstStyle/>
          <a:p>
            <a:r>
              <a:rPr lang="en-US" altLang="zh-CN" dirty="0"/>
              <a:t>        n     I    </a:t>
            </a:r>
            <a:r>
              <a:rPr lang="en-US" altLang="zh-CN" dirty="0" err="1"/>
              <a:t>ans</a:t>
            </a:r>
            <a:endParaRPr lang="en-US" altLang="zh-CN" dirty="0"/>
          </a:p>
          <a:p>
            <a:r>
              <a:rPr lang="en-US" altLang="zh-CN" dirty="0"/>
              <a:t>  ----------------------</a:t>
            </a:r>
            <a:endParaRPr lang="en-US" altLang="zh-CN" dirty="0"/>
          </a:p>
          <a:p>
            <a:endParaRPr lang="en-US" altLang="zh-CN" dirty="0"/>
          </a:p>
          <a:p>
            <a:endParaRPr lang="en-US" altLang="zh-CN" dirty="0"/>
          </a:p>
          <a:p>
            <a:endParaRPr lang="zh-CN" altLang="en-US" dirty="0"/>
          </a:p>
        </p:txBody>
      </p:sp>
      <p:sp>
        <p:nvSpPr>
          <p:cNvPr id="3" name="矩形 2"/>
          <p:cNvSpPr/>
          <p:nvPr/>
        </p:nvSpPr>
        <p:spPr>
          <a:xfrm>
            <a:off x="6426010" y="3995157"/>
            <a:ext cx="2093843" cy="646331"/>
          </a:xfrm>
          <a:prstGeom prst="rect">
            <a:avLst/>
          </a:prstGeom>
        </p:spPr>
        <p:txBody>
          <a:bodyPr wrap="none">
            <a:spAutoFit/>
          </a:bodyPr>
          <a:lstStyle/>
          <a:p>
            <a:r>
              <a:rPr lang="zh-CN" altLang="en-US" dirty="0"/>
              <a:t>输入： </a:t>
            </a:r>
            <a:r>
              <a:rPr lang="en-US" altLang="zh-CN" dirty="0"/>
              <a:t>10</a:t>
            </a:r>
            <a:endParaRPr lang="en-US" altLang="zh-CN" dirty="0"/>
          </a:p>
          <a:p>
            <a:r>
              <a:rPr lang="zh-CN" altLang="en-US" dirty="0"/>
              <a:t>输出</a:t>
            </a:r>
            <a:r>
              <a:rPr lang="en-US" altLang="zh-CN" dirty="0"/>
              <a:t>:____________</a:t>
            </a:r>
            <a:endParaRPr lang="zh-CN" altLang="en-US" dirty="0"/>
          </a:p>
        </p:txBody>
      </p:sp>
      <p:sp>
        <p:nvSpPr>
          <p:cNvPr id="6" name="TextBox 5"/>
          <p:cNvSpPr txBox="1"/>
          <p:nvPr/>
        </p:nvSpPr>
        <p:spPr>
          <a:xfrm>
            <a:off x="2169386" y="1563638"/>
            <a:ext cx="253596" cy="400110"/>
          </a:xfrm>
          <a:prstGeom prst="rect">
            <a:avLst/>
          </a:prstGeom>
          <a:noFill/>
        </p:spPr>
        <p:txBody>
          <a:bodyPr wrap="none" rtlCol="0">
            <a:spAutoFit/>
          </a:bodyPr>
          <a:lstStyle/>
          <a:p>
            <a:r>
              <a:rPr lang="en-US" altLang="zh-CN" sz="2000" b="1" dirty="0"/>
              <a:t>.</a:t>
            </a:r>
            <a:endParaRPr lang="zh-CN" altLang="en-US" sz="2000" b="1" dirty="0"/>
          </a:p>
        </p:txBody>
      </p:sp>
      <p:sp>
        <p:nvSpPr>
          <p:cNvPr id="12" name="TextBox 11"/>
          <p:cNvSpPr txBox="1"/>
          <p:nvPr/>
        </p:nvSpPr>
        <p:spPr>
          <a:xfrm>
            <a:off x="1475656" y="1995686"/>
            <a:ext cx="253596" cy="400110"/>
          </a:xfrm>
          <a:prstGeom prst="rect">
            <a:avLst/>
          </a:prstGeom>
          <a:noFill/>
        </p:spPr>
        <p:txBody>
          <a:bodyPr wrap="none" rtlCol="0">
            <a:spAutoFit/>
          </a:bodyPr>
          <a:lstStyle/>
          <a:p>
            <a:r>
              <a:rPr lang="en-US" altLang="zh-CN" sz="2000" b="1" dirty="0"/>
              <a:t>.</a:t>
            </a:r>
            <a:endParaRPr lang="zh-CN" altLang="en-US" sz="2000" b="1"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34613" y="1132348"/>
            <a:ext cx="2632507" cy="3539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wipe(down)">
                                      <p:cBhvr>
                                        <p:cTn id="12" dur="500"/>
                                        <p:tgtEl>
                                          <p:spTgt spid="102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down)">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wipe(down)">
                                      <p:cBhvr>
                                        <p:cTn id="20" dur="500"/>
                                        <p:tgtEl>
                                          <p:spTgt spid="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wipe(down)">
                                      <p:cBhvr>
                                        <p:cTn id="25" dur="500"/>
                                        <p:tgtEl>
                                          <p:spTgt spid="7">
                                            <p:txEl>
                                              <p:pRg st="2" end="2"/>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down)">
                                      <p:cBhvr>
                                        <p:cTn id="28" dur="500"/>
                                        <p:tgtEl>
                                          <p:spTgt spid="8"/>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down)">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uild="p"/>
      <p:bldP spid="8"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31814" y="289190"/>
            <a:ext cx="9080372" cy="4543313"/>
          </a:xfrm>
          <a:custGeom>
            <a:avLst/>
            <a:gdLst/>
            <a:ahLst/>
            <a:cxnLst/>
            <a:rect l="l" t="t" r="r" b="b"/>
            <a:pathLst>
              <a:path w="10970260" h="5869305">
                <a:moveTo>
                  <a:pt x="10713720" y="5868924"/>
                </a:moveTo>
                <a:lnTo>
                  <a:pt x="256032" y="5868924"/>
                </a:lnTo>
                <a:lnTo>
                  <a:pt x="210025" y="5864912"/>
                </a:lnTo>
                <a:lnTo>
                  <a:pt x="166722" y="5853104"/>
                </a:lnTo>
                <a:lnTo>
                  <a:pt x="126844" y="5834224"/>
                </a:lnTo>
                <a:lnTo>
                  <a:pt x="91115" y="5808994"/>
                </a:lnTo>
                <a:lnTo>
                  <a:pt x="60258" y="5778137"/>
                </a:lnTo>
                <a:lnTo>
                  <a:pt x="34995" y="5742375"/>
                </a:lnTo>
                <a:lnTo>
                  <a:pt x="16049" y="5702432"/>
                </a:lnTo>
                <a:lnTo>
                  <a:pt x="4143" y="5659030"/>
                </a:lnTo>
                <a:lnTo>
                  <a:pt x="0" y="5612892"/>
                </a:lnTo>
                <a:lnTo>
                  <a:pt x="0" y="256031"/>
                </a:lnTo>
                <a:lnTo>
                  <a:pt x="4143" y="210194"/>
                </a:lnTo>
                <a:lnTo>
                  <a:pt x="16049" y="167018"/>
                </a:lnTo>
                <a:lnTo>
                  <a:pt x="34995" y="127225"/>
                </a:lnTo>
                <a:lnTo>
                  <a:pt x="60258" y="91539"/>
                </a:lnTo>
                <a:lnTo>
                  <a:pt x="91115" y="60681"/>
                </a:lnTo>
                <a:lnTo>
                  <a:pt x="126844" y="35376"/>
                </a:lnTo>
                <a:lnTo>
                  <a:pt x="166722" y="16345"/>
                </a:lnTo>
                <a:lnTo>
                  <a:pt x="210025" y="4312"/>
                </a:lnTo>
                <a:lnTo>
                  <a:pt x="256032" y="0"/>
                </a:lnTo>
                <a:lnTo>
                  <a:pt x="10713720" y="0"/>
                </a:lnTo>
                <a:lnTo>
                  <a:pt x="10759726" y="4312"/>
                </a:lnTo>
                <a:lnTo>
                  <a:pt x="10803029" y="16345"/>
                </a:lnTo>
                <a:lnTo>
                  <a:pt x="10842907" y="35376"/>
                </a:lnTo>
                <a:lnTo>
                  <a:pt x="10878636" y="60681"/>
                </a:lnTo>
                <a:lnTo>
                  <a:pt x="10909493" y="91539"/>
                </a:lnTo>
                <a:lnTo>
                  <a:pt x="10934756" y="127225"/>
                </a:lnTo>
                <a:lnTo>
                  <a:pt x="10953702" y="167018"/>
                </a:lnTo>
                <a:lnTo>
                  <a:pt x="10965608" y="210194"/>
                </a:lnTo>
                <a:lnTo>
                  <a:pt x="10969752" y="256031"/>
                </a:lnTo>
                <a:lnTo>
                  <a:pt x="10969752" y="5612892"/>
                </a:lnTo>
                <a:lnTo>
                  <a:pt x="10965608" y="5659030"/>
                </a:lnTo>
                <a:lnTo>
                  <a:pt x="10953702" y="5702432"/>
                </a:lnTo>
                <a:lnTo>
                  <a:pt x="10934756" y="5742375"/>
                </a:lnTo>
                <a:lnTo>
                  <a:pt x="10909493" y="5778137"/>
                </a:lnTo>
                <a:lnTo>
                  <a:pt x="10878636" y="5808994"/>
                </a:lnTo>
                <a:lnTo>
                  <a:pt x="10842907" y="5834224"/>
                </a:lnTo>
                <a:lnTo>
                  <a:pt x="10803029" y="5853104"/>
                </a:lnTo>
                <a:lnTo>
                  <a:pt x="10759726" y="5864912"/>
                </a:lnTo>
                <a:lnTo>
                  <a:pt x="10713720" y="5868924"/>
                </a:lnTo>
                <a:close/>
              </a:path>
            </a:pathLst>
          </a:custGeom>
          <a:solidFill>
            <a:srgbClr val="FFFFFF"/>
          </a:solidFill>
        </p:spPr>
        <p:txBody>
          <a:bodyPr wrap="square" lIns="0" tIns="0" rIns="0" bIns="0" rtlCol="0"/>
          <a:lstStyle/>
          <a:p>
            <a:endParaRPr dirty="0"/>
          </a:p>
        </p:txBody>
      </p:sp>
      <p:sp>
        <p:nvSpPr>
          <p:cNvPr id="8" name="object 3"/>
          <p:cNvSpPr/>
          <p:nvPr/>
        </p:nvSpPr>
        <p:spPr>
          <a:xfrm>
            <a:off x="107504" y="428533"/>
            <a:ext cx="8824928" cy="4335392"/>
          </a:xfrm>
          <a:custGeom>
            <a:avLst/>
            <a:gdLst/>
            <a:ahLst/>
            <a:cxnLst/>
            <a:rect l="l" t="t" r="r" b="b"/>
            <a:pathLst>
              <a:path w="10661650" h="5600700">
                <a:moveTo>
                  <a:pt x="10490479" y="12699"/>
                </a:moveTo>
                <a:lnTo>
                  <a:pt x="170840" y="12699"/>
                </a:lnTo>
                <a:lnTo>
                  <a:pt x="182841" y="0"/>
                </a:lnTo>
                <a:lnTo>
                  <a:pt x="10478477" y="0"/>
                </a:lnTo>
                <a:lnTo>
                  <a:pt x="10490479" y="12699"/>
                </a:lnTo>
                <a:close/>
              </a:path>
              <a:path w="10661650" h="5600700">
                <a:moveTo>
                  <a:pt x="10513860" y="25399"/>
                </a:moveTo>
                <a:lnTo>
                  <a:pt x="147459" y="25399"/>
                </a:lnTo>
                <a:lnTo>
                  <a:pt x="159004" y="12699"/>
                </a:lnTo>
                <a:lnTo>
                  <a:pt x="10502315" y="12699"/>
                </a:lnTo>
                <a:lnTo>
                  <a:pt x="10513860" y="25399"/>
                </a:lnTo>
                <a:close/>
              </a:path>
              <a:path w="10661650" h="5600700">
                <a:moveTo>
                  <a:pt x="172211" y="50799"/>
                </a:moveTo>
                <a:lnTo>
                  <a:pt x="104533" y="50799"/>
                </a:lnTo>
                <a:lnTo>
                  <a:pt x="114744" y="38099"/>
                </a:lnTo>
                <a:lnTo>
                  <a:pt x="125310" y="25399"/>
                </a:lnTo>
                <a:lnTo>
                  <a:pt x="226250" y="25399"/>
                </a:lnTo>
                <a:lnTo>
                  <a:pt x="220243" y="38099"/>
                </a:lnTo>
                <a:lnTo>
                  <a:pt x="183248" y="38099"/>
                </a:lnTo>
                <a:lnTo>
                  <a:pt x="172211" y="50799"/>
                </a:lnTo>
                <a:close/>
              </a:path>
              <a:path w="10661650" h="5600700">
                <a:moveTo>
                  <a:pt x="10556786" y="50799"/>
                </a:moveTo>
                <a:lnTo>
                  <a:pt x="10489107" y="50799"/>
                </a:lnTo>
                <a:lnTo>
                  <a:pt x="10478071" y="38099"/>
                </a:lnTo>
                <a:lnTo>
                  <a:pt x="10441076" y="38099"/>
                </a:lnTo>
                <a:lnTo>
                  <a:pt x="10435069" y="25399"/>
                </a:lnTo>
                <a:lnTo>
                  <a:pt x="10536008" y="25399"/>
                </a:lnTo>
                <a:lnTo>
                  <a:pt x="10546575" y="38099"/>
                </a:lnTo>
                <a:lnTo>
                  <a:pt x="10556786" y="50799"/>
                </a:lnTo>
                <a:close/>
              </a:path>
              <a:path w="10661650" h="5600700">
                <a:moveTo>
                  <a:pt x="125120" y="76199"/>
                </a:moveTo>
                <a:lnTo>
                  <a:pt x="76212" y="76199"/>
                </a:lnTo>
                <a:lnTo>
                  <a:pt x="85255" y="63499"/>
                </a:lnTo>
                <a:lnTo>
                  <a:pt x="94703" y="50799"/>
                </a:lnTo>
                <a:lnTo>
                  <a:pt x="153263" y="50799"/>
                </a:lnTo>
                <a:lnTo>
                  <a:pt x="143090" y="63499"/>
                </a:lnTo>
                <a:lnTo>
                  <a:pt x="134645" y="63499"/>
                </a:lnTo>
                <a:lnTo>
                  <a:pt x="125120" y="76199"/>
                </a:lnTo>
                <a:close/>
              </a:path>
              <a:path w="10661650" h="5600700">
                <a:moveTo>
                  <a:pt x="10585119" y="76199"/>
                </a:moveTo>
                <a:lnTo>
                  <a:pt x="10536199" y="76199"/>
                </a:lnTo>
                <a:lnTo>
                  <a:pt x="10526674" y="63499"/>
                </a:lnTo>
                <a:lnTo>
                  <a:pt x="10518228" y="63499"/>
                </a:lnTo>
                <a:lnTo>
                  <a:pt x="10508056" y="50799"/>
                </a:lnTo>
                <a:lnTo>
                  <a:pt x="10566615" y="50799"/>
                </a:lnTo>
                <a:lnTo>
                  <a:pt x="10576064" y="63499"/>
                </a:lnTo>
                <a:lnTo>
                  <a:pt x="10585119" y="76199"/>
                </a:lnTo>
                <a:close/>
              </a:path>
              <a:path w="10661650" h="5600700">
                <a:moveTo>
                  <a:pt x="86067" y="114299"/>
                </a:moveTo>
                <a:lnTo>
                  <a:pt x="44411" y="114299"/>
                </a:lnTo>
                <a:lnTo>
                  <a:pt x="51663" y="101599"/>
                </a:lnTo>
                <a:lnTo>
                  <a:pt x="59397" y="88899"/>
                </a:lnTo>
                <a:lnTo>
                  <a:pt x="67589" y="76199"/>
                </a:lnTo>
                <a:lnTo>
                  <a:pt x="117246" y="76199"/>
                </a:lnTo>
                <a:lnTo>
                  <a:pt x="108432" y="88899"/>
                </a:lnTo>
                <a:lnTo>
                  <a:pt x="101193" y="88899"/>
                </a:lnTo>
                <a:lnTo>
                  <a:pt x="93154" y="101599"/>
                </a:lnTo>
                <a:lnTo>
                  <a:pt x="93713" y="101599"/>
                </a:lnTo>
                <a:lnTo>
                  <a:pt x="86067" y="114299"/>
                </a:lnTo>
                <a:close/>
              </a:path>
              <a:path w="10661650" h="5600700">
                <a:moveTo>
                  <a:pt x="10616907" y="114299"/>
                </a:moveTo>
                <a:lnTo>
                  <a:pt x="10575251" y="114299"/>
                </a:lnTo>
                <a:lnTo>
                  <a:pt x="10567606" y="101599"/>
                </a:lnTo>
                <a:lnTo>
                  <a:pt x="10568165" y="101599"/>
                </a:lnTo>
                <a:lnTo>
                  <a:pt x="10560126" y="88899"/>
                </a:lnTo>
                <a:lnTo>
                  <a:pt x="10552887" y="88899"/>
                </a:lnTo>
                <a:lnTo>
                  <a:pt x="10544073" y="76199"/>
                </a:lnTo>
                <a:lnTo>
                  <a:pt x="10593730" y="76199"/>
                </a:lnTo>
                <a:lnTo>
                  <a:pt x="10601921" y="88899"/>
                </a:lnTo>
                <a:lnTo>
                  <a:pt x="10609656" y="101599"/>
                </a:lnTo>
                <a:lnTo>
                  <a:pt x="10616907" y="114299"/>
                </a:lnTo>
                <a:close/>
              </a:path>
              <a:path w="10661650" h="5600700">
                <a:moveTo>
                  <a:pt x="48374" y="177799"/>
                </a:moveTo>
                <a:lnTo>
                  <a:pt x="11658" y="177799"/>
                </a:lnTo>
                <a:lnTo>
                  <a:pt x="15722" y="165099"/>
                </a:lnTo>
                <a:lnTo>
                  <a:pt x="20383" y="152399"/>
                </a:lnTo>
                <a:lnTo>
                  <a:pt x="25603" y="139699"/>
                </a:lnTo>
                <a:lnTo>
                  <a:pt x="31356" y="126999"/>
                </a:lnTo>
                <a:lnTo>
                  <a:pt x="37630" y="114299"/>
                </a:lnTo>
                <a:lnTo>
                  <a:pt x="79882" y="114299"/>
                </a:lnTo>
                <a:lnTo>
                  <a:pt x="73113" y="126999"/>
                </a:lnTo>
                <a:lnTo>
                  <a:pt x="73583" y="126999"/>
                </a:lnTo>
                <a:lnTo>
                  <a:pt x="67259" y="139699"/>
                </a:lnTo>
                <a:lnTo>
                  <a:pt x="67703" y="139699"/>
                </a:lnTo>
                <a:lnTo>
                  <a:pt x="61848" y="152399"/>
                </a:lnTo>
                <a:lnTo>
                  <a:pt x="57251" y="152399"/>
                </a:lnTo>
                <a:lnTo>
                  <a:pt x="52387" y="165099"/>
                </a:lnTo>
                <a:lnTo>
                  <a:pt x="52717" y="165099"/>
                </a:lnTo>
                <a:lnTo>
                  <a:pt x="48374" y="177799"/>
                </a:lnTo>
                <a:close/>
              </a:path>
              <a:path w="10661650" h="5600700">
                <a:moveTo>
                  <a:pt x="10649661" y="177799"/>
                </a:moveTo>
                <a:lnTo>
                  <a:pt x="10612945" y="177799"/>
                </a:lnTo>
                <a:lnTo>
                  <a:pt x="10608602" y="165099"/>
                </a:lnTo>
                <a:lnTo>
                  <a:pt x="10608932" y="165099"/>
                </a:lnTo>
                <a:lnTo>
                  <a:pt x="10604068" y="152399"/>
                </a:lnTo>
                <a:lnTo>
                  <a:pt x="10599470" y="152399"/>
                </a:lnTo>
                <a:lnTo>
                  <a:pt x="10593616" y="139699"/>
                </a:lnTo>
                <a:lnTo>
                  <a:pt x="10594060" y="139699"/>
                </a:lnTo>
                <a:lnTo>
                  <a:pt x="10587736" y="126999"/>
                </a:lnTo>
                <a:lnTo>
                  <a:pt x="10588205" y="126999"/>
                </a:lnTo>
                <a:lnTo>
                  <a:pt x="10581436" y="114299"/>
                </a:lnTo>
                <a:lnTo>
                  <a:pt x="10623689" y="114299"/>
                </a:lnTo>
                <a:lnTo>
                  <a:pt x="10629963" y="126999"/>
                </a:lnTo>
                <a:lnTo>
                  <a:pt x="10635716" y="139699"/>
                </a:lnTo>
                <a:lnTo>
                  <a:pt x="10640936" y="152399"/>
                </a:lnTo>
                <a:lnTo>
                  <a:pt x="10645597" y="165099"/>
                </a:lnTo>
                <a:lnTo>
                  <a:pt x="10649661" y="177799"/>
                </a:lnTo>
                <a:close/>
              </a:path>
              <a:path w="10661650" h="5600700">
                <a:moveTo>
                  <a:pt x="44843" y="190499"/>
                </a:moveTo>
                <a:lnTo>
                  <a:pt x="8115" y="190499"/>
                </a:lnTo>
                <a:lnTo>
                  <a:pt x="9791" y="177799"/>
                </a:lnTo>
                <a:lnTo>
                  <a:pt x="48666" y="177799"/>
                </a:lnTo>
                <a:lnTo>
                  <a:pt x="44843" y="190499"/>
                </a:lnTo>
                <a:close/>
              </a:path>
              <a:path w="10661650" h="5600700">
                <a:moveTo>
                  <a:pt x="10653204" y="190499"/>
                </a:moveTo>
                <a:lnTo>
                  <a:pt x="10616476" y="190499"/>
                </a:lnTo>
                <a:lnTo>
                  <a:pt x="10612653" y="177799"/>
                </a:lnTo>
                <a:lnTo>
                  <a:pt x="10651528" y="177799"/>
                </a:lnTo>
                <a:lnTo>
                  <a:pt x="10653204" y="190499"/>
                </a:lnTo>
                <a:close/>
              </a:path>
              <a:path w="10661650" h="5600700">
                <a:moveTo>
                  <a:pt x="41884" y="203199"/>
                </a:moveTo>
                <a:lnTo>
                  <a:pt x="5207" y="203199"/>
                </a:lnTo>
                <a:lnTo>
                  <a:pt x="6578" y="190499"/>
                </a:lnTo>
                <a:lnTo>
                  <a:pt x="43446" y="190499"/>
                </a:lnTo>
                <a:lnTo>
                  <a:pt x="41884" y="203199"/>
                </a:lnTo>
                <a:close/>
              </a:path>
              <a:path w="10661650" h="5600700">
                <a:moveTo>
                  <a:pt x="10656112" y="203199"/>
                </a:moveTo>
                <a:lnTo>
                  <a:pt x="10619435" y="203199"/>
                </a:lnTo>
                <a:lnTo>
                  <a:pt x="10617873" y="190499"/>
                </a:lnTo>
                <a:lnTo>
                  <a:pt x="10654741" y="190499"/>
                </a:lnTo>
                <a:lnTo>
                  <a:pt x="10656112" y="203199"/>
                </a:lnTo>
                <a:close/>
              </a:path>
              <a:path w="10661650" h="5600700">
                <a:moveTo>
                  <a:pt x="38328" y="215899"/>
                </a:moveTo>
                <a:lnTo>
                  <a:pt x="2908" y="215899"/>
                </a:lnTo>
                <a:lnTo>
                  <a:pt x="3975" y="203199"/>
                </a:lnTo>
                <a:lnTo>
                  <a:pt x="39458" y="203199"/>
                </a:lnTo>
                <a:lnTo>
                  <a:pt x="38328" y="215899"/>
                </a:lnTo>
                <a:close/>
              </a:path>
              <a:path w="10661650" h="5600700">
                <a:moveTo>
                  <a:pt x="10658411" y="215899"/>
                </a:moveTo>
                <a:lnTo>
                  <a:pt x="10622991" y="215899"/>
                </a:lnTo>
                <a:lnTo>
                  <a:pt x="10621860" y="203199"/>
                </a:lnTo>
                <a:lnTo>
                  <a:pt x="10657344" y="203199"/>
                </a:lnTo>
                <a:lnTo>
                  <a:pt x="10658411" y="215899"/>
                </a:lnTo>
                <a:close/>
              </a:path>
              <a:path w="10661650" h="5600700">
                <a:moveTo>
                  <a:pt x="36626" y="228599"/>
                </a:moveTo>
                <a:lnTo>
                  <a:pt x="1257" y="228599"/>
                </a:lnTo>
                <a:lnTo>
                  <a:pt x="2006" y="215899"/>
                </a:lnTo>
                <a:lnTo>
                  <a:pt x="37465" y="215899"/>
                </a:lnTo>
                <a:lnTo>
                  <a:pt x="36626" y="228599"/>
                </a:lnTo>
                <a:close/>
              </a:path>
              <a:path w="10661650" h="5600700">
                <a:moveTo>
                  <a:pt x="10660062" y="228599"/>
                </a:moveTo>
                <a:lnTo>
                  <a:pt x="10624692" y="228599"/>
                </a:lnTo>
                <a:lnTo>
                  <a:pt x="10623854" y="215899"/>
                </a:lnTo>
                <a:lnTo>
                  <a:pt x="10659313" y="215899"/>
                </a:lnTo>
                <a:lnTo>
                  <a:pt x="10660062" y="228599"/>
                </a:lnTo>
                <a:close/>
              </a:path>
              <a:path w="10661650" h="5600700">
                <a:moveTo>
                  <a:pt x="35483" y="241299"/>
                </a:moveTo>
                <a:lnTo>
                  <a:pt x="254" y="241299"/>
                </a:lnTo>
                <a:lnTo>
                  <a:pt x="673" y="228599"/>
                </a:lnTo>
                <a:lnTo>
                  <a:pt x="36029" y="228599"/>
                </a:lnTo>
                <a:lnTo>
                  <a:pt x="35483" y="241299"/>
                </a:lnTo>
                <a:close/>
              </a:path>
              <a:path w="10661650" h="5600700">
                <a:moveTo>
                  <a:pt x="10661065" y="241299"/>
                </a:moveTo>
                <a:lnTo>
                  <a:pt x="10625836" y="241299"/>
                </a:lnTo>
                <a:lnTo>
                  <a:pt x="10625289" y="228599"/>
                </a:lnTo>
                <a:lnTo>
                  <a:pt x="10660646" y="228599"/>
                </a:lnTo>
                <a:lnTo>
                  <a:pt x="10661065" y="241299"/>
                </a:lnTo>
                <a:close/>
              </a:path>
              <a:path w="10661650" h="5600700">
                <a:moveTo>
                  <a:pt x="34912" y="5346700"/>
                </a:moveTo>
                <a:lnTo>
                  <a:pt x="0" y="5346700"/>
                </a:lnTo>
                <a:lnTo>
                  <a:pt x="0" y="241299"/>
                </a:lnTo>
                <a:lnTo>
                  <a:pt x="35140" y="241299"/>
                </a:lnTo>
                <a:lnTo>
                  <a:pt x="34899" y="253999"/>
                </a:lnTo>
                <a:lnTo>
                  <a:pt x="34912" y="5346700"/>
                </a:lnTo>
                <a:close/>
              </a:path>
              <a:path w="10661650" h="5600700">
                <a:moveTo>
                  <a:pt x="10661319" y="5346700"/>
                </a:moveTo>
                <a:lnTo>
                  <a:pt x="10626407" y="5346700"/>
                </a:lnTo>
                <a:lnTo>
                  <a:pt x="10626483" y="254000"/>
                </a:lnTo>
                <a:lnTo>
                  <a:pt x="10626178" y="241299"/>
                </a:lnTo>
                <a:lnTo>
                  <a:pt x="10661319" y="241299"/>
                </a:lnTo>
                <a:lnTo>
                  <a:pt x="10661319" y="5346700"/>
                </a:lnTo>
                <a:close/>
              </a:path>
              <a:path w="10661650" h="5600700">
                <a:moveTo>
                  <a:pt x="36677" y="5372100"/>
                </a:moveTo>
                <a:lnTo>
                  <a:pt x="1257" y="5372100"/>
                </a:lnTo>
                <a:lnTo>
                  <a:pt x="673" y="5359400"/>
                </a:lnTo>
                <a:lnTo>
                  <a:pt x="254" y="5346700"/>
                </a:lnTo>
                <a:lnTo>
                  <a:pt x="35115" y="5346700"/>
                </a:lnTo>
                <a:lnTo>
                  <a:pt x="35509" y="5359400"/>
                </a:lnTo>
                <a:lnTo>
                  <a:pt x="35979" y="5359400"/>
                </a:lnTo>
                <a:lnTo>
                  <a:pt x="36677" y="5372100"/>
                </a:lnTo>
                <a:close/>
              </a:path>
              <a:path w="10661650" h="5600700">
                <a:moveTo>
                  <a:pt x="10660062" y="5372100"/>
                </a:moveTo>
                <a:lnTo>
                  <a:pt x="10624642" y="5372100"/>
                </a:lnTo>
                <a:lnTo>
                  <a:pt x="10625340" y="5359400"/>
                </a:lnTo>
                <a:lnTo>
                  <a:pt x="10625810" y="5359400"/>
                </a:lnTo>
                <a:lnTo>
                  <a:pt x="10626204" y="5346700"/>
                </a:lnTo>
                <a:lnTo>
                  <a:pt x="10661065" y="5346700"/>
                </a:lnTo>
                <a:lnTo>
                  <a:pt x="10660646" y="5359400"/>
                </a:lnTo>
                <a:lnTo>
                  <a:pt x="10660062" y="5372100"/>
                </a:lnTo>
                <a:close/>
              </a:path>
              <a:path w="10661650" h="5600700">
                <a:moveTo>
                  <a:pt x="38404" y="5384800"/>
                </a:moveTo>
                <a:lnTo>
                  <a:pt x="2908" y="5384800"/>
                </a:lnTo>
                <a:lnTo>
                  <a:pt x="2006" y="5372100"/>
                </a:lnTo>
                <a:lnTo>
                  <a:pt x="37401" y="5372100"/>
                </a:lnTo>
                <a:lnTo>
                  <a:pt x="38404" y="5384800"/>
                </a:lnTo>
                <a:close/>
              </a:path>
              <a:path w="10661650" h="5600700">
                <a:moveTo>
                  <a:pt x="10658411" y="5384800"/>
                </a:moveTo>
                <a:lnTo>
                  <a:pt x="10622915" y="5384800"/>
                </a:lnTo>
                <a:lnTo>
                  <a:pt x="10623918" y="5372100"/>
                </a:lnTo>
                <a:lnTo>
                  <a:pt x="10659313" y="5372100"/>
                </a:lnTo>
                <a:lnTo>
                  <a:pt x="10658411" y="5384800"/>
                </a:lnTo>
                <a:close/>
              </a:path>
              <a:path w="10661650" h="5600700">
                <a:moveTo>
                  <a:pt x="41986" y="5397500"/>
                </a:moveTo>
                <a:lnTo>
                  <a:pt x="5207" y="5397500"/>
                </a:lnTo>
                <a:lnTo>
                  <a:pt x="3975" y="5384800"/>
                </a:lnTo>
                <a:lnTo>
                  <a:pt x="40563" y="5384800"/>
                </a:lnTo>
                <a:lnTo>
                  <a:pt x="41986" y="5397500"/>
                </a:lnTo>
                <a:close/>
              </a:path>
              <a:path w="10661650" h="5600700">
                <a:moveTo>
                  <a:pt x="10656112" y="5397500"/>
                </a:moveTo>
                <a:lnTo>
                  <a:pt x="10619333" y="5397500"/>
                </a:lnTo>
                <a:lnTo>
                  <a:pt x="10620756" y="5384800"/>
                </a:lnTo>
                <a:lnTo>
                  <a:pt x="10657344" y="5384800"/>
                </a:lnTo>
                <a:lnTo>
                  <a:pt x="10656112" y="5397500"/>
                </a:lnTo>
                <a:close/>
              </a:path>
              <a:path w="10661650" h="5600700">
                <a:moveTo>
                  <a:pt x="45034" y="5410200"/>
                </a:moveTo>
                <a:lnTo>
                  <a:pt x="8115" y="5410200"/>
                </a:lnTo>
                <a:lnTo>
                  <a:pt x="6578" y="5397500"/>
                </a:lnTo>
                <a:lnTo>
                  <a:pt x="43332" y="5397500"/>
                </a:lnTo>
                <a:lnTo>
                  <a:pt x="45034" y="5410200"/>
                </a:lnTo>
                <a:close/>
              </a:path>
              <a:path w="10661650" h="5600700">
                <a:moveTo>
                  <a:pt x="10653204" y="5410200"/>
                </a:moveTo>
                <a:lnTo>
                  <a:pt x="10616285" y="5410200"/>
                </a:lnTo>
                <a:lnTo>
                  <a:pt x="10617987" y="5397500"/>
                </a:lnTo>
                <a:lnTo>
                  <a:pt x="10654741" y="5397500"/>
                </a:lnTo>
                <a:lnTo>
                  <a:pt x="10653204" y="5410200"/>
                </a:lnTo>
                <a:close/>
              </a:path>
              <a:path w="10661650" h="5600700">
                <a:moveTo>
                  <a:pt x="48666" y="5422900"/>
                </a:moveTo>
                <a:lnTo>
                  <a:pt x="11658" y="5422900"/>
                </a:lnTo>
                <a:lnTo>
                  <a:pt x="9791" y="5410200"/>
                </a:lnTo>
                <a:lnTo>
                  <a:pt x="44843" y="5410200"/>
                </a:lnTo>
                <a:lnTo>
                  <a:pt x="48666" y="5422900"/>
                </a:lnTo>
                <a:close/>
              </a:path>
              <a:path w="10661650" h="5600700">
                <a:moveTo>
                  <a:pt x="10649661" y="5422900"/>
                </a:moveTo>
                <a:lnTo>
                  <a:pt x="10612653" y="5422900"/>
                </a:lnTo>
                <a:lnTo>
                  <a:pt x="10616476" y="5410200"/>
                </a:lnTo>
                <a:lnTo>
                  <a:pt x="10651528" y="5410200"/>
                </a:lnTo>
                <a:lnTo>
                  <a:pt x="10649661" y="5422900"/>
                </a:lnTo>
                <a:close/>
              </a:path>
              <a:path w="10661650" h="5600700">
                <a:moveTo>
                  <a:pt x="101193" y="5499100"/>
                </a:moveTo>
                <a:lnTo>
                  <a:pt x="51663" y="5499100"/>
                </a:lnTo>
                <a:lnTo>
                  <a:pt x="44411" y="5486400"/>
                </a:lnTo>
                <a:lnTo>
                  <a:pt x="25603" y="5448300"/>
                </a:lnTo>
                <a:lnTo>
                  <a:pt x="15722" y="5422900"/>
                </a:lnTo>
                <a:lnTo>
                  <a:pt x="52387" y="5422900"/>
                </a:lnTo>
                <a:lnTo>
                  <a:pt x="57251" y="5435600"/>
                </a:lnTo>
                <a:lnTo>
                  <a:pt x="56883" y="5435600"/>
                </a:lnTo>
                <a:lnTo>
                  <a:pt x="62255" y="5448300"/>
                </a:lnTo>
                <a:lnTo>
                  <a:pt x="61848" y="5448300"/>
                </a:lnTo>
                <a:lnTo>
                  <a:pt x="67703" y="5461000"/>
                </a:lnTo>
                <a:lnTo>
                  <a:pt x="73113" y="5461000"/>
                </a:lnTo>
                <a:lnTo>
                  <a:pt x="79882" y="5473700"/>
                </a:lnTo>
                <a:lnTo>
                  <a:pt x="79387" y="5473700"/>
                </a:lnTo>
                <a:lnTo>
                  <a:pt x="86601" y="5486400"/>
                </a:lnTo>
                <a:lnTo>
                  <a:pt x="93154" y="5486400"/>
                </a:lnTo>
                <a:lnTo>
                  <a:pt x="101193" y="5499100"/>
                </a:lnTo>
                <a:close/>
              </a:path>
              <a:path w="10661650" h="5600700">
                <a:moveTo>
                  <a:pt x="10609656" y="5499100"/>
                </a:moveTo>
                <a:lnTo>
                  <a:pt x="10560126" y="5499100"/>
                </a:lnTo>
                <a:lnTo>
                  <a:pt x="10568165" y="5486400"/>
                </a:lnTo>
                <a:lnTo>
                  <a:pt x="10574718" y="5486400"/>
                </a:lnTo>
                <a:lnTo>
                  <a:pt x="10581932" y="5473700"/>
                </a:lnTo>
                <a:lnTo>
                  <a:pt x="10581436" y="5473700"/>
                </a:lnTo>
                <a:lnTo>
                  <a:pt x="10588205" y="5461000"/>
                </a:lnTo>
                <a:lnTo>
                  <a:pt x="10593616" y="5461000"/>
                </a:lnTo>
                <a:lnTo>
                  <a:pt x="10599470" y="5448300"/>
                </a:lnTo>
                <a:lnTo>
                  <a:pt x="10599064" y="5448300"/>
                </a:lnTo>
                <a:lnTo>
                  <a:pt x="10604436" y="5435600"/>
                </a:lnTo>
                <a:lnTo>
                  <a:pt x="10604068" y="5435600"/>
                </a:lnTo>
                <a:lnTo>
                  <a:pt x="10608932" y="5422900"/>
                </a:lnTo>
                <a:lnTo>
                  <a:pt x="10645597" y="5422900"/>
                </a:lnTo>
                <a:lnTo>
                  <a:pt x="10629963" y="5461000"/>
                </a:lnTo>
                <a:lnTo>
                  <a:pt x="10616907" y="5486400"/>
                </a:lnTo>
                <a:lnTo>
                  <a:pt x="10609656" y="5499100"/>
                </a:lnTo>
                <a:close/>
              </a:path>
              <a:path w="10661650" h="5600700">
                <a:moveTo>
                  <a:pt x="143814" y="5537200"/>
                </a:moveTo>
                <a:lnTo>
                  <a:pt x="85255" y="5537200"/>
                </a:lnTo>
                <a:lnTo>
                  <a:pt x="76212" y="5524500"/>
                </a:lnTo>
                <a:lnTo>
                  <a:pt x="67589" y="5511800"/>
                </a:lnTo>
                <a:lnTo>
                  <a:pt x="59397" y="5499100"/>
                </a:lnTo>
                <a:lnTo>
                  <a:pt x="100609" y="5499100"/>
                </a:lnTo>
                <a:lnTo>
                  <a:pt x="109042" y="5511800"/>
                </a:lnTo>
                <a:lnTo>
                  <a:pt x="116611" y="5511800"/>
                </a:lnTo>
                <a:lnTo>
                  <a:pt x="125780" y="5524500"/>
                </a:lnTo>
                <a:lnTo>
                  <a:pt x="133946" y="5524500"/>
                </a:lnTo>
                <a:lnTo>
                  <a:pt x="143814" y="5537200"/>
                </a:lnTo>
                <a:close/>
              </a:path>
              <a:path w="10661650" h="5600700">
                <a:moveTo>
                  <a:pt x="10576064" y="5537200"/>
                </a:moveTo>
                <a:lnTo>
                  <a:pt x="10517505" y="5537200"/>
                </a:lnTo>
                <a:lnTo>
                  <a:pt x="10527372" y="5524500"/>
                </a:lnTo>
                <a:lnTo>
                  <a:pt x="10535539" y="5524500"/>
                </a:lnTo>
                <a:lnTo>
                  <a:pt x="10544708" y="5511800"/>
                </a:lnTo>
                <a:lnTo>
                  <a:pt x="10552277" y="5511800"/>
                </a:lnTo>
                <a:lnTo>
                  <a:pt x="10560710" y="5499100"/>
                </a:lnTo>
                <a:lnTo>
                  <a:pt x="10601921" y="5499100"/>
                </a:lnTo>
                <a:lnTo>
                  <a:pt x="10593730" y="5511800"/>
                </a:lnTo>
                <a:lnTo>
                  <a:pt x="10585119" y="5524500"/>
                </a:lnTo>
                <a:lnTo>
                  <a:pt x="10576064" y="5537200"/>
                </a:lnTo>
                <a:close/>
              </a:path>
              <a:path w="10661650" h="5600700">
                <a:moveTo>
                  <a:pt x="172999" y="5549900"/>
                </a:moveTo>
                <a:lnTo>
                  <a:pt x="104533" y="5549900"/>
                </a:lnTo>
                <a:lnTo>
                  <a:pt x="94703" y="5537200"/>
                </a:lnTo>
                <a:lnTo>
                  <a:pt x="162229" y="5537200"/>
                </a:lnTo>
                <a:lnTo>
                  <a:pt x="172999" y="5549900"/>
                </a:lnTo>
                <a:close/>
              </a:path>
              <a:path w="10661650" h="5600700">
                <a:moveTo>
                  <a:pt x="10556786" y="5549900"/>
                </a:moveTo>
                <a:lnTo>
                  <a:pt x="10488320" y="5549900"/>
                </a:lnTo>
                <a:lnTo>
                  <a:pt x="10499090" y="5537200"/>
                </a:lnTo>
                <a:lnTo>
                  <a:pt x="10566615" y="5537200"/>
                </a:lnTo>
                <a:lnTo>
                  <a:pt x="10556786" y="5549900"/>
                </a:lnTo>
                <a:close/>
              </a:path>
              <a:path w="10661650" h="5600700">
                <a:moveTo>
                  <a:pt x="198856" y="5562600"/>
                </a:moveTo>
                <a:lnTo>
                  <a:pt x="125310" y="5562600"/>
                </a:lnTo>
                <a:lnTo>
                  <a:pt x="114744" y="5549900"/>
                </a:lnTo>
                <a:lnTo>
                  <a:pt x="193116" y="5549900"/>
                </a:lnTo>
                <a:lnTo>
                  <a:pt x="198856" y="5562600"/>
                </a:lnTo>
                <a:close/>
              </a:path>
              <a:path w="10661650" h="5600700">
                <a:moveTo>
                  <a:pt x="10536008" y="5562600"/>
                </a:moveTo>
                <a:lnTo>
                  <a:pt x="10462463" y="5562600"/>
                </a:lnTo>
                <a:lnTo>
                  <a:pt x="10468203" y="5549900"/>
                </a:lnTo>
                <a:lnTo>
                  <a:pt x="10546575" y="5549900"/>
                </a:lnTo>
                <a:lnTo>
                  <a:pt x="10536008" y="5562600"/>
                </a:lnTo>
                <a:close/>
              </a:path>
              <a:path w="10661650" h="5600700">
                <a:moveTo>
                  <a:pt x="10513860" y="5575300"/>
                </a:moveTo>
                <a:lnTo>
                  <a:pt x="147459" y="5575300"/>
                </a:lnTo>
                <a:lnTo>
                  <a:pt x="136220" y="5562600"/>
                </a:lnTo>
                <a:lnTo>
                  <a:pt x="10525099" y="5562600"/>
                </a:lnTo>
                <a:lnTo>
                  <a:pt x="10513860" y="5575300"/>
                </a:lnTo>
                <a:close/>
              </a:path>
              <a:path w="10661650" h="5600700">
                <a:moveTo>
                  <a:pt x="10490479" y="5588000"/>
                </a:moveTo>
                <a:lnTo>
                  <a:pt x="170840" y="5588000"/>
                </a:lnTo>
                <a:lnTo>
                  <a:pt x="159004" y="5575300"/>
                </a:lnTo>
                <a:lnTo>
                  <a:pt x="10502315" y="5575300"/>
                </a:lnTo>
                <a:lnTo>
                  <a:pt x="10490479" y="5588000"/>
                </a:lnTo>
                <a:close/>
              </a:path>
              <a:path w="10661650" h="5600700">
                <a:moveTo>
                  <a:pt x="10453395" y="5600700"/>
                </a:moveTo>
                <a:lnTo>
                  <a:pt x="207924" y="5600700"/>
                </a:lnTo>
                <a:lnTo>
                  <a:pt x="201587" y="5588000"/>
                </a:lnTo>
                <a:lnTo>
                  <a:pt x="10459732" y="5588000"/>
                </a:lnTo>
                <a:lnTo>
                  <a:pt x="10453395" y="5600700"/>
                </a:lnTo>
                <a:close/>
              </a:path>
            </a:pathLst>
          </a:custGeom>
          <a:solidFill>
            <a:srgbClr val="36A9E0"/>
          </a:solidFill>
        </p:spPr>
        <p:txBody>
          <a:bodyPr wrap="square" lIns="0" tIns="0" rIns="0" bIns="0" rtlCol="0"/>
          <a:lstStyle/>
          <a:p/>
        </p:txBody>
      </p:sp>
      <p:sp>
        <p:nvSpPr>
          <p:cNvPr id="2" name="标题 1"/>
          <p:cNvSpPr>
            <a:spLocks noGrp="1"/>
          </p:cNvSpPr>
          <p:nvPr>
            <p:ph type="title"/>
          </p:nvPr>
        </p:nvSpPr>
        <p:spPr>
          <a:xfrm>
            <a:off x="14685" y="608894"/>
            <a:ext cx="4824536" cy="693540"/>
          </a:xfrm>
        </p:spPr>
        <p:txBody>
          <a:bodyPr/>
          <a:lstStyle/>
          <a:p>
            <a:r>
              <a:rPr lang="zh-CN" altLang="en-US" dirty="0">
                <a:solidFill>
                  <a:srgbClr val="00B0F0"/>
                </a:solidFill>
              </a:rPr>
              <a:t>课后作业</a:t>
            </a:r>
            <a:endParaRPr lang="zh-CN" altLang="en-US" dirty="0">
              <a:solidFill>
                <a:srgbClr val="00B0F0"/>
              </a:solidFill>
            </a:endParaRPr>
          </a:p>
        </p:txBody>
      </p:sp>
      <p:sp>
        <p:nvSpPr>
          <p:cNvPr id="6" name="内容占位符 2"/>
          <p:cNvSpPr txBox="1"/>
          <p:nvPr/>
        </p:nvSpPr>
        <p:spPr>
          <a:xfrm>
            <a:off x="755576" y="1267530"/>
            <a:ext cx="2808312" cy="338437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2400" b="1" kern="1200">
                <a:solidFill>
                  <a:schemeClr val="tx1"/>
                </a:solidFill>
                <a:latin typeface="仿宋" panose="02010609060101010101" pitchFamily="49" charset="-122"/>
                <a:ea typeface="仿宋"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000" b="1" kern="1200">
                <a:solidFill>
                  <a:schemeClr val="tx1"/>
                </a:solidFill>
                <a:latin typeface="仿宋" panose="02010609060101010101" pitchFamily="49" charset="-122"/>
                <a:ea typeface="仿宋"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1800" b="1" kern="1200">
                <a:solidFill>
                  <a:schemeClr val="tx1"/>
                </a:solidFill>
                <a:latin typeface="仿宋" panose="02010609060101010101" pitchFamily="49" charset="-122"/>
                <a:ea typeface="仿宋"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1600" b="1" kern="1200">
                <a:solidFill>
                  <a:schemeClr val="tx1"/>
                </a:solidFill>
                <a:latin typeface="仿宋" panose="02010609060101010101" pitchFamily="49" charset="-122"/>
                <a:ea typeface="仿宋"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1600" b="1" kern="1200">
                <a:solidFill>
                  <a:schemeClr val="tx1"/>
                </a:solidFill>
                <a:latin typeface="仿宋" panose="02010609060101010101" pitchFamily="49" charset="-122"/>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altLang="zh-CN" sz="2000" dirty="0">
                <a:solidFill>
                  <a:prstClr val="black"/>
                </a:solidFill>
                <a:latin typeface="+mn-ea"/>
                <a:ea typeface="+mn-ea"/>
              </a:rPr>
              <a:t>3</a:t>
            </a:r>
            <a:r>
              <a:rPr lang="zh-CN" altLang="en-US" sz="2000" dirty="0">
                <a:solidFill>
                  <a:prstClr val="black"/>
                </a:solidFill>
                <a:latin typeface="+mn-ea"/>
                <a:ea typeface="+mn-ea"/>
              </a:rPr>
              <a:t>、完善程序。</a:t>
            </a:r>
            <a:endParaRPr lang="en-US" altLang="zh-CN" sz="1800" dirty="0">
              <a:solidFill>
                <a:prstClr val="black"/>
              </a:solidFill>
              <a:latin typeface="+mn-ea"/>
              <a:ea typeface="+mn-ea"/>
            </a:endParaRPr>
          </a:p>
          <a:p>
            <a:pPr marL="0" indent="0">
              <a:buFont typeface="Arial" panose="020B0604020202020204" pitchFamily="34" charset="0"/>
              <a:buNone/>
            </a:pPr>
            <a:r>
              <a:rPr lang="zh-CN" altLang="en-US" sz="1800" b="0" dirty="0">
                <a:solidFill>
                  <a:prstClr val="black"/>
                </a:solidFill>
                <a:latin typeface="+mn-ea"/>
                <a:ea typeface="+mn-ea"/>
              </a:rPr>
              <a:t>输入一个浮点数，输出其小数的位数。</a:t>
            </a:r>
            <a:endParaRPr lang="en-US" altLang="zh-CN" sz="1800" b="0" dirty="0">
              <a:solidFill>
                <a:prstClr val="black"/>
              </a:solidFill>
              <a:latin typeface="+mn-ea"/>
              <a:ea typeface="+mn-ea"/>
            </a:endParaRPr>
          </a:p>
          <a:p>
            <a:pPr marL="0" indent="0">
              <a:buFont typeface="Arial" panose="020B0604020202020204" pitchFamily="34" charset="0"/>
              <a:buNone/>
            </a:pPr>
            <a:r>
              <a:rPr lang="en-US" altLang="zh-CN" sz="1800" b="0" dirty="0">
                <a:solidFill>
                  <a:prstClr val="black"/>
                </a:solidFill>
                <a:latin typeface="+mn-ea"/>
                <a:ea typeface="+mn-ea"/>
              </a:rPr>
              <a:t>(</a:t>
            </a:r>
            <a:r>
              <a:rPr lang="zh-CN" altLang="en-US" sz="1800" b="0" dirty="0">
                <a:solidFill>
                  <a:prstClr val="black"/>
                </a:solidFill>
                <a:latin typeface="+mn-ea"/>
                <a:ea typeface="+mn-ea"/>
              </a:rPr>
              <a:t>函数</a:t>
            </a:r>
            <a:r>
              <a:rPr lang="en-US" altLang="zh-CN" sz="1800" b="0" dirty="0" err="1">
                <a:solidFill>
                  <a:prstClr val="black"/>
                </a:solidFill>
                <a:latin typeface="+mn-ea"/>
                <a:ea typeface="+mn-ea"/>
              </a:rPr>
              <a:t>getchar</a:t>
            </a:r>
            <a:r>
              <a:rPr lang="en-US" altLang="zh-CN" sz="1800" b="0" dirty="0">
                <a:solidFill>
                  <a:prstClr val="black"/>
                </a:solidFill>
                <a:latin typeface="+mn-ea"/>
                <a:ea typeface="+mn-ea"/>
              </a:rPr>
              <a:t>()</a:t>
            </a:r>
            <a:r>
              <a:rPr lang="zh-CN" altLang="en-US" sz="1800" b="0" dirty="0">
                <a:solidFill>
                  <a:prstClr val="black"/>
                </a:solidFill>
                <a:latin typeface="+mn-ea"/>
                <a:ea typeface="+mn-ea"/>
              </a:rPr>
              <a:t>是从终端输入一个字符，函数</a:t>
            </a:r>
            <a:r>
              <a:rPr lang="en-US" altLang="zh-CN" sz="1800" b="0" dirty="0" err="1">
                <a:solidFill>
                  <a:prstClr val="black"/>
                </a:solidFill>
                <a:latin typeface="+mn-ea"/>
                <a:ea typeface="+mn-ea"/>
              </a:rPr>
              <a:t>putchar</a:t>
            </a:r>
            <a:r>
              <a:rPr lang="en-US" altLang="zh-CN" sz="1800" b="0" dirty="0">
                <a:solidFill>
                  <a:prstClr val="black"/>
                </a:solidFill>
                <a:latin typeface="+mn-ea"/>
                <a:ea typeface="+mn-ea"/>
              </a:rPr>
              <a:t>()</a:t>
            </a:r>
            <a:r>
              <a:rPr lang="zh-CN" altLang="en-US" sz="1800" b="0" dirty="0">
                <a:solidFill>
                  <a:prstClr val="black"/>
                </a:solidFill>
                <a:latin typeface="+mn-ea"/>
                <a:ea typeface="+mn-ea"/>
              </a:rPr>
              <a:t>是向终端输出一个字符。</a:t>
            </a:r>
            <a:r>
              <a:rPr lang="en-US" altLang="zh-CN" sz="1800" b="0" dirty="0">
                <a:solidFill>
                  <a:prstClr val="black"/>
                </a:solidFill>
                <a:latin typeface="+mn-ea"/>
                <a:ea typeface="+mn-ea"/>
              </a:rPr>
              <a:t>)</a:t>
            </a:r>
            <a:endParaRPr lang="en-US" altLang="zh-CN" sz="2000" b="0" dirty="0">
              <a:solidFill>
                <a:prstClr val="black"/>
              </a:solidFill>
              <a:latin typeface="+mn-ea"/>
              <a:ea typeface="+mn-ea"/>
            </a:endParaRPr>
          </a:p>
        </p:txBody>
      </p:sp>
      <p:sp>
        <p:nvSpPr>
          <p:cNvPr id="3" name="TextBox 2"/>
          <p:cNvSpPr txBox="1"/>
          <p:nvPr/>
        </p:nvSpPr>
        <p:spPr>
          <a:xfrm>
            <a:off x="423207" y="3959670"/>
            <a:ext cx="3140681" cy="645160"/>
          </a:xfrm>
          <a:prstGeom prst="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b="1" dirty="0">
                <a:solidFill>
                  <a:prstClr val="black"/>
                </a:solidFill>
                <a:latin typeface="宋体" panose="02010600030101010101" pitchFamily="2" charset="-122"/>
              </a:rPr>
              <a:t>注：所有程序作业，必须上机完成！</a:t>
            </a:r>
            <a:endParaRPr lang="zh-CN" altLang="en-US" b="1" dirty="0">
              <a:solidFill>
                <a:prstClr val="black"/>
              </a:solidFill>
              <a:latin typeface="宋体" panose="02010600030101010101" pitchFamily="2" charset="-122"/>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40853" y="713961"/>
            <a:ext cx="2880320" cy="382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wipe(down)">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
          <p:cNvSpPr/>
          <p:nvPr/>
        </p:nvSpPr>
        <p:spPr>
          <a:xfrm>
            <a:off x="4067943" y="313756"/>
            <a:ext cx="4012253" cy="2458678"/>
          </a:xfrm>
          <a:prstGeom prst="rect">
            <a:avLst/>
          </a:prstGeom>
          <a:blipFill>
            <a:blip r:embed="rId1" cstate="print"/>
            <a:stretch>
              <a:fillRect/>
            </a:stretch>
          </a:blipFill>
        </p:spPr>
        <p:txBody>
          <a:bodyPr wrap="square" lIns="0" tIns="0" rIns="0" bIns="0" rtlCol="0"/>
          <a:lstStyle/>
          <a:p/>
        </p:txBody>
      </p:sp>
      <p:sp>
        <p:nvSpPr>
          <p:cNvPr id="13" name="object 4"/>
          <p:cNvSpPr txBox="1">
            <a:spLocks noGrp="1"/>
          </p:cNvSpPr>
          <p:nvPr>
            <p:ph type="title"/>
          </p:nvPr>
        </p:nvSpPr>
        <p:spPr>
          <a:xfrm>
            <a:off x="4283968" y="915566"/>
            <a:ext cx="4012253" cy="1120820"/>
          </a:xfrm>
          <a:prstGeom prst="rect">
            <a:avLst/>
          </a:prstGeom>
        </p:spPr>
        <p:txBody>
          <a:bodyPr vert="horz" wrap="square" lIns="0" tIns="12700" rIns="0" bIns="0" rtlCol="0">
            <a:spAutoFit/>
          </a:bodyPr>
          <a:lstStyle/>
          <a:p>
            <a:pPr marL="12700">
              <a:lnSpc>
                <a:spcPct val="100000"/>
              </a:lnSpc>
              <a:spcBef>
                <a:spcPts val="100"/>
              </a:spcBef>
            </a:pPr>
            <a:r>
              <a:rPr sz="7200" dirty="0" err="1">
                <a:solidFill>
                  <a:srgbClr val="00B0F0"/>
                </a:solidFill>
              </a:rPr>
              <a:t>下课</a:t>
            </a:r>
            <a:r>
              <a:rPr lang="zh-CN" altLang="en-US" sz="7200" dirty="0">
                <a:solidFill>
                  <a:srgbClr val="00B0F0"/>
                </a:solidFill>
              </a:rPr>
              <a:t>啦</a:t>
            </a:r>
            <a:r>
              <a:rPr sz="7200" dirty="0">
                <a:solidFill>
                  <a:srgbClr val="00B0F0"/>
                </a:solidFill>
              </a:rPr>
              <a:t>！</a:t>
            </a:r>
            <a:endParaRPr sz="7200" dirty="0">
              <a:solidFill>
                <a:srgbClr val="00B0F0"/>
              </a:solidFill>
            </a:endParaRP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524" y="1744580"/>
            <a:ext cx="3697191" cy="3404285"/>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850</Words>
  <Application>WPS 演示</Application>
  <PresentationFormat>全屏显示(16:9)</PresentationFormat>
  <Paragraphs>81</Paragraphs>
  <Slides>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vt:i4>
      </vt:variant>
    </vt:vector>
  </HeadingPairs>
  <TitlesOfParts>
    <vt:vector size="19" baseType="lpstr">
      <vt:lpstr>Arial</vt:lpstr>
      <vt:lpstr>宋体</vt:lpstr>
      <vt:lpstr>Wingdings</vt:lpstr>
      <vt:lpstr>黑体</vt:lpstr>
      <vt:lpstr>仿宋</vt:lpstr>
      <vt:lpstr>微软雅黑</vt:lpstr>
      <vt:lpstr>楷体</vt:lpstr>
      <vt:lpstr>Calibri</vt:lpstr>
      <vt:lpstr>Times New Roman</vt:lpstr>
      <vt:lpstr>Arial Unicode MS</vt:lpstr>
      <vt:lpstr>Office 主题</vt:lpstr>
      <vt:lpstr>PowerPoint 演示文稿</vt:lpstr>
      <vt:lpstr>大大大——纯小数变整数</vt:lpstr>
      <vt:lpstr> </vt:lpstr>
      <vt:lpstr> </vt:lpstr>
      <vt:lpstr> </vt:lpstr>
      <vt:lpstr>课后作业</vt:lpstr>
      <vt:lpstr>课后作业</vt:lpstr>
      <vt:lpstr>下课啦！</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A_武壮体育</cp:lastModifiedBy>
  <cp:revision>99</cp:revision>
  <dcterms:created xsi:type="dcterms:W3CDTF">2018-07-03T13:24:00Z</dcterms:created>
  <dcterms:modified xsi:type="dcterms:W3CDTF">2021-06-27T02:47:34Z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62A58BCA9CB74C94B5ED3E5DA9A08C60</vt:lpwstr>
  </property>
  <property fmtid="{D5CDD505-2E9C-101B-9397-08002B2CF9AE}" pid="3" name="KSOProductBuildVer">
    <vt:lpwstr>2052-11.1.0.10577</vt:lpwstr>
  </property>
</Properties>
</file>