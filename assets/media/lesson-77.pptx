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6" r:id="rId5"/>
    <p:sldId id="297" r:id="rId6"/>
    <p:sldId id="298" r:id="rId7"/>
    <p:sldId id="294" r:id="rId8"/>
    <p:sldId id="295" r:id="rId9"/>
    <p:sldId id="293" r:id="rId10"/>
    <p:sldId id="288" r:id="rId11"/>
    <p:sldId id="280" r:id="rId12"/>
    <p:sldId id="299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猜猜乐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二分查找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568" y="67390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猜猜乐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二分查找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9678" y="1422550"/>
            <a:ext cx="5440680" cy="6451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小风和年年玩猜数字的游戏（</a:t>
            </a:r>
            <a:r>
              <a:rPr lang="en-US" altLang="zh-CN" dirty="0"/>
              <a:t>1--100</a:t>
            </a:r>
            <a:r>
              <a:rPr lang="zh-CN" altLang="en-US" dirty="0"/>
              <a:t>之间的整数）。</a:t>
            </a:r>
            <a:endParaRPr lang="en-US" altLang="zh-CN" dirty="0"/>
          </a:p>
          <a:p>
            <a:r>
              <a:rPr lang="zh-CN" altLang="en-US" dirty="0"/>
              <a:t>小风先选了一个数字写在纸上，年年用二分法去猜。</a:t>
            </a:r>
            <a:endParaRPr lang="zh-CN" altLang="en-US" dirty="0"/>
          </a:p>
        </p:txBody>
      </p:sp>
      <p:sp>
        <p:nvSpPr>
          <p:cNvPr id="7" name="AutoShape 1037"/>
          <p:cNvSpPr>
            <a:spLocks noChangeArrowheads="1"/>
          </p:cNvSpPr>
          <p:nvPr/>
        </p:nvSpPr>
        <p:spPr bwMode="auto">
          <a:xfrm>
            <a:off x="3009032" y="2283718"/>
            <a:ext cx="4076700" cy="209433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66675"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试编一程序，输入要猜的数，让计算机输出年年二分法猜数的过程。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4970" y="2068830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203598"/>
            <a:ext cx="3888432" cy="3391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741" y="2067694"/>
            <a:ext cx="1368152" cy="1067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51904"/>
            <a:ext cx="1368152" cy="1067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421" y="1623641"/>
            <a:ext cx="399097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51904"/>
            <a:ext cx="1368152" cy="1067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251" y="1059582"/>
            <a:ext cx="4308036" cy="3737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80617" y="738968"/>
            <a:ext cx="8229600" cy="40773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二分查找又称折半查找</a:t>
            </a:r>
            <a:endParaRPr lang="en-US" altLang="zh-CN" sz="2400" b="1" dirty="0">
              <a:solidFill>
                <a:srgbClr val="00B0F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被查找的数列必须是已经排好序的数列。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思路：对于给定值</a:t>
            </a:r>
            <a:r>
              <a:rPr lang="en-US" altLang="zh-CN" dirty="0"/>
              <a:t>n</a:t>
            </a:r>
            <a:r>
              <a:rPr lang="zh-CN" altLang="en-US" dirty="0"/>
              <a:t>，从数列的中间位置开始比较，如果当前位置值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      等于</a:t>
            </a:r>
            <a:r>
              <a:rPr lang="en-US" altLang="zh-CN" dirty="0"/>
              <a:t>n</a:t>
            </a:r>
            <a:r>
              <a:rPr lang="zh-CN" altLang="en-US" dirty="0"/>
              <a:t>，则查找成功；若</a:t>
            </a:r>
            <a:r>
              <a:rPr lang="en-US" altLang="zh-CN" dirty="0"/>
              <a:t>n</a:t>
            </a:r>
            <a:r>
              <a:rPr lang="zh-CN" altLang="en-US" dirty="0"/>
              <a:t>小于当前位置值，则在数列的前半段中继续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      查找；若</a:t>
            </a:r>
            <a:r>
              <a:rPr lang="en-US" altLang="zh-CN" dirty="0"/>
              <a:t>n</a:t>
            </a:r>
            <a:r>
              <a:rPr lang="zh-CN" altLang="en-US" dirty="0"/>
              <a:t>大于当前位置值，则在数列的后半段中继续查找。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      如果反复，直到找到或者找完整个数列为止。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937" y="3256518"/>
            <a:ext cx="1438175" cy="13980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548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47989"/>
            <a:ext cx="3434640" cy="4128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968" y="896969"/>
            <a:ext cx="2924175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6667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987574"/>
            <a:ext cx="711262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已知一个顺序表由</a:t>
            </a:r>
            <a:r>
              <a:rPr lang="en-US" altLang="zh-CN" sz="2000" dirty="0">
                <a:latin typeface="+mn-ea"/>
              </a:rPr>
              <a:t>512</a:t>
            </a:r>
            <a:r>
              <a:rPr lang="zh-CN" altLang="en-US" sz="2000" dirty="0">
                <a:latin typeface="+mn-ea"/>
              </a:rPr>
              <a:t>个从小到大排序的整数组成，若采用顺序查找算法，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最坏的</a:t>
            </a:r>
            <a:r>
              <a:rPr lang="zh-CN" altLang="en-US" sz="2000" dirty="0">
                <a:latin typeface="+mn-ea"/>
              </a:rPr>
              <a:t>情况下的查找次数是</a:t>
            </a:r>
            <a:r>
              <a:rPr lang="zh-CN" altLang="en-US" sz="2400" dirty="0">
                <a:latin typeface="+mn-ea"/>
              </a:rPr>
              <a:t>（  ）。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128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64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512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310" y="3168131"/>
            <a:ext cx="1716590" cy="129452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59530" y="4442628"/>
            <a:ext cx="1488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思考中</a:t>
            </a:r>
            <a:r>
              <a:rPr lang="en-US" altLang="zh-CN" b="1" dirty="0"/>
              <a:t>……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546234"/>
            <a:ext cx="8824928" cy="4432956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7656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1671007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633421"/>
            <a:ext cx="3024336" cy="225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15" y="2930637"/>
            <a:ext cx="2948235" cy="200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310" y="3168131"/>
            <a:ext cx="1716590" cy="129452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59530" y="4442628"/>
            <a:ext cx="1488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思考中</a:t>
            </a:r>
            <a:r>
              <a:rPr lang="en-US" altLang="zh-CN" b="1" dirty="0"/>
              <a:t>……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7190" y="57522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2842" y="1383158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编写一个简易的姓名查询程序，输入学生姓名，如果在名单中找到，则输出“是小播音员”，否则输出“不是小播音员”。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173" y="704938"/>
            <a:ext cx="2774172" cy="230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173" y="3075346"/>
            <a:ext cx="4112522" cy="180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05" y="3205173"/>
            <a:ext cx="1716590" cy="129452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6525" y="4479670"/>
            <a:ext cx="1488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思考中</a:t>
            </a:r>
            <a:r>
              <a:rPr lang="en-US" altLang="zh-CN" b="1" dirty="0"/>
              <a:t>……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WPS 演示</Application>
  <PresentationFormat>全屏显示(16:9)</PresentationFormat>
  <Paragraphs>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猜猜乐——二分查找</vt:lpstr>
      <vt:lpstr> </vt:lpstr>
      <vt:lpstr> 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124</cp:revision>
  <dcterms:created xsi:type="dcterms:W3CDTF">2018-07-03T13:24:00Z</dcterms:created>
  <dcterms:modified xsi:type="dcterms:W3CDTF">2021-10-24T07:50:10Z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834E48AA14174BA984D3E72EBA1033F2</vt:lpwstr>
  </property>
  <property fmtid="{D5CDD505-2E9C-101B-9397-08002B2CF9AE}" pid="3" name="KSOProductBuildVer">
    <vt:lpwstr>2052-11.1.0.11045</vt:lpwstr>
  </property>
</Properties>
</file>