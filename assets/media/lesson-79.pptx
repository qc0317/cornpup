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9" r:id="rId4"/>
    <p:sldId id="294" r:id="rId5"/>
    <p:sldId id="293" r:id="rId6"/>
    <p:sldId id="288" r:id="rId7"/>
    <p:sldId id="280" r:id="rId8"/>
    <p:sldId id="295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通力合作的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函数的声明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7155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通力合作的</a:t>
            </a:r>
            <a:r>
              <a:rPr lang="en-US" altLang="zh-CN" dirty="0">
                <a:solidFill>
                  <a:srgbClr val="00B0F0"/>
                </a:solidFill>
              </a:rPr>
              <a:t>100</a:t>
            </a:r>
            <a:r>
              <a:rPr lang="zh-CN" altLang="en-US" dirty="0">
                <a:solidFill>
                  <a:srgbClr val="00B0F0"/>
                </a:solidFill>
              </a:rPr>
              <a:t>个数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函数的声明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AutoShape 1037"/>
          <p:cNvSpPr>
            <a:spLocks noChangeArrowheads="1"/>
          </p:cNvSpPr>
          <p:nvPr/>
        </p:nvSpPr>
        <p:spPr bwMode="auto">
          <a:xfrm>
            <a:off x="2843808" y="1850397"/>
            <a:ext cx="4267200" cy="188496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66675"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利用递归算法，试编一程序，输出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的自然数。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460" y="2067560"/>
            <a:ext cx="2708275" cy="272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03598"/>
            <a:ext cx="2705100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059582"/>
            <a:ext cx="2514744" cy="3558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40" y="2297191"/>
            <a:ext cx="1828958" cy="2453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7534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82561"/>
            <a:ext cx="71126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已知队列中依次存在下列元素</a:t>
            </a:r>
            <a:r>
              <a:rPr lang="en-US" altLang="zh-CN" sz="2000" dirty="0">
                <a:latin typeface="+mn-ea"/>
              </a:rPr>
              <a:t>(88,79,65,10,100),</a:t>
            </a:r>
            <a:r>
              <a:rPr lang="zh-CN" altLang="en-US" sz="2000" dirty="0">
                <a:latin typeface="+mn-ea"/>
              </a:rPr>
              <a:t>如果第一个出队的元素是</a:t>
            </a:r>
            <a:r>
              <a:rPr lang="en-US" altLang="zh-CN" sz="2000" dirty="0">
                <a:latin typeface="+mn-ea"/>
              </a:rPr>
              <a:t>88</a:t>
            </a:r>
            <a:r>
              <a:rPr lang="zh-CN" altLang="en-US" sz="2000" dirty="0">
                <a:latin typeface="+mn-ea"/>
              </a:rPr>
              <a:t>，则第四个出队的元素是（  ）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79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65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100</a:t>
            </a:r>
            <a:endParaRPr lang="en-US" altLang="zh-CN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zh-CN" sz="2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0445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1043608" y="1698152"/>
            <a:ext cx="2088232" cy="230832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fun(0)=</a:t>
            </a:r>
            <a:endParaRPr lang="en-US" altLang="zh-CN" dirty="0"/>
          </a:p>
          <a:p>
            <a:r>
              <a:rPr lang="en-US" altLang="zh-CN" dirty="0"/>
              <a:t>fun(1)=</a:t>
            </a:r>
            <a:endParaRPr lang="en-US" altLang="zh-CN" dirty="0"/>
          </a:p>
          <a:p>
            <a:r>
              <a:rPr lang="en-US" altLang="zh-CN" dirty="0"/>
              <a:t>fun(2)=</a:t>
            </a:r>
            <a:endParaRPr lang="en-US" altLang="zh-CN" dirty="0"/>
          </a:p>
          <a:p>
            <a:r>
              <a:rPr lang="en-US" altLang="zh-CN" dirty="0"/>
              <a:t>fun( )=</a:t>
            </a:r>
            <a:endParaRPr lang="en-US" altLang="zh-CN" dirty="0"/>
          </a:p>
          <a:p>
            <a:r>
              <a:rPr lang="en-US" altLang="zh-CN" dirty="0"/>
              <a:t>fun( )=</a:t>
            </a:r>
            <a:endParaRPr lang="en-US" altLang="zh-CN" dirty="0"/>
          </a:p>
          <a:p>
            <a:r>
              <a:rPr lang="en-US" altLang="zh-CN" dirty="0"/>
              <a:t>fun( )=</a:t>
            </a:r>
            <a:endParaRPr lang="en-US" altLang="zh-CN" dirty="0"/>
          </a:p>
          <a:p>
            <a:r>
              <a:rPr lang="en-US" altLang="zh-CN" dirty="0"/>
              <a:t>fun( )=</a:t>
            </a:r>
            <a:endParaRPr lang="en-US" altLang="zh-CN" dirty="0"/>
          </a:p>
          <a:p>
            <a:r>
              <a:rPr lang="en-US" altLang="zh-CN" dirty="0"/>
              <a:t>fun( )=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1077227" y="4299942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17" y="792194"/>
            <a:ext cx="3914775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3610" y="575220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683568" y="162074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输人一个自然数，输出它的倒序数，如输人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123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，输出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321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218" y="771625"/>
            <a:ext cx="2921961" cy="4052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WPS 演示</Application>
  <PresentationFormat>全屏显示(16:9)</PresentationFormat>
  <Paragraphs>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通力合作的100个数——函数的声明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120</cp:revision>
  <dcterms:created xsi:type="dcterms:W3CDTF">2018-07-03T13:24:00Z</dcterms:created>
  <dcterms:modified xsi:type="dcterms:W3CDTF">2021-10-31T09:41:12Z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30752A06C13B41A780A97A3186B2D92B</vt:lpwstr>
  </property>
  <property fmtid="{D5CDD505-2E9C-101B-9397-08002B2CF9AE}" pid="3" name="KSOProductBuildVer">
    <vt:lpwstr>2052-11.1.0.11045</vt:lpwstr>
  </property>
</Properties>
</file>