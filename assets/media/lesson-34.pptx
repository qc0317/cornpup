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2" r:id="rId3"/>
    <p:sldId id="269" r:id="rId4"/>
    <p:sldId id="290" r:id="rId5"/>
    <p:sldId id="291" r:id="rId6"/>
    <p:sldId id="267" r:id="rId7"/>
    <p:sldId id="280" r:id="rId8"/>
    <p:sldId id="294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打擂台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(for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语句的另一种形式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84355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打擂台</a:t>
            </a:r>
            <a:r>
              <a:rPr lang="en-US" altLang="zh-CN" sz="2400" dirty="0">
                <a:solidFill>
                  <a:srgbClr val="00B0F0"/>
                </a:solidFill>
              </a:rPr>
              <a:t>——for</a:t>
            </a:r>
            <a:r>
              <a:rPr lang="zh-CN" altLang="en-US" sz="2400" dirty="0">
                <a:solidFill>
                  <a:srgbClr val="00B0F0"/>
                </a:solidFill>
              </a:rPr>
              <a:t>语句的另一种形式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1" name="AutoShape 504"/>
          <p:cNvSpPr>
            <a:spLocks noChangeArrowheads="1"/>
          </p:cNvSpPr>
          <p:nvPr/>
        </p:nvSpPr>
        <p:spPr bwMode="auto">
          <a:xfrm>
            <a:off x="2627784" y="1691680"/>
            <a:ext cx="4221480" cy="172819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试编一程序，输入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个数</a:t>
            </a:r>
            <a:r>
              <a:rPr lang="zh-CN" alt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lang="zh-CN" alt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最大的数。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249936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944" y="844317"/>
            <a:ext cx="4036036" cy="3742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2927" y="2329877"/>
            <a:ext cx="4039376" cy="2169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打擂台的思路：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先把第一个数设置为最大值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让后面的数依次上台打擂，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如果数字较大，就把这个数设为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循环结束后，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中存的就是最大数。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267494"/>
            <a:ext cx="6192688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8252" y="456767"/>
            <a:ext cx="1833028" cy="427892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85801" y="557447"/>
            <a:ext cx="4572000" cy="418576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</a:t>
            </a:r>
            <a:endParaRPr lang="en-US" altLang="zh-CN" sz="1400" dirty="0"/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  <a:endParaRPr lang="en-US" altLang="zh-CN" sz="1400" dirty="0"/>
          </a:p>
          <a:p>
            <a:r>
              <a:rPr lang="en-US" altLang="zh-CN" sz="1400" dirty="0"/>
              <a:t>{</a:t>
            </a:r>
            <a:endParaRPr lang="en-US" altLang="zh-CN" sz="1400" dirty="0"/>
          </a:p>
          <a:p>
            <a:r>
              <a:rPr lang="en-US" altLang="zh-CN" sz="1400" dirty="0"/>
              <a:t>  float </a:t>
            </a:r>
            <a:r>
              <a:rPr lang="en-US" altLang="zh-CN" sz="1400" dirty="0" err="1"/>
              <a:t>max,x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i;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请输入第</a:t>
            </a:r>
            <a:r>
              <a:rPr lang="en-US" altLang="zh-CN" sz="1400" dirty="0"/>
              <a:t>1</a:t>
            </a:r>
            <a:r>
              <a:rPr lang="zh-CN" altLang="en-US" sz="1400" dirty="0"/>
              <a:t>个数</a:t>
            </a:r>
            <a:r>
              <a:rPr lang="en-US" altLang="zh-CN" sz="1400" dirty="0"/>
              <a:t>:";             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&gt;&gt;x;</a:t>
            </a:r>
            <a:endParaRPr lang="en-US" altLang="zh-CN" sz="1400" dirty="0"/>
          </a:p>
          <a:p>
            <a:r>
              <a:rPr lang="en-US" altLang="zh-CN" sz="1400" dirty="0"/>
              <a:t>  max=x;</a:t>
            </a:r>
            <a:endParaRPr lang="en-US" altLang="zh-CN" sz="1400" dirty="0"/>
          </a:p>
          <a:p>
            <a:r>
              <a:rPr lang="en-US" altLang="zh-CN" sz="1400" dirty="0"/>
              <a:t>  i=2;</a:t>
            </a:r>
            <a:endParaRPr lang="en-US" altLang="zh-CN" sz="1400" dirty="0"/>
          </a:p>
          <a:p>
            <a:r>
              <a:rPr lang="en-US" altLang="zh-CN" sz="1400" dirty="0"/>
              <a:t>  for(;i&lt;=10;i++)</a:t>
            </a:r>
            <a:endParaRPr lang="en-US" altLang="zh-CN" sz="1400" dirty="0"/>
          </a:p>
          <a:p>
            <a:r>
              <a:rPr lang="en-US" altLang="zh-CN" sz="1400" dirty="0"/>
              <a:t>  {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请输入第</a:t>
            </a:r>
            <a:r>
              <a:rPr lang="en-US" altLang="zh-CN" sz="1400" dirty="0"/>
              <a:t>"&lt;&lt;i&lt;&lt;"</a:t>
            </a:r>
            <a:r>
              <a:rPr lang="zh-CN" altLang="en-US" sz="1400" dirty="0"/>
              <a:t>个数</a:t>
            </a:r>
            <a:r>
              <a:rPr lang="en-US" altLang="zh-CN" sz="1400" dirty="0"/>
              <a:t>:";   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&gt;&gt;x;</a:t>
            </a:r>
            <a:endParaRPr lang="en-US" altLang="zh-CN" sz="1400" dirty="0"/>
          </a:p>
          <a:p>
            <a:r>
              <a:rPr lang="en-US" altLang="zh-CN" sz="1400" dirty="0"/>
              <a:t>    if(x&gt;max) max=x;</a:t>
            </a:r>
            <a:endParaRPr lang="en-US" altLang="zh-CN" sz="1400" dirty="0"/>
          </a:p>
          <a:p>
            <a:r>
              <a:rPr lang="en-US" altLang="zh-CN" sz="1400" dirty="0"/>
              <a:t>  }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最大的数：</a:t>
            </a:r>
            <a:r>
              <a:rPr lang="en-US" altLang="zh-CN" sz="1400" dirty="0"/>
              <a:t>"&lt;&lt;max; </a:t>
            </a:r>
            <a:endParaRPr lang="en-US" altLang="zh-CN" sz="1400" dirty="0"/>
          </a:p>
          <a:p>
            <a:r>
              <a:rPr lang="en-US" altLang="zh-CN" sz="1400" dirty="0"/>
              <a:t>  return 0;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en-US" altLang="zh-CN" sz="1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498" y="2139955"/>
            <a:ext cx="2225233" cy="24919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4394" y="699542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从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ENIAC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从当前最先进的计算机，冯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诺依曼体系始终占有重要的地位。冯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诺依曼体系结构的核心内容是（  ）。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采用键盘输入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采用半导体器件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采用存储程序和程序控制原理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采用开关电路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83166" y="881028"/>
            <a:ext cx="4936302" cy="313119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</p:txBody>
      </p:sp>
      <p:sp>
        <p:nvSpPr>
          <p:cNvPr id="3" name="矩形 2"/>
          <p:cNvSpPr/>
          <p:nvPr/>
        </p:nvSpPr>
        <p:spPr>
          <a:xfrm>
            <a:off x="5364088" y="4309795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589" y="1437996"/>
            <a:ext cx="3826635" cy="2871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660232" y="1290078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i  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3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639045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2"/>
            <a:ext cx="8824928" cy="4426743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80528" y="699542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99592" y="14916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输入</a:t>
            </a:r>
            <a:r>
              <a:rPr lang="en-US" altLang="zh-CN" sz="2000" b="0" dirty="0">
                <a:solidFill>
                  <a:prstClr val="black"/>
                </a:solidFill>
              </a:rPr>
              <a:t>n</a:t>
            </a:r>
            <a:r>
              <a:rPr lang="zh-CN" altLang="en-US" sz="2000" b="0" dirty="0">
                <a:solidFill>
                  <a:prstClr val="black"/>
                </a:solidFill>
              </a:rPr>
              <a:t>个数，输出最小的数。</a:t>
            </a:r>
            <a:endParaRPr lang="en-US" altLang="zh-CN" sz="1800" b="0" dirty="0">
              <a:solidFill>
                <a:prstClr val="black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519398"/>
            <a:ext cx="3358530" cy="4245009"/>
          </a:xfrm>
          <a:prstGeom prst="rect">
            <a:avLst/>
          </a:prstGeom>
          <a:noFill/>
          <a:ln w="28575">
            <a:solidFill>
              <a:srgbClr val="FFC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794" y="3148573"/>
            <a:ext cx="1512168" cy="15121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</Words>
  <Application>WPS 演示</Application>
  <PresentationFormat>全屏显示(16:9)</PresentationFormat>
  <Paragraphs>64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打擂台——for语句的另一种形式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69</cp:revision>
  <dcterms:created xsi:type="dcterms:W3CDTF">2018-07-03T13:24:00Z</dcterms:created>
  <dcterms:modified xsi:type="dcterms:W3CDTF">2021-06-17T08:56:17Z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93EDC578CE5B489DB33E2C2473C1411C</vt:lpwstr>
  </property>
  <property fmtid="{D5CDD505-2E9C-101B-9397-08002B2CF9AE}" pid="3" name="KSOProductBuildVer">
    <vt:lpwstr>2052-11.1.0.10577</vt:lpwstr>
  </property>
</Properties>
</file>