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3"/>
    <p:sldId id="269" r:id="rId4"/>
    <p:sldId id="281" r:id="rId5"/>
    <p:sldId id="282" r:id="rId6"/>
    <p:sldId id="283" r:id="rId7"/>
    <p:sldId id="267" r:id="rId8"/>
    <p:sldId id="280" r:id="rId9"/>
    <p:sldId id="286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705"/>
        <p:guide pos="288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硬币转换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四重循环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42335"/>
            <a:ext cx="8229600" cy="641226"/>
          </a:xfrm>
        </p:spPr>
        <p:txBody>
          <a:bodyPr/>
          <a:lstStyle/>
          <a:p>
            <a:r>
              <a:rPr lang="zh-CN" altLang="en-US" sz="2400" dirty="0">
                <a:solidFill>
                  <a:srgbClr val="00B0F0"/>
                </a:solidFill>
              </a:rPr>
              <a:t>硬币转换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四重循环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576" y="1283561"/>
            <a:ext cx="7717155" cy="6451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老师布置了一个学习任务，让同学们对二进制</a:t>
            </a:r>
            <a:r>
              <a:rPr lang="en-US" altLang="zh-CN" dirty="0"/>
              <a:t>(1000)</a:t>
            </a:r>
            <a:r>
              <a:rPr lang="en-US" altLang="zh-CN" baseline="-25000" dirty="0"/>
              <a:t>2</a:t>
            </a:r>
            <a:r>
              <a:rPr lang="zh-CN" altLang="en-US" dirty="0"/>
              <a:t>元的硬币，进行转换。</a:t>
            </a:r>
            <a:endParaRPr lang="en-US" altLang="zh-CN" dirty="0"/>
          </a:p>
          <a:p>
            <a:r>
              <a:rPr lang="zh-CN" altLang="en-US" dirty="0"/>
              <a:t>最后得到</a:t>
            </a:r>
            <a:r>
              <a:rPr lang="en-US" altLang="zh-CN" dirty="0"/>
              <a:t>(1000)</a:t>
            </a:r>
            <a:r>
              <a:rPr lang="en-US" altLang="zh-CN" baseline="-25000" dirty="0"/>
              <a:t>2</a:t>
            </a:r>
            <a:r>
              <a:rPr lang="en-US" altLang="zh-CN" dirty="0"/>
              <a:t>=(8)</a:t>
            </a:r>
            <a:r>
              <a:rPr lang="en-US" altLang="zh-CN" baseline="-25000" dirty="0"/>
              <a:t>10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8" name="AutoShape 928"/>
          <p:cNvSpPr>
            <a:spLocks noChangeArrowheads="1"/>
          </p:cNvSpPr>
          <p:nvPr/>
        </p:nvSpPr>
        <p:spPr bwMode="auto">
          <a:xfrm>
            <a:off x="3131840" y="2240771"/>
            <a:ext cx="4392488" cy="224276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612140" algn="just">
              <a:spcAft>
                <a:spcPts val="0"/>
              </a:spcAft>
            </a:pPr>
            <a:r>
              <a:rPr lang="zh-CN" altLang="en-US" sz="2800" kern="10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试编一程序，输出</a:t>
            </a:r>
            <a:r>
              <a:rPr lang="en-US" altLang="zh-CN" sz="2800" kern="10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(0)</a:t>
            </a:r>
            <a:r>
              <a:rPr lang="en-US" altLang="zh-CN" sz="2800" kern="100" baseline="-2500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kern="10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至</a:t>
            </a:r>
            <a:r>
              <a:rPr lang="en-US" altLang="zh-CN" sz="2800" kern="10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(1111)</a:t>
            </a:r>
            <a:r>
              <a:rPr lang="en-US" altLang="zh-CN" sz="2800" kern="100" baseline="-2500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kern="10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之间所有的整数及对应的十进制数。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4970" y="2240915"/>
            <a:ext cx="2513965" cy="2524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27283" y="1060938"/>
            <a:ext cx="5480988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可以用枚举算法：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用变量</a:t>
            </a:r>
            <a:r>
              <a:rPr lang="en-US" altLang="zh-CN" dirty="0"/>
              <a:t>a1</a:t>
            </a:r>
            <a:r>
              <a:rPr lang="zh-CN" altLang="en-US" dirty="0"/>
              <a:t>、</a:t>
            </a:r>
            <a:r>
              <a:rPr lang="en-US" altLang="zh-CN" dirty="0"/>
              <a:t>a2</a:t>
            </a:r>
            <a:r>
              <a:rPr lang="zh-CN" altLang="en-US" dirty="0"/>
              <a:t>、</a:t>
            </a:r>
            <a:r>
              <a:rPr lang="en-US" altLang="zh-CN" dirty="0"/>
              <a:t>a3</a:t>
            </a:r>
            <a:r>
              <a:rPr lang="zh-CN" altLang="en-US" dirty="0"/>
              <a:t>、</a:t>
            </a:r>
            <a:r>
              <a:rPr lang="en-US" altLang="zh-CN" dirty="0"/>
              <a:t>a4</a:t>
            </a:r>
            <a:r>
              <a:rPr lang="zh-CN" altLang="en-US" dirty="0"/>
              <a:t>表示二进制数从右边第一位、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第二位、第三位、第四位，每位数字只能是</a:t>
            </a:r>
            <a:r>
              <a:rPr lang="en-US" altLang="zh-CN" dirty="0"/>
              <a:t>1</a:t>
            </a:r>
            <a:r>
              <a:rPr lang="zh-CN" altLang="en-US" dirty="0"/>
              <a:t>或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运用四重循环，从</a:t>
            </a:r>
            <a:r>
              <a:rPr lang="en-US" altLang="zh-CN" dirty="0"/>
              <a:t>(0)</a:t>
            </a:r>
            <a:r>
              <a:rPr lang="en-US" altLang="zh-CN" baseline="-25000" dirty="0"/>
              <a:t>2</a:t>
            </a:r>
            <a:r>
              <a:rPr lang="zh-CN" altLang="en-US" dirty="0"/>
              <a:t>到</a:t>
            </a:r>
            <a:r>
              <a:rPr lang="en-US" altLang="zh-CN" dirty="0"/>
              <a:t>(1111)</a:t>
            </a:r>
            <a:r>
              <a:rPr lang="en-US" altLang="zh-CN" baseline="-25000" dirty="0"/>
              <a:t>2</a:t>
            </a:r>
            <a:r>
              <a:rPr lang="zh-CN" altLang="en-US" dirty="0"/>
              <a:t>依次枚举。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2931790"/>
            <a:ext cx="2162120" cy="1826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92" y="940660"/>
            <a:ext cx="6819661" cy="3670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343" y="1145681"/>
            <a:ext cx="1790395" cy="17980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03648" y="1429047"/>
            <a:ext cx="549381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十进制的基数是</a:t>
            </a:r>
            <a:r>
              <a:rPr lang="en-US" altLang="zh-CN" dirty="0"/>
              <a:t>10</a:t>
            </a:r>
            <a:r>
              <a:rPr lang="zh-CN" altLang="en-US" dirty="0"/>
              <a:t>，二进制的基数是</a:t>
            </a:r>
            <a:r>
              <a:rPr lang="en-US" altLang="zh-CN" dirty="0"/>
              <a:t>2</a:t>
            </a:r>
            <a:endParaRPr lang="en-US" altLang="zh-CN" dirty="0"/>
          </a:p>
          <a:p>
            <a:r>
              <a:rPr lang="zh-CN" altLang="en-US" dirty="0"/>
              <a:t>二进制数转换成十进制数的方法：按权展开再求和。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35696" y="2427734"/>
            <a:ext cx="32960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(1001)</a:t>
            </a:r>
            <a:r>
              <a:rPr lang="en-US" altLang="zh-CN" baseline="-25000" dirty="0"/>
              <a:t>2</a:t>
            </a:r>
            <a:r>
              <a:rPr lang="en-US" altLang="zh-CN" dirty="0"/>
              <a:t>    =1*2</a:t>
            </a:r>
            <a:r>
              <a:rPr lang="en-US" altLang="zh-CN" baseline="30000" dirty="0"/>
              <a:t>3</a:t>
            </a:r>
            <a:r>
              <a:rPr lang="en-US" altLang="zh-CN" dirty="0"/>
              <a:t>+0*2</a:t>
            </a:r>
            <a:r>
              <a:rPr lang="en-US" altLang="zh-CN" baseline="30000" dirty="0"/>
              <a:t>2</a:t>
            </a:r>
            <a:r>
              <a:rPr lang="en-US" altLang="zh-CN" dirty="0"/>
              <a:t>+0*2</a:t>
            </a:r>
            <a:r>
              <a:rPr lang="en-US" altLang="zh-CN" baseline="30000" dirty="0"/>
              <a:t>1</a:t>
            </a:r>
            <a:r>
              <a:rPr lang="en-US" altLang="zh-CN" dirty="0"/>
              <a:t>+1*2</a:t>
            </a:r>
            <a:r>
              <a:rPr lang="en-US" altLang="zh-CN" baseline="30000" dirty="0"/>
              <a:t>0</a:t>
            </a:r>
            <a:endParaRPr lang="en-US" altLang="zh-CN" baseline="30000" dirty="0"/>
          </a:p>
          <a:p>
            <a:r>
              <a:rPr lang="en-US" altLang="zh-CN" dirty="0"/>
              <a:t>	=1*8+0*4+0*2+1*1</a:t>
            </a:r>
            <a:endParaRPr lang="en-US" altLang="zh-CN" dirty="0"/>
          </a:p>
          <a:p>
            <a:r>
              <a:rPr lang="en-US" altLang="zh-CN" dirty="0"/>
              <a:t>	=8+0+0+1</a:t>
            </a:r>
            <a:endParaRPr lang="en-US" altLang="zh-CN" dirty="0"/>
          </a:p>
          <a:p>
            <a:r>
              <a:rPr lang="en-US" altLang="zh-CN" dirty="0"/>
              <a:t>	=(9)</a:t>
            </a:r>
            <a:r>
              <a:rPr lang="en-US" altLang="zh-CN" baseline="-25000" dirty="0"/>
              <a:t>10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61179" y="3934337"/>
            <a:ext cx="480131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这个方法可以扩展到任意进制转换为十进制。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179" y="2219941"/>
            <a:ext cx="2036064" cy="2042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1721" y="576947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275606"/>
            <a:ext cx="25761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(1001)</a:t>
            </a:r>
            <a:r>
              <a:rPr lang="en-US" altLang="zh-CN" sz="20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-(101)</a:t>
            </a:r>
            <a:r>
              <a:rPr lang="en-US" altLang="zh-CN" sz="20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的结果是（  ）。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(101)</a:t>
            </a:r>
            <a:r>
              <a:rPr lang="en-US" altLang="zh-CN" sz="20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en-US" altLang="zh-CN" sz="2000" baseline="-25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(1000)</a:t>
            </a:r>
            <a:r>
              <a:rPr lang="en-US" altLang="zh-CN" sz="20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en-US" altLang="zh-CN" sz="2000" baseline="-25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(4)</a:t>
            </a:r>
            <a:r>
              <a:rPr lang="en-US" altLang="zh-CN" sz="20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(5)</a:t>
            </a:r>
            <a:r>
              <a:rPr lang="en-US" altLang="zh-CN" sz="20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74978" y="875569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77155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i       j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04248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389" y="1434197"/>
            <a:ext cx="2105480" cy="3479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58" y="580330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用</a:t>
            </a:r>
            <a:r>
              <a:rPr lang="en-US" altLang="zh-CN" sz="2000" b="0" dirty="0">
                <a:solidFill>
                  <a:prstClr val="black"/>
                </a:solidFill>
              </a:rPr>
              <a:t>0</a:t>
            </a:r>
            <a:r>
              <a:rPr lang="zh-CN" altLang="en-US" sz="2000" b="0" dirty="0">
                <a:solidFill>
                  <a:prstClr val="black"/>
                </a:solidFill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</a:rPr>
              <a:t>1</a:t>
            </a:r>
            <a:r>
              <a:rPr lang="zh-CN" altLang="en-US" sz="2000" b="0" dirty="0">
                <a:solidFill>
                  <a:prstClr val="black"/>
                </a:solidFill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</a:rPr>
              <a:t>2</a:t>
            </a:r>
            <a:r>
              <a:rPr lang="zh-CN" altLang="en-US" sz="2000" b="0" dirty="0">
                <a:solidFill>
                  <a:prstClr val="black"/>
                </a:solidFill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</a:rPr>
              <a:t>3</a:t>
            </a:r>
            <a:r>
              <a:rPr lang="zh-CN" altLang="en-US" sz="2000" b="0" dirty="0">
                <a:solidFill>
                  <a:prstClr val="black"/>
                </a:solidFill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</a:rPr>
              <a:t>4</a:t>
            </a:r>
            <a:r>
              <a:rPr lang="zh-CN" altLang="en-US" sz="2000" b="0" dirty="0">
                <a:solidFill>
                  <a:prstClr val="black"/>
                </a:solidFill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</a:rPr>
              <a:t>5</a:t>
            </a:r>
            <a:r>
              <a:rPr lang="zh-CN" altLang="en-US" sz="2000" b="0" dirty="0">
                <a:solidFill>
                  <a:prstClr val="black"/>
                </a:solidFill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</a:rPr>
              <a:t>6</a:t>
            </a:r>
            <a:r>
              <a:rPr lang="zh-CN" altLang="en-US" sz="2000" b="0" dirty="0">
                <a:solidFill>
                  <a:prstClr val="black"/>
                </a:solidFill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</a:rPr>
              <a:t>7</a:t>
            </a:r>
            <a:r>
              <a:rPr lang="zh-CN" altLang="en-US" sz="2000" b="0" dirty="0">
                <a:solidFill>
                  <a:prstClr val="black"/>
                </a:solidFill>
              </a:rPr>
              <a:t>八个数字组成三位数的奇数，共有多少个，分别是哪几个？。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710997"/>
            <a:ext cx="3624963" cy="3913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356767"/>
            <a:ext cx="1214088" cy="1206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975,&quot;width&quot;:395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WPS 演示</Application>
  <PresentationFormat>全屏显示(16:9)</PresentationFormat>
  <Paragraphs>59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硬币转换——四重循环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92</cp:revision>
  <dcterms:created xsi:type="dcterms:W3CDTF">2018-07-03T13:24:00Z</dcterms:created>
  <dcterms:modified xsi:type="dcterms:W3CDTF">2021-10-06T02:25:27Z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E09A307E081144C3BDF47AA95C22DA32</vt:lpwstr>
  </property>
  <property fmtid="{D5CDD505-2E9C-101B-9397-08002B2CF9AE}" pid="3" name="KSOProductBuildVer">
    <vt:lpwstr>2052-11.1.0.10700</vt:lpwstr>
  </property>
</Properties>
</file>