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3"/>
    <p:sldId id="269" r:id="rId4"/>
    <p:sldId id="285" r:id="rId5"/>
    <p:sldId id="286" r:id="rId6"/>
    <p:sldId id="267" r:id="rId7"/>
    <p:sldId id="280" r:id="rId8"/>
    <p:sldId id="289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精益求精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分数化为小数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73414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精益求精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分数化为小数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6348" y="1475889"/>
            <a:ext cx="7571303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在科学研究的领域，对数据的精度要求非常高。有时需要计算到小数点后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10</a:t>
            </a:r>
            <a:r>
              <a:rPr lang="zh-CN" altLang="en-US" dirty="0"/>
              <a:t>位，甚至小数点后</a:t>
            </a:r>
            <a:r>
              <a:rPr lang="en-US" altLang="zh-CN" dirty="0"/>
              <a:t>100</a:t>
            </a:r>
            <a:r>
              <a:rPr lang="zh-CN" altLang="en-US" dirty="0"/>
              <a:t>位，做到精益求精。</a:t>
            </a:r>
            <a:endParaRPr lang="zh-CN" altLang="en-US" dirty="0"/>
          </a:p>
        </p:txBody>
      </p:sp>
      <p:sp>
        <p:nvSpPr>
          <p:cNvPr id="6" name="AutoShape 755"/>
          <p:cNvSpPr>
            <a:spLocks noChangeArrowheads="1"/>
          </p:cNvSpPr>
          <p:nvPr/>
        </p:nvSpPr>
        <p:spPr bwMode="auto">
          <a:xfrm>
            <a:off x="2267744" y="2538562"/>
            <a:ext cx="4032423" cy="19525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试编一程序，把分数</a:t>
            </a:r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1/7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转化成小数的形式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，要求计算结果精确到小数点后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032" y="2898738"/>
            <a:ext cx="2042337" cy="1455546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55" y="28594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3568" y="1327210"/>
            <a:ext cx="3096344" cy="21685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明明初学时编写的程序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0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0.142857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0.142857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320157"/>
            <a:ext cx="379095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92973" y="4019087"/>
            <a:ext cx="561403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即使转换成双精度实数，还是不能输出小数点后</a:t>
            </a:r>
            <a:r>
              <a:rPr lang="en-US" altLang="zh-CN" dirty="0"/>
              <a:t>100</a:t>
            </a:r>
            <a:r>
              <a:rPr lang="zh-CN" altLang="en-US" dirty="0"/>
              <a:t>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25600" y="916325"/>
            <a:ext cx="3096344" cy="2585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1÷7</a:t>
            </a:r>
            <a:r>
              <a:rPr lang="zh-CN" altLang="en-US" b="1" dirty="0"/>
              <a:t>的运算过程</a:t>
            </a:r>
            <a:endParaRPr lang="en-US" altLang="zh-CN" b="1" dirty="0"/>
          </a:p>
          <a:p>
            <a:r>
              <a:rPr lang="en-US" altLang="zh-CN" i="1" dirty="0"/>
              <a:t>1÷7=0 …… ……… 1</a:t>
            </a:r>
            <a:endParaRPr lang="en-US" altLang="zh-CN" i="1" dirty="0"/>
          </a:p>
          <a:p>
            <a:r>
              <a:rPr lang="en-US" altLang="zh-CN" i="1" dirty="0"/>
              <a:t>1×10÷7=1 ……  3</a:t>
            </a:r>
            <a:endParaRPr lang="en-US" altLang="zh-CN" i="1" dirty="0"/>
          </a:p>
          <a:p>
            <a:r>
              <a:rPr lang="en-US" altLang="zh-CN" i="1" dirty="0"/>
              <a:t>3×10÷7=4 ……  2</a:t>
            </a:r>
            <a:endParaRPr lang="en-US" altLang="zh-CN" i="1" dirty="0"/>
          </a:p>
          <a:p>
            <a:r>
              <a:rPr lang="en-US" altLang="zh-CN" i="1" dirty="0"/>
              <a:t>2×10÷7=2 ……  6</a:t>
            </a:r>
            <a:endParaRPr lang="en-US" altLang="zh-CN" i="1" dirty="0"/>
          </a:p>
          <a:p>
            <a:r>
              <a:rPr lang="en-US" altLang="zh-CN" dirty="0"/>
              <a:t>……</a:t>
            </a:r>
            <a:endParaRPr lang="en-US" altLang="zh-CN" dirty="0"/>
          </a:p>
          <a:p>
            <a:r>
              <a:rPr lang="zh-CN" altLang="en-US" dirty="0"/>
              <a:t>把上一次产生的余数扩大</a:t>
            </a:r>
            <a:r>
              <a:rPr lang="en-US" altLang="zh-CN" dirty="0"/>
              <a:t>10</a:t>
            </a:r>
            <a:r>
              <a:rPr lang="zh-CN" altLang="en-US" dirty="0"/>
              <a:t>倍，再除以</a:t>
            </a:r>
            <a:r>
              <a:rPr lang="en-US" altLang="zh-CN" dirty="0"/>
              <a:t>7</a:t>
            </a:r>
            <a:r>
              <a:rPr lang="zh-CN" altLang="en-US" dirty="0"/>
              <a:t>，得到的商就是当前位数上的数字。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355976" y="700554"/>
            <a:ext cx="32403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 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a,b,i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&lt;&lt;"0.";</a:t>
            </a:r>
            <a:endParaRPr lang="en-US" altLang="zh-CN" sz="1400" dirty="0"/>
          </a:p>
          <a:p>
            <a:r>
              <a:rPr lang="en-US" altLang="zh-CN" sz="1400" dirty="0"/>
              <a:t>    i=1;</a:t>
            </a:r>
            <a:endParaRPr lang="en-US" altLang="zh-CN" sz="1400" dirty="0"/>
          </a:p>
          <a:p>
            <a:r>
              <a:rPr lang="en-US" altLang="zh-CN" sz="1400" dirty="0"/>
              <a:t>    a=1;</a:t>
            </a:r>
            <a:endParaRPr lang="en-US" altLang="zh-CN" sz="1400" dirty="0"/>
          </a:p>
          <a:p>
            <a:r>
              <a:rPr lang="en-US" altLang="zh-CN" sz="1400" dirty="0"/>
              <a:t>    while(i&lt;=100)</a:t>
            </a:r>
            <a:endParaRPr lang="en-US" altLang="zh-CN" sz="1400" dirty="0"/>
          </a:p>
          <a:p>
            <a:r>
              <a:rPr lang="en-US" altLang="zh-CN" sz="1400" dirty="0"/>
              <a:t>    {</a:t>
            </a:r>
            <a:endParaRPr lang="en-US" altLang="zh-CN" sz="1400" dirty="0"/>
          </a:p>
          <a:p>
            <a:r>
              <a:rPr lang="en-US" altLang="zh-CN" sz="1400" dirty="0"/>
              <a:t>         a*=10;</a:t>
            </a:r>
            <a:endParaRPr lang="en-US" altLang="zh-CN" sz="1400" dirty="0"/>
          </a:p>
          <a:p>
            <a:r>
              <a:rPr lang="en-US" altLang="zh-CN" sz="1400" dirty="0"/>
              <a:t>         b=a/7; </a:t>
            </a:r>
            <a:endParaRPr lang="en-US" altLang="zh-CN" sz="1400" dirty="0"/>
          </a:p>
          <a:p>
            <a:r>
              <a:rPr lang="en-US" altLang="zh-CN" sz="1400" dirty="0"/>
              <a:t>   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&lt;&lt;b;</a:t>
            </a:r>
            <a:endParaRPr lang="en-US" altLang="zh-CN" sz="1400" dirty="0"/>
          </a:p>
          <a:p>
            <a:r>
              <a:rPr lang="en-US" altLang="zh-CN" sz="1400" dirty="0"/>
              <a:t>         a%=7;</a:t>
            </a:r>
            <a:endParaRPr lang="en-US" altLang="zh-CN" sz="1400" dirty="0"/>
          </a:p>
          <a:p>
            <a:r>
              <a:rPr lang="en-US" altLang="zh-CN" sz="1400" dirty="0"/>
              <a:t>         i++;</a:t>
            </a:r>
            <a:endParaRPr lang="en-US" altLang="zh-CN" sz="1400" dirty="0"/>
          </a:p>
          <a:p>
            <a:r>
              <a:rPr lang="en-US" altLang="zh-CN" sz="1400" dirty="0"/>
              <a:t>    } </a:t>
            </a:r>
            <a:endParaRPr lang="en-US" altLang="zh-CN" sz="1400" dirty="0"/>
          </a:p>
          <a:p>
            <a:r>
              <a:rPr lang="en-US" altLang="zh-CN" sz="1400" dirty="0"/>
              <a:t>  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652629"/>
            <a:ext cx="3167855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运行结果：</a:t>
            </a:r>
            <a:endParaRPr lang="en-US" altLang="zh-CN" dirty="0"/>
          </a:p>
          <a:p>
            <a:r>
              <a:rPr lang="en-US" altLang="zh-CN" dirty="0"/>
              <a:t>0.142857142857142857142857</a:t>
            </a:r>
            <a:endParaRPr lang="en-US" altLang="zh-CN" dirty="0"/>
          </a:p>
          <a:p>
            <a:r>
              <a:rPr lang="en-US" altLang="zh-CN" dirty="0"/>
              <a:t>142857142857…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56" y="179021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/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436" y="600781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258" y="1470143"/>
            <a:ext cx="279214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、在计算机内部，一切信息存取、处理和传递的形式都是（  ）。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ASCII</a:t>
            </a:r>
            <a:r>
              <a:rPr lang="zh-CN" altLang="en-US" dirty="0">
                <a:latin typeface="+mn-ea"/>
              </a:rPr>
              <a:t>码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BCD</a:t>
            </a:r>
            <a:r>
              <a:rPr lang="zh-CN" altLang="en-US" dirty="0">
                <a:latin typeface="+mn-ea"/>
              </a:rPr>
              <a:t>码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二进制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十进制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03802" y="575114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a   b   n   </a:t>
            </a:r>
            <a:r>
              <a:rPr lang="en-US" altLang="zh-CN" dirty="0" err="1"/>
              <a:t>num</a:t>
            </a:r>
            <a:endParaRPr lang="en-US" altLang="zh-CN" dirty="0"/>
          </a:p>
          <a:p>
            <a:r>
              <a:rPr lang="en-US" altLang="zh-CN" dirty="0"/>
              <a:t>  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3923402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1  100 5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56" y="964856"/>
            <a:ext cx="3084208" cy="3668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4288" y="596870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19838" y="1524467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输入三个正整数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a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b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、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n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，输出</a:t>
            </a:r>
            <a:r>
              <a:rPr lang="en-US" altLang="zh-CN" sz="2000" b="0" dirty="0" err="1">
                <a:solidFill>
                  <a:prstClr val="black"/>
                </a:solidFill>
                <a:latin typeface="+mn-ea"/>
                <a:ea typeface="+mn-ea"/>
              </a:rPr>
              <a:t>a÷b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的值，要求计算结果精确到小数点后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n(1&lt;=n&lt;=200).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7202" y="3723944"/>
            <a:ext cx="3140681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729" y="510653"/>
            <a:ext cx="2944683" cy="415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WPS 演示</Application>
  <PresentationFormat>全屏显示(16:9)</PresentationFormat>
  <Paragraphs>80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精益求精——分数化为小数</vt:lpstr>
      <vt:lpstr>PowerPoint 演示文稿</vt:lpstr>
      <vt:lpstr>PowerPoint 演示文稿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A_武壮体育</cp:lastModifiedBy>
  <cp:revision>81</cp:revision>
  <dcterms:created xsi:type="dcterms:W3CDTF">2018-07-03T13:24:00Z</dcterms:created>
  <dcterms:modified xsi:type="dcterms:W3CDTF">2021-06-30T02:51:48Z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5A5E260ED6404E68BA5F63A6628D7A4B</vt:lpwstr>
  </property>
  <property fmtid="{D5CDD505-2E9C-101B-9397-08002B2CF9AE}" pid="3" name="KSOProductBuildVer">
    <vt:lpwstr>2052-11.1.0.10577</vt:lpwstr>
  </property>
</Properties>
</file>