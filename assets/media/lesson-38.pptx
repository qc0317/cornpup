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67" r:id="rId7"/>
    <p:sldId id="280" r:id="rId8"/>
    <p:sldId id="285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神奇的大自然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斐波那契数列与长整型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6778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神奇的大自然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斐波那契数列与长整型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9051" y="1547335"/>
            <a:ext cx="468589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1,1,2,3,5,8,13,21</a:t>
            </a:r>
            <a:r>
              <a:rPr lang="zh-CN" altLang="en-US" dirty="0">
                <a:latin typeface="+mj-ea"/>
                <a:ea typeface="+mj-ea"/>
              </a:rPr>
              <a:t>，</a:t>
            </a:r>
            <a:r>
              <a:rPr lang="en-US" altLang="zh-CN" dirty="0">
                <a:latin typeface="+mj-ea"/>
                <a:ea typeface="+mj-ea"/>
              </a:rPr>
              <a:t>…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斐波那契数列：第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项和第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项是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从第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个开始，每个数等于前面两个数之和。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" name="AutoShape 628"/>
          <p:cNvSpPr>
            <a:spLocks noChangeArrowheads="1"/>
          </p:cNvSpPr>
          <p:nvPr/>
        </p:nvSpPr>
        <p:spPr bwMode="auto">
          <a:xfrm>
            <a:off x="2833142" y="2571750"/>
            <a:ext cx="4133850" cy="164494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试编一程序，输出斐波那契数列中的前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项。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8594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28" y="438319"/>
            <a:ext cx="1656184" cy="4232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552" y="1330903"/>
            <a:ext cx="4608512" cy="3000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斐波那契数列的第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项和第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项是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，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从第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个开始，每个数等于前面两个数之和。</a:t>
            </a: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j-ea"/>
                <a:ea typeface="+mj-ea"/>
              </a:rPr>
              <a:t>可以先把第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项</a:t>
            </a:r>
            <a:r>
              <a:rPr lang="en-US" altLang="zh-CN" dirty="0">
                <a:latin typeface="+mj-ea"/>
                <a:ea typeface="+mj-ea"/>
              </a:rPr>
              <a:t>a1</a:t>
            </a:r>
            <a:r>
              <a:rPr lang="zh-CN" altLang="en-US" dirty="0">
                <a:latin typeface="+mj-ea"/>
                <a:ea typeface="+mj-ea"/>
              </a:rPr>
              <a:t>和第</a:t>
            </a:r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项</a:t>
            </a:r>
            <a:r>
              <a:rPr lang="en-US" altLang="zh-CN" dirty="0">
                <a:latin typeface="+mj-ea"/>
                <a:ea typeface="+mj-ea"/>
              </a:rPr>
              <a:t>a2</a:t>
            </a:r>
            <a:r>
              <a:rPr lang="zh-CN" altLang="en-US" dirty="0">
                <a:latin typeface="+mj-ea"/>
                <a:ea typeface="+mj-ea"/>
              </a:rPr>
              <a:t>赋值为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，</a:t>
            </a: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j-ea"/>
                <a:ea typeface="+mj-ea"/>
              </a:rPr>
              <a:t>求出第</a:t>
            </a:r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项</a:t>
            </a:r>
            <a:r>
              <a:rPr lang="en-US" altLang="zh-CN" dirty="0">
                <a:latin typeface="+mj-ea"/>
                <a:ea typeface="+mj-ea"/>
              </a:rPr>
              <a:t>a3=a1+a2</a:t>
            </a:r>
            <a:r>
              <a:rPr lang="zh-CN" altLang="en-US" dirty="0">
                <a:latin typeface="+mj-ea"/>
                <a:ea typeface="+mj-ea"/>
              </a:rPr>
              <a:t>；</a:t>
            </a: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j-ea"/>
                <a:ea typeface="+mj-ea"/>
              </a:rPr>
              <a:t>再把</a:t>
            </a:r>
            <a:r>
              <a:rPr lang="en-US" altLang="zh-CN" dirty="0">
                <a:latin typeface="+mj-ea"/>
                <a:ea typeface="+mj-ea"/>
              </a:rPr>
              <a:t>a2</a:t>
            </a:r>
            <a:r>
              <a:rPr lang="zh-CN" altLang="en-US" dirty="0">
                <a:latin typeface="+mj-ea"/>
                <a:ea typeface="+mj-ea"/>
              </a:rPr>
              <a:t>赋值给</a:t>
            </a:r>
            <a:r>
              <a:rPr lang="en-US" altLang="zh-CN" dirty="0">
                <a:latin typeface="+mj-ea"/>
                <a:ea typeface="+mj-ea"/>
              </a:rPr>
              <a:t>a1,a3</a:t>
            </a:r>
            <a:r>
              <a:rPr lang="zh-CN" altLang="en-US" dirty="0">
                <a:latin typeface="+mj-ea"/>
                <a:ea typeface="+mj-ea"/>
              </a:rPr>
              <a:t>赋值给</a:t>
            </a:r>
            <a:r>
              <a:rPr lang="en-US" altLang="zh-CN" dirty="0">
                <a:latin typeface="+mj-ea"/>
                <a:ea typeface="+mj-ea"/>
              </a:rPr>
              <a:t>a2</a:t>
            </a:r>
            <a:r>
              <a:rPr lang="zh-CN" altLang="en-US" dirty="0">
                <a:latin typeface="+mj-ea"/>
                <a:ea typeface="+mj-ea"/>
              </a:rPr>
              <a:t>，为求下一项做准备。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重复执行</a:t>
            </a:r>
            <a:r>
              <a:rPr lang="en-US" altLang="zh-CN" dirty="0">
                <a:latin typeface="+mj-ea"/>
                <a:ea typeface="+mj-ea"/>
              </a:rPr>
              <a:t>10</a:t>
            </a:r>
            <a:r>
              <a:rPr lang="zh-CN" altLang="en-US" dirty="0">
                <a:latin typeface="+mj-ea"/>
                <a:ea typeface="+mj-ea"/>
              </a:rPr>
              <a:t>次，求出前</a:t>
            </a:r>
            <a:r>
              <a:rPr lang="en-US" altLang="zh-CN" dirty="0">
                <a:latin typeface="+mj-ea"/>
                <a:ea typeface="+mj-ea"/>
              </a:rPr>
              <a:t>10</a:t>
            </a:r>
            <a:r>
              <a:rPr lang="zh-CN" altLang="en-US" dirty="0">
                <a:latin typeface="+mj-ea"/>
                <a:ea typeface="+mj-ea"/>
              </a:rPr>
              <a:t>项。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08678" y="754826"/>
            <a:ext cx="3600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iomanip</a:t>
            </a:r>
            <a:r>
              <a:rPr lang="en-US" altLang="zh-CN" sz="1400" dirty="0"/>
              <a:t>&gt;	//</a:t>
            </a:r>
            <a:r>
              <a:rPr lang="zh-CN" altLang="en-US" sz="1400" dirty="0"/>
              <a:t>要设置域宽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long i,a1,a2,a3;</a:t>
            </a:r>
            <a:endParaRPr lang="en-US" altLang="zh-CN" sz="1400" dirty="0"/>
          </a:p>
          <a:p>
            <a:r>
              <a:rPr lang="en-US" altLang="zh-CN" sz="1400" dirty="0"/>
              <a:t>  a2=a1=1;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setw</a:t>
            </a:r>
            <a:r>
              <a:rPr lang="en-US" altLang="zh-CN" sz="1400" dirty="0"/>
              <a:t>(5)&lt;&lt;a1;	//</a:t>
            </a:r>
            <a:r>
              <a:rPr lang="zh-CN" altLang="en-US" sz="1400" dirty="0"/>
              <a:t>先输出前两项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setw</a:t>
            </a:r>
            <a:r>
              <a:rPr lang="en-US" altLang="zh-CN" sz="1400" dirty="0"/>
              <a:t>(5)&lt;&lt;a2; </a:t>
            </a:r>
            <a:endParaRPr lang="en-US" altLang="zh-CN" sz="1400" dirty="0"/>
          </a:p>
          <a:p>
            <a:r>
              <a:rPr lang="en-US" altLang="zh-CN" sz="1400" dirty="0"/>
              <a:t>  for(i=3;i&lt;=10;i++)	//</a:t>
            </a:r>
            <a:r>
              <a:rPr lang="zh-CN" altLang="en-US" sz="1400" dirty="0"/>
              <a:t>从第</a:t>
            </a:r>
            <a:r>
              <a:rPr lang="en-US" altLang="zh-CN" sz="1400" dirty="0"/>
              <a:t>3</a:t>
            </a:r>
            <a:r>
              <a:rPr lang="zh-CN" altLang="en-US" sz="1400" dirty="0"/>
              <a:t>项开始循环</a:t>
            </a:r>
            <a:endParaRPr lang="en-US" altLang="zh-CN" sz="1400" dirty="0"/>
          </a:p>
          <a:p>
            <a:r>
              <a:rPr lang="en-US" altLang="zh-CN" sz="1400" dirty="0"/>
              <a:t>  {</a:t>
            </a:r>
            <a:endParaRPr lang="en-US" altLang="zh-CN" sz="1400" dirty="0"/>
          </a:p>
          <a:p>
            <a:r>
              <a:rPr lang="en-US" altLang="zh-CN" sz="1400" dirty="0"/>
              <a:t>    a3=a1+a2;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</a:t>
            </a:r>
            <a:r>
              <a:rPr lang="en-US" altLang="zh-CN" sz="1400" dirty="0" err="1"/>
              <a:t>setw</a:t>
            </a:r>
            <a:r>
              <a:rPr lang="en-US" altLang="zh-CN" sz="1400" dirty="0"/>
              <a:t>(5)&lt;&lt;a3;</a:t>
            </a:r>
            <a:endParaRPr lang="en-US" altLang="zh-CN" sz="1400" dirty="0"/>
          </a:p>
          <a:p>
            <a:r>
              <a:rPr lang="en-US" altLang="zh-CN" sz="1400" dirty="0"/>
              <a:t>    a1=a2;</a:t>
            </a:r>
            <a:endParaRPr lang="en-US" altLang="zh-CN" sz="1400" dirty="0"/>
          </a:p>
          <a:p>
            <a:r>
              <a:rPr lang="en-US" altLang="zh-CN" sz="1400" dirty="0"/>
              <a:t>    a2=a3;</a:t>
            </a:r>
            <a:endParaRPr lang="en-US" altLang="zh-CN" sz="1400" dirty="0"/>
          </a:p>
          <a:p>
            <a:r>
              <a:rPr lang="en-US" altLang="zh-CN" sz="1400" dirty="0"/>
              <a:t>  } </a:t>
            </a:r>
            <a:endParaRPr lang="en-US" altLang="zh-CN" sz="1400" dirty="0"/>
          </a:p>
          <a:p>
            <a:r>
              <a:rPr lang="en-US" altLang="zh-CN" sz="1400" dirty="0"/>
              <a:t>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  <p:sp>
        <p:nvSpPr>
          <p:cNvPr id="6" name="矩形 5"/>
          <p:cNvSpPr/>
          <p:nvPr/>
        </p:nvSpPr>
        <p:spPr>
          <a:xfrm>
            <a:off x="5220072" y="1419622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长整型</a:t>
            </a:r>
            <a:endParaRPr lang="zh-CN" altLang="en-US" sz="4800" dirty="0"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35738" y="2427734"/>
            <a:ext cx="17107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endParaRPr lang="zh-CN" altLang="en-US" sz="5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46923" y="3845273"/>
            <a:ext cx="4288353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int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&lt;=long&lt;=long </a:t>
            </a:r>
            <a:r>
              <a:rPr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long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563" y="69979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如果开始时计算机处于小写输入状态，现在明明反复按照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CapsLock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的顺序按键，在屏幕上输出的第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个字符是（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627534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388249" y="1290078"/>
            <a:ext cx="228820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a     b     i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993" y="1081673"/>
            <a:ext cx="2656120" cy="342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5868144" y="3968039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8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104" y="3363808"/>
            <a:ext cx="1408103" cy="1059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04568" y="690246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27584" y="1571155"/>
            <a:ext cx="3024336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一个有规律的数列：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1,3,7,15,31,63…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输出这个数列的前</a:t>
            </a:r>
            <a:r>
              <a:rPr lang="en-US" altLang="zh-CN" sz="2000" dirty="0">
                <a:solidFill>
                  <a:prstClr val="black"/>
                </a:solidFill>
              </a:rPr>
              <a:t>30</a:t>
            </a:r>
            <a:r>
              <a:rPr lang="zh-CN" altLang="en-US" sz="2000" dirty="0">
                <a:solidFill>
                  <a:prstClr val="black"/>
                </a:solidFill>
              </a:rPr>
              <a:t>项。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63" y="624870"/>
            <a:ext cx="334327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WPS 演示</Application>
  <PresentationFormat>全屏显示(16:9)</PresentationFormat>
  <Paragraphs>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Consolas</vt:lpstr>
      <vt:lpstr>Arial Unicode MS</vt:lpstr>
      <vt:lpstr>Office 主题</vt:lpstr>
      <vt:lpstr>PowerPoint 演示文稿</vt:lpstr>
      <vt:lpstr>神奇的大自然——斐波那契数列与长整型</vt:lpstr>
      <vt:lpstr>PowerPoint 演示文稿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84</cp:revision>
  <dcterms:created xsi:type="dcterms:W3CDTF">2018-07-03T13:24:00Z</dcterms:created>
  <dcterms:modified xsi:type="dcterms:W3CDTF">2021-06-24T07:07:32Z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66BD43C6742E49FBAB3284F59FE4BAF0</vt:lpwstr>
  </property>
  <property fmtid="{D5CDD505-2E9C-101B-9397-08002B2CF9AE}" pid="3" name="KSOProductBuildVer">
    <vt:lpwstr>2052-11.1.0.10577</vt:lpwstr>
  </property>
</Properties>
</file>