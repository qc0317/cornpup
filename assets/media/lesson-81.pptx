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6" r:id="rId3"/>
    <p:sldId id="269" r:id="rId4"/>
    <p:sldId id="289" r:id="rId5"/>
    <p:sldId id="294" r:id="rId6"/>
    <p:sldId id="295" r:id="rId7"/>
    <p:sldId id="293" r:id="rId8"/>
    <p:sldId id="288" r:id="rId9"/>
    <p:sldId id="280" r:id="rId10"/>
    <p:sldId id="297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jpeg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今雨新知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地址与指针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707015"/>
            <a:ext cx="8229600" cy="64122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指针、类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34459" y="1424957"/>
            <a:ext cx="6699250" cy="17532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一天，小风想把从年年家借来的书还给他，但是年年不在家，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于是把书放在了书架第</a:t>
            </a:r>
            <a:r>
              <a:rPr lang="en-US" altLang="zh-CN" dirty="0"/>
              <a:t>3</a:t>
            </a:r>
            <a:r>
              <a:rPr lang="zh-CN" altLang="en-US" dirty="0"/>
              <a:t>层的最右边，并写了一张纸条放在桌上，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上面写着：我还你的书放在书架第</a:t>
            </a:r>
            <a:r>
              <a:rPr lang="en-US" altLang="zh-CN" dirty="0"/>
              <a:t>3</a:t>
            </a:r>
            <a:r>
              <a:rPr lang="zh-CN" altLang="en-US" dirty="0"/>
              <a:t>层最右边。当年年回来后，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看到纸条就知道书在哪了。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037824" y="3520628"/>
            <a:ext cx="6761628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这张纸条有什么用呢？</a:t>
            </a:r>
            <a:r>
              <a:rPr lang="zh-CN" altLang="en-US" dirty="0">
                <a:solidFill>
                  <a:srgbClr val="C00000"/>
                </a:solidFill>
              </a:rPr>
              <a:t>它就相当于是一个指针</a:t>
            </a:r>
            <a:r>
              <a:rPr lang="zh-CN" altLang="en-US" dirty="0"/>
              <a:t>，上面的内容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不是书本身，</a:t>
            </a:r>
            <a:r>
              <a:rPr lang="zh-CN" altLang="en-US" dirty="0">
                <a:solidFill>
                  <a:srgbClr val="C00000"/>
                </a:solidFill>
              </a:rPr>
              <a:t>而是书的位置</a:t>
            </a:r>
            <a:r>
              <a:rPr lang="zh-CN" altLang="en-US" dirty="0"/>
              <a:t>，年年通过纸条（指针）找到了书。</a:t>
            </a:r>
            <a:endParaRPr lang="en-US" altLang="zh-CN" dirty="0"/>
          </a:p>
        </p:txBody>
      </p:sp>
      <p:pic>
        <p:nvPicPr>
          <p:cNvPr id="9" name="图片 8" descr="gee_me_0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2008505"/>
            <a:ext cx="1421765" cy="2474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ldLvl="0" animBg="1"/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48413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627534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今雨新知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地址与指针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2674132" y="1209802"/>
            <a:ext cx="3960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</a:rPr>
              <a:t>iostream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using namespace </a:t>
            </a:r>
            <a:r>
              <a:rPr lang="en-US" altLang="zh-CN" sz="2400" dirty="0" err="1">
                <a:latin typeface="Consolas" panose="020B0609020204030204" pitchFamily="49" charset="0"/>
              </a:rPr>
              <a:t>std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main()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</a:t>
            </a:r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a,*p;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a=10;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p=&amp;a;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&lt;&lt;*p&lt;&lt;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	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   return 0;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}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2139950"/>
            <a:ext cx="2602230" cy="2613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411510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059582"/>
            <a:ext cx="5019675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60548" y="1671092"/>
            <a:ext cx="322876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“*</a:t>
            </a:r>
            <a:r>
              <a:rPr lang="en-US" altLang="zh-CN" dirty="0"/>
              <a:t>p</a:t>
            </a:r>
            <a:r>
              <a:rPr lang="zh-CN" altLang="en-US" dirty="0"/>
              <a:t>”“</a:t>
            </a:r>
            <a:r>
              <a:rPr lang="en-US" altLang="zh-CN" dirty="0"/>
              <a:t>&amp;a</a:t>
            </a:r>
            <a:r>
              <a:rPr lang="zh-CN" altLang="en-US" dirty="0"/>
              <a:t>”是什么意思啊？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87624" y="2715766"/>
            <a:ext cx="2954655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别急，让我来解释一下吧。</a:t>
            </a:r>
            <a:endParaRPr lang="zh-CN" altLang="en-US" dirty="0"/>
          </a:p>
        </p:txBody>
      </p:sp>
      <p:pic>
        <p:nvPicPr>
          <p:cNvPr id="6" name="图片 5" descr="gee_me_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420" y="1052830"/>
            <a:ext cx="550545" cy="1310640"/>
          </a:xfrm>
          <a:prstGeom prst="rect">
            <a:avLst/>
          </a:prstGeom>
        </p:spPr>
      </p:pic>
      <p:pic>
        <p:nvPicPr>
          <p:cNvPr id="7" name="图片 6" descr="gee_me_0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70" y="2284095"/>
            <a:ext cx="673100" cy="1172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411510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30" y="1131590"/>
            <a:ext cx="26289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162" y="1131590"/>
            <a:ext cx="212407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131590"/>
            <a:ext cx="203835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47408"/>
            <a:ext cx="34671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275" y="3221828"/>
            <a:ext cx="1481251" cy="14932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21884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3" y="1120180"/>
            <a:ext cx="61926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设有定义语句：</a:t>
            </a:r>
            <a:r>
              <a:rPr lang="en-US" altLang="zh-CN" sz="2000" dirty="0" err="1">
                <a:latin typeface="+mn-ea"/>
              </a:rPr>
              <a:t>int</a:t>
            </a:r>
            <a:r>
              <a:rPr lang="en-US" altLang="zh-CN" sz="2000" dirty="0">
                <a:latin typeface="+mn-ea"/>
              </a:rPr>
              <a:t> x,*p=&amp;x;  </a:t>
            </a:r>
            <a:r>
              <a:rPr lang="zh-CN" altLang="en-US" sz="2000" dirty="0">
                <a:latin typeface="+mn-ea"/>
              </a:rPr>
              <a:t>则下列表达式中错误的是（   ）。</a:t>
            </a:r>
            <a:endParaRPr lang="en-US" altLang="zh-CN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*(&amp;a)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&amp;(*x)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&amp;(*p)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*(&amp;p)</a:t>
            </a:r>
            <a:endParaRPr lang="en-US" altLang="zh-CN" dirty="0"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985" y="3723878"/>
            <a:ext cx="1356742" cy="108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693" y="540281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635646"/>
            <a:ext cx="2088232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171823"/>
            <a:ext cx="2924175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985" y="3723878"/>
            <a:ext cx="1356742" cy="108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763089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66009" y="1571813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用指针输出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1-100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之间的整数。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115" y="1083923"/>
            <a:ext cx="3873327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985" y="3723878"/>
            <a:ext cx="1356742" cy="108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WPS 演示</Application>
  <PresentationFormat>全屏显示(16:9)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Consolas</vt:lpstr>
      <vt:lpstr>Calibri</vt:lpstr>
      <vt:lpstr>Arial Unicode MS</vt:lpstr>
      <vt:lpstr>Office 主题</vt:lpstr>
      <vt:lpstr>PowerPoint 演示文稿</vt:lpstr>
      <vt:lpstr>指针、类</vt:lpstr>
      <vt:lpstr>今雨新知——地址与指针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105</cp:revision>
  <dcterms:created xsi:type="dcterms:W3CDTF">2018-07-03T13:24:00Z</dcterms:created>
  <dcterms:modified xsi:type="dcterms:W3CDTF">2021-10-31T05:34:47Z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D0082209B3D7417D8E0E13E531F9194C</vt:lpwstr>
  </property>
  <property fmtid="{D5CDD505-2E9C-101B-9397-08002B2CF9AE}" pid="3" name="KSOProductBuildVer">
    <vt:lpwstr>2052-11.1.0.11045</vt:lpwstr>
  </property>
</Properties>
</file>