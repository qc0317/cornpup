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2"/>
    <p:sldId id="269" r:id="rId3"/>
    <p:sldId id="286" r:id="rId4"/>
    <p:sldId id="287" r:id="rId5"/>
    <p:sldId id="267" r:id="rId6"/>
    <p:sldId id="280" r:id="rId7"/>
    <p:sldId id="290" r:id="rId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报数游戏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模拟法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10126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报数游戏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模拟法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1560" y="1281192"/>
            <a:ext cx="7274560" cy="1337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明明和白白玩报数游戏，明明按</a:t>
            </a:r>
            <a:r>
              <a:rPr lang="en-US" altLang="zh-CN" dirty="0"/>
              <a:t>1-20</a:t>
            </a:r>
            <a:r>
              <a:rPr lang="zh-CN" altLang="en-US" dirty="0"/>
              <a:t>报数，白白按</a:t>
            </a:r>
            <a:r>
              <a:rPr lang="en-US" altLang="zh-CN" dirty="0"/>
              <a:t>1-30</a:t>
            </a:r>
            <a:r>
              <a:rPr lang="zh-CN" altLang="en-US" dirty="0"/>
              <a:t>报数。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若两人同时开始，并且以同样的速度报数，当两人都报了</a:t>
            </a:r>
            <a:r>
              <a:rPr lang="en-US" altLang="zh-CN" dirty="0"/>
              <a:t>1000</a:t>
            </a:r>
            <a:r>
              <a:rPr lang="zh-CN" altLang="en-US" dirty="0"/>
              <a:t>个数时，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同时报相同数的次数是多少？</a:t>
            </a:r>
          </a:p>
        </p:txBody>
      </p:sp>
      <p:sp>
        <p:nvSpPr>
          <p:cNvPr id="7" name="AutoShape 827"/>
          <p:cNvSpPr>
            <a:spLocks noChangeArrowheads="1"/>
          </p:cNvSpPr>
          <p:nvPr/>
        </p:nvSpPr>
        <p:spPr bwMode="auto">
          <a:xfrm>
            <a:off x="3059197" y="2985894"/>
            <a:ext cx="4032424" cy="150093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试编一程序，算一算报相同数的次数。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60" y="2787650"/>
            <a:ext cx="1810385" cy="1817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915566"/>
            <a:ext cx="4392488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模拟报数过程，用变量</a:t>
            </a:r>
            <a:r>
              <a:rPr lang="en-US" altLang="zh-CN" dirty="0" err="1"/>
              <a:t>nike</a:t>
            </a:r>
            <a:r>
              <a:rPr lang="zh-CN" altLang="en-US" dirty="0"/>
              <a:t>表示尼克报的数，用</a:t>
            </a:r>
            <a:r>
              <a:rPr lang="en-US" altLang="zh-CN" dirty="0"/>
              <a:t>glair</a:t>
            </a:r>
            <a:r>
              <a:rPr lang="zh-CN" altLang="en-US" dirty="0"/>
              <a:t>表示格莱尔报的数，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n</a:t>
            </a:r>
            <a:r>
              <a:rPr lang="zh-CN" altLang="en-US" dirty="0"/>
              <a:t>为两人报的数的个数，</a:t>
            </a:r>
            <a:r>
              <a:rPr lang="en-US" altLang="zh-CN" dirty="0" err="1"/>
              <a:t>num</a:t>
            </a:r>
            <a:r>
              <a:rPr lang="zh-CN" altLang="en-US" dirty="0"/>
              <a:t>用于统计报相同数的次数。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958" y="699542"/>
            <a:ext cx="1666528" cy="41461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368" y="2809235"/>
            <a:ext cx="1666529" cy="166652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628806" y="4315879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流程图有点小</a:t>
            </a:r>
            <a:endParaRPr lang="en-US" altLang="zh-CN" dirty="0"/>
          </a:p>
          <a:p>
            <a:r>
              <a:rPr lang="zh-CN" altLang="en-US" dirty="0"/>
              <a:t>喊老师单独放大看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755576" y="718613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 </a:t>
            </a:r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</a:p>
          <a:p>
            <a:r>
              <a:rPr lang="en-US" altLang="zh-CN" sz="1400" dirty="0"/>
              <a:t>{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n,nike,glair,num</a:t>
            </a:r>
            <a:r>
              <a:rPr lang="en-US" altLang="zh-CN" sz="1400" dirty="0"/>
              <a:t>=0;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nike</a:t>
            </a:r>
            <a:r>
              <a:rPr lang="en-US" altLang="zh-CN" sz="1400" dirty="0"/>
              <a:t>=glair=0;</a:t>
            </a:r>
          </a:p>
          <a:p>
            <a:r>
              <a:rPr lang="en-US" altLang="zh-CN" sz="1400" dirty="0"/>
              <a:t>    n=0;</a:t>
            </a:r>
          </a:p>
          <a:p>
            <a:r>
              <a:rPr lang="en-US" altLang="zh-CN" sz="1400" dirty="0"/>
              <a:t>    do</a:t>
            </a:r>
          </a:p>
          <a:p>
            <a:r>
              <a:rPr lang="en-US" altLang="zh-CN" sz="1400" dirty="0"/>
              <a:t>    {</a:t>
            </a:r>
          </a:p>
          <a:p>
            <a:r>
              <a:rPr lang="en-US" altLang="zh-CN" sz="1400" dirty="0"/>
              <a:t>          </a:t>
            </a:r>
            <a:r>
              <a:rPr lang="en-US" altLang="zh-CN" sz="1400" dirty="0" err="1"/>
              <a:t>nike</a:t>
            </a:r>
            <a:r>
              <a:rPr lang="en-US" altLang="zh-CN" sz="1400" dirty="0"/>
              <a:t>++;</a:t>
            </a:r>
          </a:p>
          <a:p>
            <a:r>
              <a:rPr lang="en-US" altLang="zh-CN" sz="1400" dirty="0"/>
              <a:t>          if(</a:t>
            </a:r>
            <a:r>
              <a:rPr lang="en-US" altLang="zh-CN" sz="1400" dirty="0" err="1"/>
              <a:t>nike</a:t>
            </a:r>
            <a:r>
              <a:rPr lang="en-US" altLang="zh-CN" sz="1400" dirty="0"/>
              <a:t>&gt;20) </a:t>
            </a:r>
            <a:r>
              <a:rPr lang="en-US" altLang="zh-CN" sz="1400" dirty="0" err="1"/>
              <a:t>nike</a:t>
            </a:r>
            <a:r>
              <a:rPr lang="en-US" altLang="zh-CN" sz="1400" dirty="0"/>
              <a:t>=1;	//</a:t>
            </a:r>
            <a:r>
              <a:rPr lang="zh-CN" altLang="en-US" sz="1400" dirty="0"/>
              <a:t>到</a:t>
            </a:r>
            <a:r>
              <a:rPr lang="en-US" altLang="zh-CN" sz="1400" dirty="0"/>
              <a:t>20</a:t>
            </a:r>
            <a:r>
              <a:rPr lang="zh-CN" altLang="en-US" sz="1400" dirty="0"/>
              <a:t>就重新从</a:t>
            </a:r>
            <a:r>
              <a:rPr lang="en-US" altLang="zh-CN" sz="1400" dirty="0"/>
              <a:t>1</a:t>
            </a:r>
            <a:r>
              <a:rPr lang="zh-CN" altLang="en-US" sz="1400" dirty="0"/>
              <a:t>开始</a:t>
            </a:r>
            <a:endParaRPr lang="en-US" altLang="zh-CN" sz="1400" dirty="0"/>
          </a:p>
          <a:p>
            <a:r>
              <a:rPr lang="en-US" altLang="zh-CN" sz="1400" dirty="0"/>
              <a:t>          glair++;</a:t>
            </a:r>
          </a:p>
          <a:p>
            <a:r>
              <a:rPr lang="en-US" altLang="zh-CN" sz="1400" dirty="0"/>
              <a:t>          if(glair&gt;30) glair=1;	//</a:t>
            </a:r>
            <a:r>
              <a:rPr lang="zh-CN" altLang="en-US" sz="1400" dirty="0"/>
              <a:t>到</a:t>
            </a:r>
            <a:r>
              <a:rPr lang="en-US" altLang="zh-CN" sz="1400" dirty="0"/>
              <a:t>30</a:t>
            </a:r>
            <a:r>
              <a:rPr lang="zh-CN" altLang="en-US" sz="1400" dirty="0"/>
              <a:t>就重新从</a:t>
            </a:r>
            <a:r>
              <a:rPr lang="en-US" altLang="zh-CN" sz="1400" dirty="0"/>
              <a:t>1</a:t>
            </a:r>
            <a:r>
              <a:rPr lang="zh-CN" altLang="en-US" sz="1400" dirty="0"/>
              <a:t>开始</a:t>
            </a:r>
            <a:endParaRPr lang="en-US" altLang="zh-CN" sz="1400" dirty="0"/>
          </a:p>
          <a:p>
            <a:r>
              <a:rPr lang="en-US" altLang="zh-CN" sz="1400" dirty="0"/>
              <a:t>          if(</a:t>
            </a:r>
            <a:r>
              <a:rPr lang="en-US" altLang="zh-CN" sz="1400" dirty="0" err="1"/>
              <a:t>nike</a:t>
            </a:r>
            <a:r>
              <a:rPr lang="en-US" altLang="zh-CN" sz="1400" dirty="0"/>
              <a:t>==glair) </a:t>
            </a:r>
            <a:r>
              <a:rPr lang="en-US" altLang="zh-CN" sz="1400" dirty="0" err="1"/>
              <a:t>num</a:t>
            </a:r>
            <a:r>
              <a:rPr lang="en-US" altLang="zh-CN" sz="1400" dirty="0"/>
              <a:t>++;</a:t>
            </a:r>
          </a:p>
          <a:p>
            <a:r>
              <a:rPr lang="en-US" altLang="zh-CN" sz="1400" dirty="0"/>
              <a:t>          n++;</a:t>
            </a:r>
          </a:p>
          <a:p>
            <a:r>
              <a:rPr lang="en-US" altLang="zh-CN" sz="1400" dirty="0"/>
              <a:t>    }while(n&lt;1000);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</a:t>
            </a:r>
            <a:r>
              <a:rPr lang="en-US" altLang="zh-CN" sz="1400" dirty="0" err="1"/>
              <a:t>num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/>
              <a:t>    return 0;</a:t>
            </a:r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932" y="2860368"/>
            <a:ext cx="2197046" cy="16393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4678" y="596233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923" y="1439102"/>
            <a:ext cx="27921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、计算机网络最突出的优点是（  ）。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计算精度高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内存容量大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运算速度快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可以实现资源的共享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93679" y="655433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n     </a:t>
            </a:r>
            <a:r>
              <a:rPr lang="en-US" altLang="zh-CN" dirty="0" err="1"/>
              <a:t>ans</a:t>
            </a:r>
            <a:r>
              <a:rPr lang="en-US" altLang="zh-CN" dirty="0"/>
              <a:t>    k</a:t>
            </a:r>
          </a:p>
          <a:p>
            <a:r>
              <a:rPr lang="en-US" altLang="zh-CN" dirty="0"/>
              <a:t>  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4138667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100</a:t>
            </a:r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022" y="1052087"/>
            <a:ext cx="2874988" cy="387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90409" y="575220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+mn-ea"/>
                <a:ea typeface="+mn-ea"/>
              </a:rPr>
              <a:t>、完善程序。</a:t>
            </a:r>
            <a:endParaRPr lang="en-US" altLang="zh-CN" sz="18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sz="1800" b="0" dirty="0">
                <a:latin typeface="+mn-ea"/>
                <a:ea typeface="+mn-ea"/>
              </a:rPr>
              <a:t>明明和白白玩报数游戏，明明按</a:t>
            </a:r>
            <a:r>
              <a:rPr lang="en-US" altLang="zh-CN" sz="1800" b="0" dirty="0">
                <a:latin typeface="+mn-ea"/>
                <a:ea typeface="+mn-ea"/>
              </a:rPr>
              <a:t>1-x</a:t>
            </a:r>
            <a:r>
              <a:rPr lang="zh-CN" altLang="en-US" sz="1800" b="0" dirty="0">
                <a:latin typeface="+mn-ea"/>
                <a:ea typeface="+mn-ea"/>
              </a:rPr>
              <a:t>报数，白白按</a:t>
            </a:r>
            <a:r>
              <a:rPr lang="en-US" altLang="zh-CN" sz="1800" b="0" dirty="0">
                <a:latin typeface="+mn-ea"/>
                <a:ea typeface="+mn-ea"/>
              </a:rPr>
              <a:t>1-y</a:t>
            </a:r>
            <a:r>
              <a:rPr lang="zh-CN" altLang="en-US" sz="1800" b="0" dirty="0">
                <a:latin typeface="+mn-ea"/>
                <a:ea typeface="+mn-ea"/>
              </a:rPr>
              <a:t>报数。若两人同时开始，并且以同样的速度报数，当两人都报了</a:t>
            </a:r>
            <a:r>
              <a:rPr lang="en-US" altLang="zh-CN" sz="1800" b="0" dirty="0">
                <a:latin typeface="+mn-ea"/>
                <a:ea typeface="+mn-ea"/>
              </a:rPr>
              <a:t>m</a:t>
            </a:r>
            <a:r>
              <a:rPr lang="zh-CN" altLang="en-US" sz="1800" b="0" dirty="0">
                <a:latin typeface="+mn-ea"/>
                <a:ea typeface="+mn-ea"/>
              </a:rPr>
              <a:t>个数时，同时报相同数的次数是多少？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207" y="4103180"/>
            <a:ext cx="3140681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注：所有程序作业，必须上机完成，不能只写在教材上！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952" y="843558"/>
            <a:ext cx="2968830" cy="396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366</Words>
  <Application>Microsoft Office PowerPoint</Application>
  <PresentationFormat>全屏显示(16:9)</PresentationFormat>
  <Paragraphs>51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仿宋</vt:lpstr>
      <vt:lpstr>黑体</vt:lpstr>
      <vt:lpstr>宋体</vt:lpstr>
      <vt:lpstr>微软雅黑</vt:lpstr>
      <vt:lpstr>Arial</vt:lpstr>
      <vt:lpstr>Calibri</vt:lpstr>
      <vt:lpstr>Office 主题</vt:lpstr>
      <vt:lpstr>PowerPoint 演示文稿</vt:lpstr>
      <vt:lpstr>报数游戏——模拟法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asus</cp:lastModifiedBy>
  <cp:revision>108</cp:revision>
  <dcterms:created xsi:type="dcterms:W3CDTF">2018-07-03T13:24:00Z</dcterms:created>
  <dcterms:modified xsi:type="dcterms:W3CDTF">2021-11-02T06:54:57Z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8B17A78330C54A1B8D0570245014C208</vt:lpwstr>
  </property>
  <property fmtid="{D5CDD505-2E9C-101B-9397-08002B2CF9AE}" pid="3" name="KSOProductBuildVer">
    <vt:lpwstr>2052-11.1.0.11045</vt:lpwstr>
  </property>
</Properties>
</file>