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89" r:id="rId5"/>
    <p:sldId id="290" r:id="rId6"/>
    <p:sldId id="267" r:id="rId7"/>
    <p:sldId id="288" r:id="rId8"/>
    <p:sldId id="280" r:id="rId9"/>
    <p:sldId id="292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318" y="2211457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475285" y="2427591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老鹰捉小鸡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48413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90101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老鹰捉小鸡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循环移位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AutoShape 988"/>
          <p:cNvSpPr>
            <a:spLocks noChangeArrowheads="1"/>
          </p:cNvSpPr>
          <p:nvPr/>
        </p:nvSpPr>
        <p:spPr bwMode="auto">
          <a:xfrm>
            <a:off x="3055144" y="3187611"/>
            <a:ext cx="4068660" cy="1212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试编一程序，模拟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次位置的变化过程。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435" y="1216863"/>
            <a:ext cx="1356347" cy="120714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560943"/>
            <a:ext cx="3461864" cy="1367436"/>
          </a:xfrm>
          <a:prstGeom prst="rect">
            <a:avLst/>
          </a:prstGeom>
        </p:spPr>
      </p:pic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" y="2427605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277" y="687090"/>
            <a:ext cx="3600400" cy="405271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06" y="800509"/>
            <a:ext cx="5535112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382635"/>
            <a:ext cx="1751974" cy="1890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14" y="870679"/>
            <a:ext cx="2088232" cy="393683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289684"/>
            <a:ext cx="2733675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051148"/>
            <a:ext cx="2905125" cy="375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55462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在线性表的两种存储结构中，下列描述不正确的是（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如果要快速访问数据有很少或者不插入和删除元素，就用数组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如果需要经常插入和删除元素就用链表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链表能动态地进行存储分配，可以适应数据动态地增减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Tx/>
              <a:buAutoNum type="alphaUcPeriod"/>
            </a:pPr>
            <a:r>
              <a:rPr lang="zh-CN" altLang="en-US" sz="2000" dirty="0">
                <a:latin typeface="+mn-ea"/>
              </a:rPr>
              <a:t>数组能动态地进行存储分配，可以适应数据动态地增减</a:t>
            </a:r>
            <a:endParaRPr lang="en-US" altLang="zh-CN" sz="2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057" y="59533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2571750"/>
            <a:ext cx="208823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          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1  2  3  4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97280" y="1707654"/>
          <a:ext cx="18745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"/>
                <a:gridCol w="468630"/>
                <a:gridCol w="468630"/>
                <a:gridCol w="46863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b[3]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071562"/>
            <a:ext cx="3476625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72" y="3609394"/>
            <a:ext cx="1312582" cy="1237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694" y="57522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模拟找钥匙的过程。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7919" y="2218038"/>
          <a:ext cx="30372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568"/>
                <a:gridCol w="476568"/>
                <a:gridCol w="476568"/>
                <a:gridCol w="476568"/>
                <a:gridCol w="565468"/>
                <a:gridCol w="56546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a[0]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a[1]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a[2]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a[3]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a[4]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a[5]</a:t>
                      </a:r>
                      <a:endParaRPr lang="zh-CN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96"/>
          <a:stretch>
            <a:fillRect/>
          </a:stretch>
        </p:blipFill>
        <p:spPr bwMode="auto">
          <a:xfrm>
            <a:off x="4067810" y="1347470"/>
            <a:ext cx="4476750" cy="3026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43" y="3149930"/>
            <a:ext cx="1634465" cy="1634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39565" y="979170"/>
            <a:ext cx="4011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00B0F0"/>
                </a:solidFill>
              </a:rPr>
              <a:t>//a[0]</a:t>
            </a:r>
            <a:r>
              <a:rPr lang="zh-CN" altLang="en-US" i="1">
                <a:solidFill>
                  <a:srgbClr val="00B0F0"/>
                </a:solidFill>
              </a:rPr>
              <a:t>代表菲菲老师，钥匙用</a:t>
            </a:r>
            <a:r>
              <a:rPr lang="en-US" altLang="zh-CN" i="1">
                <a:solidFill>
                  <a:srgbClr val="00B0F0"/>
                </a:solidFill>
              </a:rPr>
              <a:t>-1</a:t>
            </a:r>
            <a:r>
              <a:rPr lang="zh-CN" altLang="en-US" i="1">
                <a:solidFill>
                  <a:srgbClr val="00B0F0"/>
                </a:solidFill>
              </a:rPr>
              <a:t>表示</a:t>
            </a:r>
            <a:endParaRPr lang="zh-CN" altLang="en-US" i="1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WPS 演示</Application>
  <PresentationFormat>全屏显示(16:9)</PresentationFormat>
  <Paragraphs>77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老鹰捉小鸡——循环移位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109</cp:revision>
  <dcterms:created xsi:type="dcterms:W3CDTF">2018-07-03T13:24:00Z</dcterms:created>
  <dcterms:modified xsi:type="dcterms:W3CDTF">2021-10-10T14:28:43Z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503384798529411BB6FD2CCDFC63B03C</vt:lpwstr>
  </property>
  <property fmtid="{D5CDD505-2E9C-101B-9397-08002B2CF9AE}" pid="3" name="KSOProductBuildVer">
    <vt:lpwstr>2052-11.1.0.10700</vt:lpwstr>
  </property>
</Properties>
</file>