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7" r:id="rId2"/>
    <p:sldId id="269" r:id="rId3"/>
    <p:sldId id="285" r:id="rId4"/>
    <p:sldId id="286" r:id="rId5"/>
    <p:sldId id="267" r:id="rId6"/>
    <p:sldId id="280" r:id="rId7"/>
    <p:sldId id="289" r:id="rId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化功大法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纯小数转化为最简分数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81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化功大法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纯小数转化为最简分数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5576" y="1336650"/>
            <a:ext cx="7109639" cy="5078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将一个纯小数转化为最简分数的方法，被尼克戏称为“化功大法”。</a:t>
            </a:r>
          </a:p>
        </p:txBody>
      </p:sp>
      <p:sp>
        <p:nvSpPr>
          <p:cNvPr id="6" name="AutoShape 832"/>
          <p:cNvSpPr>
            <a:spLocks noChangeArrowheads="1"/>
          </p:cNvSpPr>
          <p:nvPr/>
        </p:nvSpPr>
        <p:spPr bwMode="auto">
          <a:xfrm>
            <a:off x="4294312" y="2028099"/>
            <a:ext cx="4392488" cy="21602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试编一个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化功</a:t>
            </a:r>
            <a:r>
              <a:rPr lang="zh-CN" altLang="en-US" sz="28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大法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程序，输入一个纯小数，输出它的最简分数</a:t>
            </a:r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设小数不超过</a:t>
            </a:r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4692" y="2427529"/>
            <a:ext cx="2062875" cy="1780842"/>
          </a:xfrm>
          <a:prstGeom prst="rect">
            <a:avLst/>
          </a:prstGeom>
        </p:spPr>
      </p:pic>
      <p:pic>
        <p:nvPicPr>
          <p:cNvPr id="5" name="图片 4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67585" y="2197100"/>
            <a:ext cx="2232660" cy="2241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771550"/>
            <a:ext cx="2196811" cy="40223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2315" y="1131985"/>
            <a:ext cx="5048177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先把</a:t>
            </a:r>
            <a:r>
              <a:rPr lang="en-US" altLang="zh-CN" dirty="0"/>
              <a:t>0.125</a:t>
            </a:r>
            <a:r>
              <a:rPr lang="zh-CN" altLang="en-US" dirty="0"/>
              <a:t>化成分数的形式</a:t>
            </a:r>
            <a:r>
              <a:rPr lang="en-US" altLang="zh-CN" dirty="0"/>
              <a:t>125/1000,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然后找出分子</a:t>
            </a:r>
            <a:r>
              <a:rPr lang="en-US" altLang="zh-CN" dirty="0"/>
              <a:t>125</a:t>
            </a:r>
            <a:r>
              <a:rPr lang="zh-CN" altLang="en-US" dirty="0"/>
              <a:t>和分母</a:t>
            </a:r>
            <a:r>
              <a:rPr lang="en-US" altLang="zh-CN" dirty="0"/>
              <a:t>1000</a:t>
            </a:r>
            <a:r>
              <a:rPr lang="zh-CN" altLang="en-US" dirty="0"/>
              <a:t>的最大公约数</a:t>
            </a:r>
            <a:r>
              <a:rPr lang="en-US" altLang="zh-CN" dirty="0"/>
              <a:t>125</a:t>
            </a:r>
            <a:r>
              <a:rPr lang="zh-CN" altLang="en-US" dirty="0"/>
              <a:t>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让分子和分母同时除以最大公约数，就变成了</a:t>
            </a:r>
            <a:br>
              <a:rPr lang="en-US" altLang="zh-CN" dirty="0"/>
            </a:br>
            <a:r>
              <a:rPr lang="zh-CN" altLang="en-US" dirty="0"/>
              <a:t>最简分数</a:t>
            </a:r>
            <a:r>
              <a:rPr lang="en-US" altLang="zh-CN" dirty="0"/>
              <a:t>1/8</a:t>
            </a:r>
            <a:r>
              <a:rPr lang="zh-CN" altLang="en-US" dirty="0"/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720" y="3006418"/>
            <a:ext cx="1751974" cy="18902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251520" y="1203598"/>
            <a:ext cx="4572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cmath</a:t>
            </a:r>
            <a:r>
              <a:rPr lang="en-US" altLang="zh-CN" sz="1400" dirty="0"/>
              <a:t>&gt; //</a:t>
            </a:r>
            <a:r>
              <a:rPr lang="zh-CN" altLang="en-US" sz="1400" dirty="0"/>
              <a:t>调用求浮点数的绝对值函数</a:t>
            </a:r>
            <a:r>
              <a:rPr lang="en-US" altLang="zh-CN" sz="1400" dirty="0" err="1"/>
              <a:t>fabs</a:t>
            </a:r>
            <a:r>
              <a:rPr lang="en-US" altLang="zh-CN" sz="1400" dirty="0"/>
              <a:t>() </a:t>
            </a:r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</a:p>
          <a:p>
            <a:r>
              <a:rPr lang="en-US" altLang="zh-CN" sz="1400" dirty="0"/>
              <a:t>{</a:t>
            </a:r>
          </a:p>
          <a:p>
            <a:r>
              <a:rPr lang="en-US" altLang="zh-CN" sz="1400" dirty="0"/>
              <a:t>  double </a:t>
            </a:r>
            <a:r>
              <a:rPr lang="en-US" altLang="zh-CN" sz="1400" dirty="0" err="1"/>
              <a:t>x,y</a:t>
            </a:r>
            <a:r>
              <a:rPr lang="en-US" altLang="zh-CN" sz="1400" dirty="0"/>
              <a:t>;</a:t>
            </a:r>
          </a:p>
          <a:p>
            <a:r>
              <a:rPr lang="en-US" altLang="zh-CN" sz="1400" dirty="0"/>
              <a:t>  long </a:t>
            </a:r>
            <a:r>
              <a:rPr lang="en-US" altLang="zh-CN" sz="1400" dirty="0" err="1"/>
              <a:t>long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a,b,i,j</a:t>
            </a:r>
            <a:r>
              <a:rPr lang="en-US" altLang="zh-CN" sz="1400" dirty="0"/>
              <a:t>;</a:t>
            </a:r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请输入一个纯小数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</a:p>
          <a:p>
            <a:r>
              <a:rPr lang="en-US" altLang="zh-CN" sz="1400" dirty="0"/>
              <a:t>  do</a:t>
            </a:r>
          </a:p>
          <a:p>
            <a:r>
              <a:rPr lang="en-US" altLang="zh-CN" sz="1400" dirty="0"/>
              <a:t>  {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&lt;&lt;"x=";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&gt;&gt;x;</a:t>
            </a:r>
          </a:p>
          <a:p>
            <a:r>
              <a:rPr lang="en-US" altLang="zh-CN" sz="1400" dirty="0"/>
              <a:t>  }while(x&gt;=1||x&lt;=0);</a:t>
            </a:r>
          </a:p>
          <a:p>
            <a:r>
              <a:rPr lang="en-US" altLang="zh-CN" sz="1400" dirty="0"/>
              <a:t>  a=1;</a:t>
            </a:r>
          </a:p>
          <a:p>
            <a:r>
              <a:rPr lang="en-US" altLang="zh-CN" sz="1400" dirty="0"/>
              <a:t>  y=x;</a:t>
            </a:r>
            <a:endParaRPr lang="zh-CN" altLang="en-US" sz="1400" dirty="0"/>
          </a:p>
        </p:txBody>
      </p:sp>
      <p:sp>
        <p:nvSpPr>
          <p:cNvPr id="4" name="矩形 3"/>
          <p:cNvSpPr/>
          <p:nvPr/>
        </p:nvSpPr>
        <p:spPr>
          <a:xfrm>
            <a:off x="4355976" y="1131590"/>
            <a:ext cx="4572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while(</a:t>
            </a:r>
            <a:r>
              <a:rPr lang="en-US" altLang="zh-CN" sz="1400" dirty="0" err="1"/>
              <a:t>fabs</a:t>
            </a:r>
            <a:r>
              <a:rPr lang="en-US" altLang="zh-CN" sz="1400" dirty="0"/>
              <a:t>(y-(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)y)&gt;1e-10)   //</a:t>
            </a:r>
            <a:r>
              <a:rPr lang="zh-CN" altLang="en-US" sz="1400" dirty="0"/>
              <a:t>纯小数化成整数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{</a:t>
            </a:r>
          </a:p>
          <a:p>
            <a:r>
              <a:rPr lang="en-US" altLang="zh-CN" sz="1400" dirty="0"/>
              <a:t>    a*=10;</a:t>
            </a:r>
          </a:p>
          <a:p>
            <a:r>
              <a:rPr lang="en-US" altLang="zh-CN" sz="1400" dirty="0"/>
              <a:t>    y=x*a;          //</a:t>
            </a:r>
            <a:r>
              <a:rPr lang="zh-CN" altLang="en-US" sz="1400" dirty="0"/>
              <a:t>不可以写成  </a:t>
            </a:r>
            <a:r>
              <a:rPr lang="en-US" altLang="zh-CN" sz="1400" dirty="0"/>
              <a:t>y=y*10;</a:t>
            </a:r>
          </a:p>
          <a:p>
            <a:r>
              <a:rPr lang="en-US" altLang="zh-CN" sz="1400" dirty="0"/>
              <a:t>  } </a:t>
            </a:r>
          </a:p>
          <a:p>
            <a:r>
              <a:rPr lang="en-US" altLang="zh-CN" sz="1400" dirty="0"/>
              <a:t>  b=y;</a:t>
            </a:r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&lt;&lt;b&lt;&lt;'/'&lt;&lt;a&lt;&lt;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</a:p>
          <a:p>
            <a:r>
              <a:rPr lang="en-US" altLang="zh-CN" sz="1400" dirty="0"/>
              <a:t>  for(i=</a:t>
            </a:r>
            <a:r>
              <a:rPr lang="en-US" altLang="zh-CN" sz="1400" dirty="0" err="1"/>
              <a:t>b;i</a:t>
            </a:r>
            <a:r>
              <a:rPr lang="en-US" altLang="zh-CN" sz="1400" dirty="0"/>
              <a:t>&gt;=1;i--)  //</a:t>
            </a:r>
            <a:r>
              <a:rPr lang="zh-CN" altLang="en-US" sz="1400" dirty="0"/>
              <a:t>求出</a:t>
            </a:r>
            <a:r>
              <a:rPr lang="en-US" altLang="zh-CN" sz="1400" dirty="0"/>
              <a:t>a</a:t>
            </a:r>
            <a:r>
              <a:rPr lang="zh-CN" altLang="en-US" sz="1400" dirty="0"/>
              <a:t>和</a:t>
            </a:r>
            <a:r>
              <a:rPr lang="en-US" altLang="zh-CN" sz="1400" dirty="0"/>
              <a:t>b</a:t>
            </a:r>
            <a:r>
              <a:rPr lang="zh-CN" altLang="en-US" sz="1400" dirty="0"/>
              <a:t>的最大公约</a:t>
            </a:r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if(</a:t>
            </a:r>
            <a:r>
              <a:rPr lang="en-US" altLang="zh-CN" sz="1400" dirty="0" err="1"/>
              <a:t>b%i</a:t>
            </a:r>
            <a:r>
              <a:rPr lang="en-US" altLang="zh-CN" sz="1400" dirty="0"/>
              <a:t>==0&amp;&amp;</a:t>
            </a:r>
            <a:r>
              <a:rPr lang="en-US" altLang="zh-CN" sz="1400" dirty="0" err="1"/>
              <a:t>a%i</a:t>
            </a:r>
            <a:r>
              <a:rPr lang="en-US" altLang="zh-CN" sz="1400" dirty="0"/>
              <a:t>==0) </a:t>
            </a:r>
          </a:p>
          <a:p>
            <a:r>
              <a:rPr lang="en-US" altLang="zh-CN" sz="1400" dirty="0"/>
              <a:t>    {</a:t>
            </a:r>
          </a:p>
          <a:p>
            <a:r>
              <a:rPr lang="en-US" altLang="zh-CN" sz="1400" dirty="0"/>
              <a:t>      j=i;   //</a:t>
            </a:r>
            <a:r>
              <a:rPr lang="zh-CN" altLang="en-US" sz="1400" dirty="0"/>
              <a:t>找出最大公约数后，赋值给</a:t>
            </a:r>
            <a:r>
              <a:rPr lang="en-US" altLang="zh-CN" sz="1400" dirty="0"/>
              <a:t>j</a:t>
            </a:r>
          </a:p>
          <a:p>
            <a:r>
              <a:rPr lang="en-US" altLang="zh-CN" sz="1400" dirty="0"/>
              <a:t>      break; //</a:t>
            </a:r>
            <a:r>
              <a:rPr lang="zh-CN" altLang="en-US" sz="1400" dirty="0"/>
              <a:t>退出循环</a:t>
            </a:r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}</a:t>
            </a:r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最简分数为：</a:t>
            </a:r>
            <a:r>
              <a:rPr lang="en-US" altLang="zh-CN" sz="1400" dirty="0"/>
              <a:t>";</a:t>
            </a:r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&lt;&lt;b/j&lt;&lt;'/'&lt;&lt;a/j&lt;&lt;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	 </a:t>
            </a:r>
          </a:p>
          <a:p>
            <a:r>
              <a:rPr lang="en-US" altLang="zh-CN" sz="1400" dirty="0"/>
              <a:t>  return 0;</a:t>
            </a:r>
          </a:p>
          <a:p>
            <a:r>
              <a:rPr lang="en-US" altLang="zh-CN" sz="1400" dirty="0"/>
              <a:t>}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3577769"/>
            <a:ext cx="1306338" cy="1306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862" y="616617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1304056"/>
            <a:ext cx="27921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、格莱尔收到一封主题为“这是我最近的照片”的陌生邮件，你认为她最好应该（  ）。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直接删除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打开看看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直接转发给同学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下载保存</a:t>
            </a:r>
            <a:endParaRPr lang="en-US" altLang="zh-CN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88170" y="651271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944216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m        sum</a:t>
            </a:r>
          </a:p>
          <a:p>
            <a:r>
              <a:rPr lang="en-US" altLang="zh-CN" dirty="0"/>
              <a:t>  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26010" y="4138667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123</a:t>
            </a:r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70" y="1069978"/>
            <a:ext cx="2590800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uiExpand="1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575604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+mn-ea"/>
                <a:ea typeface="+mn-ea"/>
              </a:rPr>
              <a:t>、完善程序。</a:t>
            </a:r>
            <a:endParaRPr lang="en-US" altLang="zh-CN" sz="18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sz="1800" b="0" dirty="0">
                <a:latin typeface="+mn-ea"/>
                <a:ea typeface="+mn-ea"/>
              </a:rPr>
              <a:t>把</a:t>
            </a:r>
            <a:r>
              <a:rPr lang="en-US" altLang="zh-CN" sz="1800" b="0" dirty="0">
                <a:latin typeface="+mn-ea"/>
                <a:ea typeface="+mn-ea"/>
              </a:rPr>
              <a:t>3.1415926</a:t>
            </a:r>
            <a:r>
              <a:rPr lang="zh-CN" altLang="en-US" sz="1800" b="0" dirty="0">
                <a:latin typeface="+mn-ea"/>
                <a:ea typeface="+mn-ea"/>
              </a:rPr>
              <a:t>四舍五入保留</a:t>
            </a:r>
            <a:r>
              <a:rPr lang="en-US" altLang="zh-CN" sz="1800" b="0" dirty="0">
                <a:latin typeface="+mn-ea"/>
                <a:ea typeface="+mn-ea"/>
              </a:rPr>
              <a:t>n</a:t>
            </a:r>
            <a:r>
              <a:rPr lang="zh-CN" altLang="en-US" sz="1800" b="0" dirty="0">
                <a:latin typeface="+mn-ea"/>
                <a:ea typeface="+mn-ea"/>
              </a:rPr>
              <a:t>位小数</a:t>
            </a:r>
            <a:r>
              <a:rPr lang="en-US" altLang="zh-CN" sz="1800" b="0" dirty="0">
                <a:latin typeface="+mn-ea"/>
                <a:ea typeface="+mn-ea"/>
              </a:rPr>
              <a:t>(1&lt;=n&lt;=5).</a:t>
            </a:r>
          </a:p>
          <a:p>
            <a:pPr marL="0" indent="0">
              <a:buNone/>
            </a:pPr>
            <a:r>
              <a:rPr lang="zh-CN" altLang="en-US" sz="1800" b="0" dirty="0">
                <a:latin typeface="+mn-ea"/>
                <a:ea typeface="+mn-ea"/>
              </a:rPr>
              <a:t>如</a:t>
            </a:r>
            <a:r>
              <a:rPr lang="en-US" altLang="zh-CN" sz="1800" b="0" dirty="0">
                <a:latin typeface="+mn-ea"/>
                <a:ea typeface="+mn-ea"/>
              </a:rPr>
              <a:t>n=1</a:t>
            </a:r>
            <a:r>
              <a:rPr lang="zh-CN" altLang="en-US" sz="1800" b="0" dirty="0">
                <a:latin typeface="+mn-ea"/>
                <a:ea typeface="+mn-ea"/>
              </a:rPr>
              <a:t>时，输出</a:t>
            </a:r>
            <a:r>
              <a:rPr lang="en-US" altLang="zh-CN" sz="1800" b="0" dirty="0">
                <a:latin typeface="+mn-ea"/>
                <a:ea typeface="+mn-ea"/>
              </a:rPr>
              <a:t>3.1</a:t>
            </a:r>
            <a:r>
              <a:rPr lang="zh-CN" altLang="en-US" sz="1800" b="0" dirty="0">
                <a:latin typeface="+mn-ea"/>
                <a:ea typeface="+mn-ea"/>
              </a:rPr>
              <a:t>；</a:t>
            </a:r>
            <a:endParaRPr lang="en-US" altLang="zh-CN" sz="1800" b="0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en-US" altLang="zh-CN" sz="1800" b="0" dirty="0">
                <a:latin typeface="+mn-ea"/>
                <a:ea typeface="+mn-ea"/>
              </a:rPr>
              <a:t>n=4</a:t>
            </a:r>
            <a:r>
              <a:rPr lang="zh-CN" altLang="en-US" sz="1800" b="0" dirty="0">
                <a:latin typeface="+mn-ea"/>
                <a:ea typeface="+mn-ea"/>
              </a:rPr>
              <a:t>时，输出</a:t>
            </a:r>
            <a:r>
              <a:rPr lang="en-US" altLang="zh-CN" sz="1800" b="0" dirty="0">
                <a:latin typeface="+mn-ea"/>
                <a:ea typeface="+mn-ea"/>
              </a:rPr>
              <a:t>3.1416</a:t>
            </a:r>
            <a:r>
              <a:rPr lang="zh-CN" altLang="en-US" sz="1800" b="0" dirty="0">
                <a:latin typeface="+mn-ea"/>
                <a:ea typeface="+mn-ea"/>
              </a:rPr>
              <a:t>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592" y="3867894"/>
            <a:ext cx="3140681" cy="6463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注：所有程序作业，必须上机完成，不能只写在教材上！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915566"/>
            <a:ext cx="2389780" cy="3829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399" y="3801812"/>
            <a:ext cx="1406190" cy="1060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804.475590551181,&quot;width&quot;:3248.622047244094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862,&quot;width&quot;:2851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全屏显示(16:9)</PresentationFormat>
  <Paragraphs>63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仿宋</vt:lpstr>
      <vt:lpstr>黑体</vt:lpstr>
      <vt:lpstr>楷体</vt:lpstr>
      <vt:lpstr>宋体</vt:lpstr>
      <vt:lpstr>微软雅黑</vt:lpstr>
      <vt:lpstr>Arial</vt:lpstr>
      <vt:lpstr>Calibri</vt:lpstr>
      <vt:lpstr>Office 主题</vt:lpstr>
      <vt:lpstr>PowerPoint 演示文稿</vt:lpstr>
      <vt:lpstr>化功大法——纯小数转化为最简分数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asus</cp:lastModifiedBy>
  <cp:revision>110</cp:revision>
  <dcterms:created xsi:type="dcterms:W3CDTF">2018-07-03T13:24:00Z</dcterms:created>
  <dcterms:modified xsi:type="dcterms:W3CDTF">2021-11-02T06:56:18Z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44187C561A3645609992B402821A754D</vt:lpwstr>
  </property>
  <property fmtid="{D5CDD505-2E9C-101B-9397-08002B2CF9AE}" pid="3" name="KSOProductBuildVer">
    <vt:lpwstr>2052-11.1.0.10700</vt:lpwstr>
  </property>
</Properties>
</file>